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10287000" cx="18288000"/>
  <p:notesSz cx="6858000" cy="9144000"/>
  <p:embeddedFontLst>
    <p:embeddedFont>
      <p:font typeface="Noto Sans Thai"/>
      <p:bold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9" roundtripDataSignature="AMtx7mi1g1DCQIQIgMvUBJ02EDpHKi4r9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NotoSansThai-bold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86" name="Google Shape;86;p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7" name="Google Shape;87;p1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สวัสดีครับ วันนี้กลุ่มของเราจะมานำเสนอเรื่อง Fabric Technologies ซึ่งเป็นแนวคิดในการออกแบบและบริหาร Network ให้สามารถจัดการระบบที่มีขนาดใหญ่ได้ง่ายขึ้นครับ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89" name="Google Shape;89;p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90" name="Google Shape;90;p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45" name="Google Shape;145;p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46" name="Google Shape;146;p2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ก่อนอื่นจะเริ่มจากปัญหาของ Traditional Network ก่อนครับ เมื่อ Network มีขนาดใหญ่ขึ้น เราจะมี Router, Switch, User และอุปกรณ์จำนวนมาก ทำให้ต้อง Configuration อุปกรณ์หลายตัวด้วยมือ ซึ่งใช้เวลานานและมีโอกาสเกิดความผิดพลาด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นอกจากนี้การควบคุม Policy การแบ่ง Segment และ Security ก็จะซับซ้อนขึ้นตามขนาดของ Network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ดังนั้น Fabric Network จึงนำ Software และ Controller เข้ามาช่วยบริหาร Network จากส่วนกลางครับ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148" name="Google Shape;148;p2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49" name="Google Shape;149;p2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48" name="Google Shape;248;p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49" name="Google Shape;249;p3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p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Fabric Network เป็นการสร้าง Overlay Network อยู่บน Underlay Network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Underlay คือ Network จริง เช่น Router, Switch, Physical Link และ IP Routing ทำหน้าที่ให้อุปกรณ์ต่าง ๆ ติดต่อกัน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ส่วน Overlay คือ Network เสมือนที่สร้างครอบอยู่ด้านบน และสามารถใช้ Tunnel ในการส่งข้อมูลระหว่างอุปกรณ์ได้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ถ้าจำง่าย ๆ Underlay คือเส้นทางจริง ส่วน Overlay คือ Network เสมือนที่ทำงานอยู่บนเส้นทางจริงนั้นครับ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</a:t>
            </a:r>
            <a:endParaRPr/>
          </a:p>
        </p:txBody>
      </p:sp>
      <p:sp>
        <p:nvSpPr>
          <p:cNvPr id="251" name="Google Shape;251;p3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52" name="Google Shape;252;p3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30" name="Google Shape;330;p4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31" name="Google Shape;331;p4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p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หนึ่งในเทคโนโลยีหลักของบทนี้คือ Software-Defined Access หรือ SD-Access ซึ่งเป็น Architecture สำหรับ Campus Network ของ Cisco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จุดเด่นคือช่วยเรื่อง Automation, Host Mobility, Identity-Based Access, Segmentation และสามารถบริหาร Network จาก Controller ส่วนกลางได้ครับ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ต่อไปจะเป็น Architecture ภายใน SD-Access ขอส่งต่อให้คนที่ 2 ครับ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</a:t>
            </a:r>
            <a:endParaRPr/>
          </a:p>
        </p:txBody>
      </p:sp>
      <p:sp>
        <p:nvSpPr>
          <p:cNvPr id="333" name="Google Shape;333;p4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34" name="Google Shape;334;p4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26" name="Google Shape;426;p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427" name="Google Shape;427;p5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8" name="Google Shape;428;p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SD-Access Architecture แบ่งออกเป็น 4 Layer หลักครับ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Physical Layer คืออุปกรณ์จริง เช่น Switch, Router, Wireless LAN Controller และ Access Point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 จะมี Underlay และ Overlay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Controller Layer ทำหน้าที่ควบคุม Automation, Identity และ Policy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และ Management Layer เป็นส่วนที่ผู้ดูแลระบบใช้บริหารและตรวจสอบ Network จากส่วนกลางครับ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</a:t>
            </a:r>
            <a:endParaRPr/>
          </a:p>
        </p:txBody>
      </p:sp>
      <p:sp>
        <p:nvSpPr>
          <p:cNvPr id="429" name="Google Shape;429;p5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30" name="Google Shape;430;p5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6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96" name="Google Shape;496;p6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497" name="Google Shape;497;p6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8" name="Google Shape;498;p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ภายใน SD-Access Fabric มี 3 Plane สำคัญ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ตัวแรกคือ Control Plane ใช้ LISP สำหรับค้นหาว่า Endpoint อยู่ที่ Fabric Node ใด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ตัวที่สองคือ Data Plane ใช้ VXLAN สำหรับ Encapsulate และส่ง Traffic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และตัวที่สามคือ Policy Plane ใช้ Cisco TrustSec สำหรับกำหนด Policy ตามตัวตนหรือกลุ่มของผู้ใช้ครับ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</a:t>
            </a:r>
            <a:endParaRPr/>
          </a:p>
        </p:txBody>
      </p:sp>
      <p:sp>
        <p:nvSpPr>
          <p:cNvPr id="499" name="Google Shape;499;p6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00" name="Google Shape;500;p6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7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75" name="Google Shape;575;p7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576" name="Google Shape;576;p7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7" name="Google Shape;577;p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LISP จะใช้ Mapping ระหว่าง EID กับ RLOC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EID คือ Identity ของ Endpoint เช่น IP ของ Client ส่วน RLOC คือตำแหน่งของ Fabric Edge ที่ Endpoint เชื่อมต่ออยู่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เมื่อ Edge ต้องการส่ง Traffic ไปยังปลายทาง ก็จะ Query Control Plane เพื่อถามว่าปลายทางอยู่ที่ไหน แล้ว Control Plane จะส่ง RLOC กลับมาครับ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7</a:t>
            </a:r>
            <a:endParaRPr/>
          </a:p>
        </p:txBody>
      </p:sp>
      <p:sp>
        <p:nvSpPr>
          <p:cNvPr id="578" name="Google Shape;578;p7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79" name="Google Shape;579;p7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8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646" name="Google Shape;646;p8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647" name="Google Shape;647;p8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8" name="Google Shape;648;p8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หลังจากรู้ตำแหน่งปลายทางแล้ว การส่งข้อมูลจริงจะใช้ VXLAN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VXLAN จะนำ Packet เดิมไป Encapsulate แล้วส่งผ่าน Overlay Network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ข้อดีคือรองรับ Network Segmentation และทำให้ Endpoint ไม่ต้องผูกอยู่กับ Physical Location เดิมตลอดเวลา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สรุปง่าย ๆ คือ LISP ใช้หา Endpoint ส่วน VXLAN ใช้ส่งข้อมูลไปหา Endpoint นั้นครับ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ต่อไปเป็นส่วน Policy และบทบาทของอุปกรณ์ใน Fabric ขอส่งต่อให้คนที่ 3 ครับ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</a:t>
            </a:r>
            <a:endParaRPr/>
          </a:p>
        </p:txBody>
      </p:sp>
      <p:sp>
        <p:nvSpPr>
          <p:cNvPr id="649" name="Google Shape;649;p8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650" name="Google Shape;650;p8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9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716" name="Google Shape;716;p9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717" name="Google Shape;717;p9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8" name="Google Shape;718;p9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ต่อไปคือ Policy Plane ซึ่งใช้ Cisco TrustSec ครับ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ใน Network แบบเดิม เรามักกำหนดสิทธิ์จาก IP Address แต่ SD-Access สามารถใช้ Scalable Group Tag หรือ SGT เพื่อแบ่งกลุ่ม User และ Device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ตัวอย่างเช่น Student, Staff, Server และ Guest สามารถมี Tag ที่ต่างกัน แล้วกำหนด Policy ว่ากลุ่มไหนสามารถเข้าถึงอะไรได้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ดังนั้น Policy จะอิงกับ Identity มากกว่าอิงแค่ IP Address ครับ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</a:t>
            </a:r>
            <a:endParaRPr/>
          </a:p>
        </p:txBody>
      </p:sp>
      <p:sp>
        <p:nvSpPr>
          <p:cNvPr id="719" name="Google Shape;719;p9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720" name="Google Shape;720;p9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10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827" name="Google Shape;827;p10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28" name="Google Shape;828;p10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9" name="Google Shape;829;p10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อุปกรณ์ใน Fabric จะมี Role ที่แตกต่างกัน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Fabric Edge Node เป็นจุดที่ Endpoint เชื่อมต่อเข้ามา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Control Plane Node เก็บ Mapping ระหว่าง EID กับ RLOC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Border Node ใช้เชื่อม Fabric ออกไปยัง Network ภายนอก เช่น Internet, Data Center หรือ Cloud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และ Fabric WLC ใช้เชื่อม Wireless Client เข้ากับ SD-Access Fabric ครับ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</a:t>
            </a:r>
            <a:endParaRPr/>
          </a:p>
        </p:txBody>
      </p:sp>
      <p:sp>
        <p:nvSpPr>
          <p:cNvPr id="830" name="Google Shape;830;p10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831" name="Google Shape;831;p10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1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908" name="Google Shape;908;p1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909" name="Google Shape;909;p11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0" name="Google Shape;910;p1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ตัวอย่างการส่งข้อมูล สมมติ PC-A อยู่ Edge-1 และ PC-B อยู่ Edge-2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เมื่อ PC-A ต้องการส่งข้อมูล Edge-1 จะตรวจสอบ Destination และ Query ไปยัง LISP Control Plane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เมื่อ Control Plane บอกว่า PC-B อยู่ Edge-2 แล้ว Edge-1 จะ Encapsulate Packet ด้วย VXLAN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จากนั้น Underlay ส่ง Packet ไป Edge-2 และ Edge-2 ทำ Decapsulation ก่อนส่งข้อมูลให้ PC-B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นี่คือภาพรวมการทำงานของ SD-Access ครับ ต่อไปจะเป็น SD-WAN ขอส่งต่อให้คนที่ 4 ครับ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11</a:t>
            </a:r>
            <a:endParaRPr/>
          </a:p>
        </p:txBody>
      </p:sp>
      <p:sp>
        <p:nvSpPr>
          <p:cNvPr id="911" name="Google Shape;911;p1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912" name="Google Shape;912;p1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1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008" name="Google Shape;1008;p1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009" name="Google Shape;1009;p12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0" name="Google Shape;1010;p1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ส่วนต่อไปคือ Software-Defined WAN หรือ SD-WAN ครับ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ถ้า SD-Access เน้น Network ภายใน Campus, SD-WAN จะเน้นการเชื่อม Network ระหว่าง Site หรือสาขา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SD-WAN ถูกนำมาแก้ปัญหาการบริหารหลายสาขาที่ซับซ้อน และสามารถใช้ Transport ได้หลายแบบ เช่น Internet, MPLS, LTE หรือ 5G และ Dedicated Circuit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จากนั้นสร้าง Secure Overlay Network ครอบอยู่ด้านบนครับ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</a:t>
            </a:r>
            <a:endParaRPr/>
          </a:p>
        </p:txBody>
      </p:sp>
      <p:sp>
        <p:nvSpPr>
          <p:cNvPr id="1011" name="Google Shape;1011;p12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012" name="Google Shape;1012;p12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p1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090" name="Google Shape;1090;p1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091" name="Google Shape;1091;p13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2" name="Google Shape;1092;p1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Cisco Catalyst SD-WAN มีส่วนประกอบหลักหลาย Plane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Management Plane ใช้ SD-WAN Manager สำหรับ Configuration และ Monitoring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Control Plane ใช้ SD-WAN Controller สำหรับแลกเปลี่ยน Route, Policy, Topology และ Security Information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Orchestration Plane ใช้ SD-WAN Validator สำหรับ Authentication และเชื่อม Edge เข้ากับ Controller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ส่วน Data Plane คือ WAN Edge Router ซึ่งรับส่ง User Traffic จริงระหว่าง Site ครับ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13</a:t>
            </a:r>
            <a:endParaRPr/>
          </a:p>
        </p:txBody>
      </p:sp>
      <p:sp>
        <p:nvSpPr>
          <p:cNvPr id="1093" name="Google Shape;1093;p13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094" name="Google Shape;1094;p13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6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p14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178" name="Google Shape;1178;p14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179" name="Google Shape;1179;p14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0" name="Google Shape;1180;p1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Control Plane ของ SD-WAN ใช้ OMP หรือ Overlay Management Protocol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OMP ใช้แจกจ่าย Route, TLOC Information, Policy และ Security Information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เมื่อ Branch A ต้องการส่งข้อมูลไป Branch B, WAN Edge จะเรียนรู้ Route จาก Controller จากนั้นเลือก Path ที่เหมาะสม และส่ง Traffic ผ่าน Secure Overlay Tunnel ครับ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14</a:t>
            </a:r>
            <a:endParaRPr/>
          </a:p>
        </p:txBody>
      </p:sp>
      <p:sp>
        <p:nvSpPr>
          <p:cNvPr id="1181" name="Google Shape;1181;p14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182" name="Google Shape;1182;p14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p1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260" name="Google Shape;1260;p1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261" name="Google Shape;1261;p15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2" name="Google Shape;1262;p1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ส่วนเทคโนโลยีปัจจุบัน หลักการเดิมยังคงใช้อยู่ แต่มีการเปลี่ยนชื่อและมาตรฐานบางส่วน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เช่น Cisco DNA Center เปลี่ยนเป็น Cisco Catalyst Center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SD-Access ยังคงใช้ LISP, VXLAN และ TrustSec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ส่วน Cisco SD-WAN เปลี่ยนเป็น Cisco Catalyst SD-WAN และชื่อ Component เช่น vManage, vSmart และ vBond ก็เปลี่ยนเป็น SD-WAN Manager, Controller และ Validator ครับ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หมายเหตุสำหรับผู้นำเสนอ: ปัจจุบัน Cisco ใช้ชื่อ Catalyst Center และชื่อ SD-WAN Manager / Controller / Validator ในเอกสารรุ่นใหม่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15</a:t>
            </a:r>
            <a:endParaRPr/>
          </a:p>
        </p:txBody>
      </p:sp>
      <p:sp>
        <p:nvSpPr>
          <p:cNvPr id="1263" name="Google Shape;1263;p15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264" name="Google Shape;1264;p15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2" name="Shape 1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3" name="Google Shape;1363;p16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364" name="Google Shape;1364;p16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365" name="Google Shape;1365;p16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6" name="Google Shape;1366;p1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ต่อไปเป็นส่วน Demo ครับ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การทดลองนี้ใช้ Cisco Packet Tracer เพื่อแสดงแนวคิด Underlay และ Overlay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Topology จะมี PC-A, Edge-1, ISP, Edge-2 และ PC-B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Underlay ฝั่งแรกใช้ Network 10.0.12.0/30 และฝั่งที่สองใช้ 10.0.23.0/30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ส่วน Overlay เราใช้ GRE Tunnel Network 172.16.0.0/30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เนื่องจาก Packet Tracer ไม่ได้จำลอง Cisco SD-Access แบบเต็มรูปแบบ เราจึงใช้ GRE Tunnel เพื่อสาธิตแนวคิด Overlay โดย SD-Access จริงใช้ VXLAN และ LISP ครับ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16</a:t>
            </a:r>
            <a:endParaRPr/>
          </a:p>
        </p:txBody>
      </p:sp>
      <p:sp>
        <p:nvSpPr>
          <p:cNvPr id="1367" name="Google Shape;1367;p16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368" name="Google Shape;1368;p16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3" name="Shape 1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" name="Google Shape;1434;p17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435" name="Google Shape;1435;p17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436" name="Google Shape;1436;p17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7" name="Google Shape;1437;p1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คลิปแรกจะเป็น CLI Verification เพื่อยืนยันว่าระบบทำงานปกติ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เราจะตรวจ Interface ด้วย show ip interface brief, ตรวจ Routing ด้วย show ip route, ทดสอบ Underlay, Overlay และสุดท้ายทดสอบ End-to-End จาก PC-A ไป PC-B ครับ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ต่อไปขอเปิดคลิปการสาธิตครับ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[เปิดคลิป 1]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จากคลิปจะเห็นว่า Underlay และ Overlay สามารถทำงานได้ และ PC-A สามารถติดต่อ PC-B ได้ตามปกติครับ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17</a:t>
            </a:r>
            <a:endParaRPr/>
          </a:p>
        </p:txBody>
      </p:sp>
      <p:sp>
        <p:nvSpPr>
          <p:cNvPr id="1438" name="Google Shape;1438;p17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439" name="Google Shape;1439;p17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1" name="Shape 1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2" name="Google Shape;1532;p18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533" name="Google Shape;1533;p18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534" name="Google Shape;1534;p18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5" name="Google Shape;1535;p18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ต่อไปเป็น Troubleshooting Scenario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เราจะจำลองปัญหาโดยปิด Interface ระหว่าง Edge-1 กับ ISP ทำให้ Underlay ใช้งานไม่ได้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จากนั้นจะตรวจสอบด้วย show ip interface brief, ทดสอบ Underlay และ Overlay ก่อนแก้ด้วย no shutdown แล้ว Verify ระบบอีกครั้งครับ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ต่อไปขอเปิดคลิป Troubleshooting ครับ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[เปิดคลิป 2]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จากคลิปจะเห็นว่าเมื่อ Underlay ล้มเหลว Overlay ก็ไม่สามารถส่ง Traffic ได้ เมื่อเราหาสาเหตุและเปิด Interface กลับ ระบบทั้ง Underlay, Overlay และ End-to-End Communication ก็กลับมาทำงานได้ตามปกติครับ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ต่อไปจะเป็นการเปรียบเทียบและแนวโน้มในอนาคต ขอส่งต่อให้คนที่ 6 ครับ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18</a:t>
            </a:r>
            <a:endParaRPr/>
          </a:p>
        </p:txBody>
      </p:sp>
      <p:sp>
        <p:nvSpPr>
          <p:cNvPr id="1536" name="Google Shape;1536;p18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537" name="Google Shape;1537;p18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1" name="Shape 1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2" name="Google Shape;1622;p19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623" name="Google Shape;1623;p19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624" name="Google Shape;1624;p19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5" name="Google Shape;1625;p19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ต่อไปเป็นการเปรียบเทียบ Traditional Network กับ Fabric Network ครับ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Traditional Network มักต้อง Configuration ทีละ Device ในขณะที่ Fabric Network รองรับ Centralized Automation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Traditional Network ใช้ Physical Network เป็นหลัก แต่ Fabric จะแบ่งเป็น Underlay และ Overlay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ด้าน Segmentation แบบเดิมใช้ VLAN และ ACL ส่วน Fabric สามารถใช้ Virtual Network, SGT และ Policy ได้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รวมถึงสามารถบริหารจาก Controller ส่วนกลางและรองรับ Network ขนาดใหญ่ได้ง่ายขึ้นครับ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19</a:t>
            </a:r>
            <a:endParaRPr/>
          </a:p>
        </p:txBody>
      </p:sp>
      <p:sp>
        <p:nvSpPr>
          <p:cNvPr id="1626" name="Google Shape;1626;p19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627" name="Google Shape;1627;p19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4" name="Shape 1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5" name="Google Shape;1725;p20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726" name="Google Shape;1726;p20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727" name="Google Shape;1727;p20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8" name="Google Shape;1728;p20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สำหรับแนวโน้มในอนาคต Fabric Technologies จะมี Automation มากขึ้น เพื่อลด Manual Configuration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มีการใช้ AI, Telemetry และ Analytics มาช่วยตรวจจับปัญหาและวิเคราะห์ Root Cause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ด้าน Security จะเน้นแนวคิด Zero Trust และการใช้ Identity กับ Context มากขึ้น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รวมถึงการเชื่อม Campus, Branch, Data Center และ Multi-Cloud และการเลือกเส้นทางตามความต้องการของ Application ครับ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</a:t>
            </a:r>
            <a:endParaRPr/>
          </a:p>
        </p:txBody>
      </p:sp>
      <p:sp>
        <p:nvSpPr>
          <p:cNvPr id="1729" name="Google Shape;1729;p20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730" name="Google Shape;1730;p20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7" name="Shape 1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8" name="Google Shape;1798;p2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799" name="Google Shape;1799;p2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800" name="Google Shape;1800;p21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1" name="Google Shape;1801;p2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สรุป Fabric Technologies คือแนวคิดการสร้าง Overlay Network บน Underlay Network เพื่อให้การบริหาร Network มีความยืดหยุ่นและรองรับ Automation, Segmentation และ Security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หัวข้อหลักแบ่งเป็น 2 ส่วน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ส่วนแรกคือ SD-Access สำหรับ Network ภายใน Campus โดยมี LISP เป็น Control Plane, VXLAN เป็น Data Plane และ Cisco TrustSec เป็น Policy Plane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ส่วนที่สองคือ SD-WAN สำหรับเชื่อม Network ระหว่าง Site โดยมี SD-WAN Manager, Controller, Validator และ WAN Edge เป็นองค์ประกอบสำคัญครับ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21</a:t>
            </a:r>
            <a:endParaRPr/>
          </a:p>
        </p:txBody>
      </p:sp>
      <p:sp>
        <p:nvSpPr>
          <p:cNvPr id="1802" name="Google Shape;1802;p2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803" name="Google Shape;1803;p2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6" name="Shape 1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7" name="Google Shape;1877;p2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878" name="Google Shape;1878;p2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879" name="Google Shape;1879;p22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0" name="Google Shape;1880;p2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ทั้งหมดนี้คือการนำเสนอเรื่อง Fabric Technologies ของกลุ่มพวกเราครับ ขอบคุณครับ และยินดีตอบคำถามครับ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22</a:t>
            </a:r>
            <a:endParaRPr/>
          </a:p>
        </p:txBody>
      </p:sp>
      <p:sp>
        <p:nvSpPr>
          <p:cNvPr id="1881" name="Google Shape;1881;p22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882" name="Google Shape;1882;p22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2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2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C2E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" name="Google Shape;92;p1"/>
          <p:cNvCxnSpPr/>
          <p:nvPr/>
        </p:nvCxnSpPr>
        <p:spPr>
          <a:xfrm rot="2101140">
            <a:off x="12702407" y="2669858"/>
            <a:ext cx="1958597" cy="0"/>
          </a:xfrm>
          <a:prstGeom prst="straightConnector1">
            <a:avLst/>
          </a:prstGeom>
          <a:noFill/>
          <a:ln cap="rnd" cmpd="sng" w="9525">
            <a:solidFill>
              <a:srgbClr val="355B7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3" name="Google Shape;93;p1"/>
          <p:cNvCxnSpPr/>
          <p:nvPr/>
        </p:nvCxnSpPr>
        <p:spPr>
          <a:xfrm rot="52680">
            <a:off x="14456940" y="3218498"/>
            <a:ext cx="1741370" cy="0"/>
          </a:xfrm>
          <a:prstGeom prst="straightConnector1">
            <a:avLst/>
          </a:prstGeom>
          <a:noFill/>
          <a:ln cap="rnd" cmpd="sng" w="9525">
            <a:solidFill>
              <a:srgbClr val="355B7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" name="Google Shape;94;p1"/>
          <p:cNvCxnSpPr/>
          <p:nvPr/>
        </p:nvCxnSpPr>
        <p:spPr>
          <a:xfrm rot="4246380">
            <a:off x="11944693" y="3424238"/>
            <a:ext cx="2788234" cy="0"/>
          </a:xfrm>
          <a:prstGeom prst="straightConnector1">
            <a:avLst/>
          </a:prstGeom>
          <a:noFill/>
          <a:ln cap="rnd" cmpd="sng" w="9525">
            <a:solidFill>
              <a:srgbClr val="355B7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" name="Google Shape;95;p1"/>
          <p:cNvCxnSpPr/>
          <p:nvPr/>
        </p:nvCxnSpPr>
        <p:spPr>
          <a:xfrm rot="5340300">
            <a:off x="13702551" y="3972878"/>
            <a:ext cx="1535659" cy="0"/>
          </a:xfrm>
          <a:prstGeom prst="straightConnector1">
            <a:avLst/>
          </a:prstGeom>
          <a:noFill/>
          <a:ln cap="rnd" cmpd="sng" w="9525">
            <a:solidFill>
              <a:srgbClr val="355B7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6" name="Google Shape;96;p1"/>
          <p:cNvCxnSpPr/>
          <p:nvPr/>
        </p:nvCxnSpPr>
        <p:spPr>
          <a:xfrm rot="5368440">
            <a:off x="14731308" y="3561397"/>
            <a:ext cx="2907154" cy="0"/>
          </a:xfrm>
          <a:prstGeom prst="straightConnector1">
            <a:avLst/>
          </a:prstGeom>
          <a:noFill/>
          <a:ln cap="rnd" cmpd="sng" w="9525">
            <a:solidFill>
              <a:srgbClr val="355B7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7" name="Google Shape;97;p1"/>
          <p:cNvCxnSpPr/>
          <p:nvPr/>
        </p:nvCxnSpPr>
        <p:spPr>
          <a:xfrm rot="493080">
            <a:off x="13760434" y="4864418"/>
            <a:ext cx="2105692" cy="0"/>
          </a:xfrm>
          <a:prstGeom prst="straightConnector1">
            <a:avLst/>
          </a:prstGeom>
          <a:noFill/>
          <a:ln cap="rnd" cmpd="sng" w="9525">
            <a:solidFill>
              <a:srgbClr val="355B7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" name="Google Shape;98;p1"/>
          <p:cNvCxnSpPr/>
          <p:nvPr/>
        </p:nvCxnSpPr>
        <p:spPr>
          <a:xfrm rot="5340300">
            <a:off x="13016751" y="5481638"/>
            <a:ext cx="1535659" cy="0"/>
          </a:xfrm>
          <a:prstGeom prst="straightConnector1">
            <a:avLst/>
          </a:prstGeom>
          <a:noFill/>
          <a:ln cap="rnd" cmpd="sng" w="9525">
            <a:solidFill>
              <a:srgbClr val="355B7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" name="Google Shape;99;p1"/>
          <p:cNvCxnSpPr/>
          <p:nvPr/>
        </p:nvCxnSpPr>
        <p:spPr>
          <a:xfrm rot="4553760">
            <a:off x="12878410" y="5858828"/>
            <a:ext cx="2360981" cy="0"/>
          </a:xfrm>
          <a:prstGeom prst="straightConnector1">
            <a:avLst/>
          </a:prstGeom>
          <a:noFill/>
          <a:ln cap="rnd" cmpd="sng" w="9525">
            <a:solidFill>
              <a:srgbClr val="355B7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1"/>
          <p:cNvCxnSpPr/>
          <p:nvPr/>
        </p:nvCxnSpPr>
        <p:spPr>
          <a:xfrm rot="4348080">
            <a:off x="15240933" y="5790247"/>
            <a:ext cx="1682153" cy="0"/>
          </a:xfrm>
          <a:prstGeom prst="straightConnector1">
            <a:avLst/>
          </a:prstGeom>
          <a:noFill/>
          <a:ln cap="rnd" cmpd="sng" w="9525">
            <a:solidFill>
              <a:srgbClr val="355B7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1"/>
          <p:cNvCxnSpPr/>
          <p:nvPr/>
        </p:nvCxnSpPr>
        <p:spPr>
          <a:xfrm rot="45480">
            <a:off x="14319799" y="6990397"/>
            <a:ext cx="2015671" cy="0"/>
          </a:xfrm>
          <a:prstGeom prst="straightConnector1">
            <a:avLst/>
          </a:prstGeom>
          <a:noFill/>
          <a:ln cap="rnd" cmpd="sng" w="9525">
            <a:solidFill>
              <a:srgbClr val="355B7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1"/>
          <p:cNvCxnSpPr/>
          <p:nvPr/>
        </p:nvCxnSpPr>
        <p:spPr>
          <a:xfrm rot="1311540">
            <a:off x="12324236" y="6613207"/>
            <a:ext cx="2097738" cy="0"/>
          </a:xfrm>
          <a:prstGeom prst="straightConnector1">
            <a:avLst/>
          </a:prstGeom>
          <a:noFill/>
          <a:ln cap="rnd" cmpd="sng" w="9525">
            <a:solidFill>
              <a:srgbClr val="355B7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1"/>
          <p:cNvSpPr/>
          <p:nvPr/>
        </p:nvSpPr>
        <p:spPr>
          <a:xfrm>
            <a:off x="12739497" y="1972437"/>
            <a:ext cx="307086" cy="307086"/>
          </a:xfrm>
          <a:custGeom>
            <a:rect b="b" l="l" r="r" t="t"/>
            <a:pathLst>
              <a:path extrusionOk="0" h="409448" w="409448">
                <a:moveTo>
                  <a:pt x="0" y="204724"/>
                </a:moveTo>
                <a:cubicBezTo>
                  <a:pt x="0" y="91694"/>
                  <a:pt x="91694" y="0"/>
                  <a:pt x="204724" y="0"/>
                </a:cubicBezTo>
                <a:cubicBezTo>
                  <a:pt x="317754" y="0"/>
                  <a:pt x="409448" y="91694"/>
                  <a:pt x="409448" y="204724"/>
                </a:cubicBezTo>
                <a:cubicBezTo>
                  <a:pt x="409448" y="317754"/>
                  <a:pt x="317754" y="409448"/>
                  <a:pt x="204724" y="409448"/>
                </a:cubicBezTo>
                <a:cubicBezTo>
                  <a:pt x="91694" y="409448"/>
                  <a:pt x="0" y="317754"/>
                  <a:pt x="0" y="204724"/>
                </a:cubicBezTo>
                <a:close/>
              </a:path>
            </a:pathLst>
          </a:custGeom>
          <a:solidFill>
            <a:srgbClr val="1FA7C8"/>
          </a:solidFill>
          <a:ln cap="sq" cmpd="sng" w="19050">
            <a:solidFill>
              <a:srgbClr val="1FA7C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"/>
          <p:cNvSpPr/>
          <p:nvPr/>
        </p:nvSpPr>
        <p:spPr>
          <a:xfrm>
            <a:off x="14316837" y="3069717"/>
            <a:ext cx="307086" cy="307086"/>
          </a:xfrm>
          <a:custGeom>
            <a:rect b="b" l="l" r="r" t="t"/>
            <a:pathLst>
              <a:path extrusionOk="0" h="409448" w="409448">
                <a:moveTo>
                  <a:pt x="0" y="204724"/>
                </a:moveTo>
                <a:cubicBezTo>
                  <a:pt x="0" y="91694"/>
                  <a:pt x="91694" y="0"/>
                  <a:pt x="204724" y="0"/>
                </a:cubicBezTo>
                <a:cubicBezTo>
                  <a:pt x="317754" y="0"/>
                  <a:pt x="409448" y="91694"/>
                  <a:pt x="409448" y="204724"/>
                </a:cubicBezTo>
                <a:cubicBezTo>
                  <a:pt x="409448" y="317754"/>
                  <a:pt x="317754" y="409448"/>
                  <a:pt x="204724" y="409448"/>
                </a:cubicBezTo>
                <a:cubicBezTo>
                  <a:pt x="91694" y="409448"/>
                  <a:pt x="0" y="317754"/>
                  <a:pt x="0" y="204724"/>
                </a:cubicBezTo>
                <a:close/>
              </a:path>
            </a:pathLst>
          </a:custGeom>
          <a:solidFill>
            <a:srgbClr val="1D6FA5"/>
          </a:solidFill>
          <a:ln cap="sq" cmpd="sng" w="19050">
            <a:solidFill>
              <a:srgbClr val="1FA7C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"/>
          <p:cNvSpPr/>
          <p:nvPr/>
        </p:nvSpPr>
        <p:spPr>
          <a:xfrm>
            <a:off x="16031337" y="1972437"/>
            <a:ext cx="307086" cy="307086"/>
          </a:xfrm>
          <a:custGeom>
            <a:rect b="b" l="l" r="r" t="t"/>
            <a:pathLst>
              <a:path extrusionOk="0" h="409448" w="409448">
                <a:moveTo>
                  <a:pt x="0" y="204724"/>
                </a:moveTo>
                <a:cubicBezTo>
                  <a:pt x="0" y="91694"/>
                  <a:pt x="91694" y="0"/>
                  <a:pt x="204724" y="0"/>
                </a:cubicBezTo>
                <a:cubicBezTo>
                  <a:pt x="317754" y="0"/>
                  <a:pt x="409448" y="91694"/>
                  <a:pt x="409448" y="204724"/>
                </a:cubicBezTo>
                <a:cubicBezTo>
                  <a:pt x="409448" y="317754"/>
                  <a:pt x="317754" y="409448"/>
                  <a:pt x="204724" y="409448"/>
                </a:cubicBezTo>
                <a:cubicBezTo>
                  <a:pt x="91694" y="409448"/>
                  <a:pt x="0" y="317754"/>
                  <a:pt x="0" y="204724"/>
                </a:cubicBezTo>
                <a:close/>
              </a:path>
            </a:pathLst>
          </a:custGeom>
          <a:solidFill>
            <a:srgbClr val="1D6FA5"/>
          </a:solidFill>
          <a:ln cap="sq" cmpd="sng" w="19050">
            <a:solidFill>
              <a:srgbClr val="1FA7C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"/>
          <p:cNvSpPr/>
          <p:nvPr/>
        </p:nvSpPr>
        <p:spPr>
          <a:xfrm>
            <a:off x="13631037" y="4578477"/>
            <a:ext cx="307086" cy="307086"/>
          </a:xfrm>
          <a:custGeom>
            <a:rect b="b" l="l" r="r" t="t"/>
            <a:pathLst>
              <a:path extrusionOk="0" h="409448" w="409448">
                <a:moveTo>
                  <a:pt x="0" y="204724"/>
                </a:moveTo>
                <a:cubicBezTo>
                  <a:pt x="0" y="91694"/>
                  <a:pt x="91694" y="0"/>
                  <a:pt x="204724" y="0"/>
                </a:cubicBezTo>
                <a:cubicBezTo>
                  <a:pt x="317754" y="0"/>
                  <a:pt x="409448" y="91694"/>
                  <a:pt x="409448" y="204724"/>
                </a:cubicBezTo>
                <a:cubicBezTo>
                  <a:pt x="409448" y="317754"/>
                  <a:pt x="317754" y="409448"/>
                  <a:pt x="204724" y="409448"/>
                </a:cubicBezTo>
                <a:cubicBezTo>
                  <a:pt x="91694" y="409448"/>
                  <a:pt x="0" y="317754"/>
                  <a:pt x="0" y="204724"/>
                </a:cubicBezTo>
                <a:close/>
              </a:path>
            </a:pathLst>
          </a:custGeom>
          <a:solidFill>
            <a:srgbClr val="1FA7C8"/>
          </a:solidFill>
          <a:ln cap="sq" cmpd="sng" w="19050">
            <a:solidFill>
              <a:srgbClr val="1FA7C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"/>
          <p:cNvSpPr/>
          <p:nvPr/>
        </p:nvSpPr>
        <p:spPr>
          <a:xfrm>
            <a:off x="15688437" y="4852797"/>
            <a:ext cx="307086" cy="307086"/>
          </a:xfrm>
          <a:custGeom>
            <a:rect b="b" l="l" r="r" t="t"/>
            <a:pathLst>
              <a:path extrusionOk="0" h="409448" w="409448">
                <a:moveTo>
                  <a:pt x="0" y="204724"/>
                </a:moveTo>
                <a:cubicBezTo>
                  <a:pt x="0" y="91694"/>
                  <a:pt x="91694" y="0"/>
                  <a:pt x="204724" y="0"/>
                </a:cubicBezTo>
                <a:cubicBezTo>
                  <a:pt x="317754" y="0"/>
                  <a:pt x="409448" y="91694"/>
                  <a:pt x="409448" y="204724"/>
                </a:cubicBezTo>
                <a:cubicBezTo>
                  <a:pt x="409448" y="317754"/>
                  <a:pt x="317754" y="409448"/>
                  <a:pt x="204724" y="409448"/>
                </a:cubicBezTo>
                <a:cubicBezTo>
                  <a:pt x="91694" y="409448"/>
                  <a:pt x="0" y="317754"/>
                  <a:pt x="0" y="204724"/>
                </a:cubicBezTo>
                <a:close/>
              </a:path>
            </a:pathLst>
          </a:custGeom>
          <a:solidFill>
            <a:srgbClr val="1D6FA5"/>
          </a:solidFill>
          <a:ln cap="sq" cmpd="sng" w="19050">
            <a:solidFill>
              <a:srgbClr val="1FA7C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"/>
          <p:cNvSpPr/>
          <p:nvPr/>
        </p:nvSpPr>
        <p:spPr>
          <a:xfrm>
            <a:off x="12259437" y="6087237"/>
            <a:ext cx="307086" cy="307086"/>
          </a:xfrm>
          <a:custGeom>
            <a:rect b="b" l="l" r="r" t="t"/>
            <a:pathLst>
              <a:path extrusionOk="0" h="409448" w="409448">
                <a:moveTo>
                  <a:pt x="0" y="204724"/>
                </a:moveTo>
                <a:cubicBezTo>
                  <a:pt x="0" y="91694"/>
                  <a:pt x="91694" y="0"/>
                  <a:pt x="204724" y="0"/>
                </a:cubicBezTo>
                <a:cubicBezTo>
                  <a:pt x="317754" y="0"/>
                  <a:pt x="409448" y="91694"/>
                  <a:pt x="409448" y="204724"/>
                </a:cubicBezTo>
                <a:cubicBezTo>
                  <a:pt x="409448" y="317754"/>
                  <a:pt x="317754" y="409448"/>
                  <a:pt x="204724" y="409448"/>
                </a:cubicBezTo>
                <a:cubicBezTo>
                  <a:pt x="91694" y="409448"/>
                  <a:pt x="0" y="317754"/>
                  <a:pt x="0" y="204724"/>
                </a:cubicBezTo>
                <a:close/>
              </a:path>
            </a:pathLst>
          </a:custGeom>
          <a:solidFill>
            <a:srgbClr val="1D6FA5"/>
          </a:solidFill>
          <a:ln cap="sq" cmpd="sng" w="19050">
            <a:solidFill>
              <a:srgbClr val="1FA7C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"/>
          <p:cNvSpPr/>
          <p:nvPr/>
        </p:nvSpPr>
        <p:spPr>
          <a:xfrm>
            <a:off x="14179677" y="6841617"/>
            <a:ext cx="307086" cy="307086"/>
          </a:xfrm>
          <a:custGeom>
            <a:rect b="b" l="l" r="r" t="t"/>
            <a:pathLst>
              <a:path extrusionOk="0" h="409448" w="409448">
                <a:moveTo>
                  <a:pt x="0" y="204724"/>
                </a:moveTo>
                <a:cubicBezTo>
                  <a:pt x="0" y="91694"/>
                  <a:pt x="91694" y="0"/>
                  <a:pt x="204724" y="0"/>
                </a:cubicBezTo>
                <a:cubicBezTo>
                  <a:pt x="317754" y="0"/>
                  <a:pt x="409448" y="91694"/>
                  <a:pt x="409448" y="204724"/>
                </a:cubicBezTo>
                <a:cubicBezTo>
                  <a:pt x="409448" y="317754"/>
                  <a:pt x="317754" y="409448"/>
                  <a:pt x="204724" y="409448"/>
                </a:cubicBezTo>
                <a:cubicBezTo>
                  <a:pt x="91694" y="409448"/>
                  <a:pt x="0" y="317754"/>
                  <a:pt x="0" y="204724"/>
                </a:cubicBezTo>
                <a:close/>
              </a:path>
            </a:pathLst>
          </a:custGeom>
          <a:solidFill>
            <a:srgbClr val="1FA7C8"/>
          </a:solidFill>
          <a:ln cap="sq" cmpd="sng" w="19050">
            <a:solidFill>
              <a:srgbClr val="1FA7C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"/>
          <p:cNvSpPr/>
          <p:nvPr/>
        </p:nvSpPr>
        <p:spPr>
          <a:xfrm>
            <a:off x="16168497" y="6430137"/>
            <a:ext cx="307086" cy="307086"/>
          </a:xfrm>
          <a:custGeom>
            <a:rect b="b" l="l" r="r" t="t"/>
            <a:pathLst>
              <a:path extrusionOk="0" h="409448" w="409448">
                <a:moveTo>
                  <a:pt x="0" y="204724"/>
                </a:moveTo>
                <a:cubicBezTo>
                  <a:pt x="0" y="91694"/>
                  <a:pt x="91694" y="0"/>
                  <a:pt x="204724" y="0"/>
                </a:cubicBezTo>
                <a:cubicBezTo>
                  <a:pt x="317754" y="0"/>
                  <a:pt x="409448" y="91694"/>
                  <a:pt x="409448" y="204724"/>
                </a:cubicBezTo>
                <a:cubicBezTo>
                  <a:pt x="409448" y="317754"/>
                  <a:pt x="317754" y="409448"/>
                  <a:pt x="204724" y="409448"/>
                </a:cubicBezTo>
                <a:cubicBezTo>
                  <a:pt x="91694" y="409448"/>
                  <a:pt x="0" y="317754"/>
                  <a:pt x="0" y="204724"/>
                </a:cubicBezTo>
                <a:close/>
              </a:path>
            </a:pathLst>
          </a:custGeom>
          <a:solidFill>
            <a:srgbClr val="1D6FA5"/>
          </a:solidFill>
          <a:ln cap="sq" cmpd="sng" w="19050">
            <a:solidFill>
              <a:srgbClr val="1FA7C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"/>
          <p:cNvSpPr/>
          <p:nvPr/>
        </p:nvSpPr>
        <p:spPr>
          <a:xfrm>
            <a:off x="813435" y="1019175"/>
            <a:ext cx="2145030" cy="512826"/>
          </a:xfrm>
          <a:custGeom>
            <a:rect b="b" l="l" r="r" t="t"/>
            <a:pathLst>
              <a:path extrusionOk="0" h="683768" w="2860040">
                <a:moveTo>
                  <a:pt x="0" y="151892"/>
                </a:moveTo>
                <a:cubicBezTo>
                  <a:pt x="0" y="68072"/>
                  <a:pt x="68072" y="0"/>
                  <a:pt x="151892" y="0"/>
                </a:cubicBezTo>
                <a:lnTo>
                  <a:pt x="2708148" y="0"/>
                </a:lnTo>
                <a:cubicBezTo>
                  <a:pt x="2792095" y="0"/>
                  <a:pt x="2860040" y="68072"/>
                  <a:pt x="2860040" y="151892"/>
                </a:cubicBezTo>
                <a:lnTo>
                  <a:pt x="2860040" y="531876"/>
                </a:lnTo>
                <a:cubicBezTo>
                  <a:pt x="2860040" y="615823"/>
                  <a:pt x="2791968" y="683768"/>
                  <a:pt x="2708148" y="683768"/>
                </a:cubicBezTo>
                <a:lnTo>
                  <a:pt x="151892" y="683768"/>
                </a:lnTo>
                <a:cubicBezTo>
                  <a:pt x="68072" y="683768"/>
                  <a:pt x="0" y="615696"/>
                  <a:pt x="0" y="531876"/>
                </a:cubicBezTo>
                <a:close/>
              </a:path>
            </a:pathLst>
          </a:custGeom>
          <a:solidFill>
            <a:srgbClr val="1D6F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2" name="Google Shape;112;p1"/>
          <p:cNvGrpSpPr/>
          <p:nvPr/>
        </p:nvGrpSpPr>
        <p:grpSpPr>
          <a:xfrm>
            <a:off x="822960" y="1083564"/>
            <a:ext cx="2125980" cy="315468"/>
            <a:chOff x="0" y="0"/>
            <a:chExt cx="2834640" cy="420624"/>
          </a:xfrm>
        </p:grpSpPr>
        <p:sp>
          <p:nvSpPr>
            <p:cNvPr id="113" name="Google Shape;113;p1"/>
            <p:cNvSpPr/>
            <p:nvPr/>
          </p:nvSpPr>
          <p:spPr>
            <a:xfrm>
              <a:off x="0" y="0"/>
              <a:ext cx="2834640" cy="420624"/>
            </a:xfrm>
            <a:custGeom>
              <a:rect b="b" l="l" r="r" t="t"/>
              <a:pathLst>
                <a:path extrusionOk="0" h="420624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420624"/>
                  </a:lnTo>
                  <a:lnTo>
                    <a:pt x="0" y="42062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81309" l="0" r="0" t="-81309"/>
              </a:stretch>
            </a:blipFill>
            <a:ln>
              <a:noFill/>
            </a:ln>
          </p:spPr>
        </p:sp>
        <p:sp>
          <p:nvSpPr>
            <p:cNvPr id="114" name="Google Shape;114;p1"/>
            <p:cNvSpPr txBox="1"/>
            <p:nvPr/>
          </p:nvSpPr>
          <p:spPr>
            <a:xfrm>
              <a:off x="0" y="0"/>
              <a:ext cx="2834640" cy="4206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350" u="none" cap="none" strike="noStrike">
                  <a:solidFill>
                    <a:srgbClr val="FFFFFF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CHAPTER 23</a:t>
              </a:r>
              <a:endParaRPr/>
            </a:p>
          </p:txBody>
        </p:sp>
      </p:grpSp>
      <p:grpSp>
        <p:nvGrpSpPr>
          <p:cNvPr id="115" name="Google Shape;115;p1"/>
          <p:cNvGrpSpPr/>
          <p:nvPr/>
        </p:nvGrpSpPr>
        <p:grpSpPr>
          <a:xfrm>
            <a:off x="822960" y="2118836"/>
            <a:ext cx="10149840" cy="2407444"/>
            <a:chOff x="0" y="-9525"/>
            <a:chExt cx="13533120" cy="3209925"/>
          </a:xfrm>
        </p:grpSpPr>
        <p:sp>
          <p:nvSpPr>
            <p:cNvPr id="116" name="Google Shape;116;p1"/>
            <p:cNvSpPr/>
            <p:nvPr/>
          </p:nvSpPr>
          <p:spPr>
            <a:xfrm>
              <a:off x="0" y="0"/>
              <a:ext cx="13533120" cy="3200400"/>
            </a:xfrm>
            <a:custGeom>
              <a:rect b="b" l="l" r="r" t="t"/>
              <a:pathLst>
                <a:path extrusionOk="0" h="3200400" w="13533120">
                  <a:moveTo>
                    <a:pt x="0" y="0"/>
                  </a:moveTo>
                  <a:lnTo>
                    <a:pt x="13533120" y="0"/>
                  </a:lnTo>
                  <a:lnTo>
                    <a:pt x="13533120" y="3200400"/>
                  </a:lnTo>
                  <a:lnTo>
                    <a:pt x="0" y="32004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2394" l="0" r="0" t="-32394"/>
              </a:stretch>
            </a:blipFill>
            <a:ln>
              <a:noFill/>
            </a:ln>
          </p:spPr>
        </p:sp>
        <p:sp>
          <p:nvSpPr>
            <p:cNvPr id="117" name="Google Shape;117;p1"/>
            <p:cNvSpPr txBox="1"/>
            <p:nvPr/>
          </p:nvSpPr>
          <p:spPr>
            <a:xfrm>
              <a:off x="0" y="-9525"/>
              <a:ext cx="13533120" cy="32099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6000" u="none" cap="none" strike="noStrike">
                  <a:solidFill>
                    <a:srgbClr val="FFFFFF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Fabric</a:t>
              </a:r>
              <a:endParaRPr/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6000" u="none" cap="none" strike="noStrike">
                  <a:solidFill>
                    <a:srgbClr val="FFFFFF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Technologies</a:t>
              </a:r>
              <a:endParaRPr/>
            </a:p>
          </p:txBody>
        </p:sp>
      </p:grpSp>
      <p:grpSp>
        <p:nvGrpSpPr>
          <p:cNvPr id="118" name="Google Shape;118;p1"/>
          <p:cNvGrpSpPr/>
          <p:nvPr/>
        </p:nvGrpSpPr>
        <p:grpSpPr>
          <a:xfrm>
            <a:off x="891540" y="4869180"/>
            <a:ext cx="10561321" cy="617220"/>
            <a:chOff x="0" y="0"/>
            <a:chExt cx="14081761" cy="822960"/>
          </a:xfrm>
        </p:grpSpPr>
        <p:sp>
          <p:nvSpPr>
            <p:cNvPr id="119" name="Google Shape;119;p1"/>
            <p:cNvSpPr/>
            <p:nvPr/>
          </p:nvSpPr>
          <p:spPr>
            <a:xfrm>
              <a:off x="0" y="0"/>
              <a:ext cx="14081761" cy="822960"/>
            </a:xfrm>
            <a:custGeom>
              <a:rect b="b" l="l" r="r" t="t"/>
              <a:pathLst>
                <a:path extrusionOk="0" h="822960" w="14081761">
                  <a:moveTo>
                    <a:pt x="0" y="0"/>
                  </a:moveTo>
                  <a:lnTo>
                    <a:pt x="14081761" y="0"/>
                  </a:lnTo>
                  <a:lnTo>
                    <a:pt x="14081761" y="822960"/>
                  </a:lnTo>
                  <a:lnTo>
                    <a:pt x="0" y="8229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83422" l="0" r="0" t="-283422"/>
              </a:stretch>
            </a:blipFill>
            <a:ln>
              <a:noFill/>
            </a:ln>
          </p:spPr>
        </p:sp>
        <p:sp>
          <p:nvSpPr>
            <p:cNvPr id="120" name="Google Shape;120;p1"/>
            <p:cNvSpPr txBox="1"/>
            <p:nvPr/>
          </p:nvSpPr>
          <p:spPr>
            <a:xfrm>
              <a:off x="0" y="0"/>
              <a:ext cx="14081760" cy="8229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50" u="none" cap="none" strike="noStrike">
                  <a:solidFill>
                    <a:srgbClr val="CFE8F7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SD-Access • SD-WAN • Underlay / Overlay • Automation</a:t>
              </a:r>
              <a:endParaRPr/>
            </a:p>
          </p:txBody>
        </p:sp>
      </p:grpSp>
      <p:sp>
        <p:nvSpPr>
          <p:cNvPr id="121" name="Google Shape;121;p1"/>
          <p:cNvSpPr/>
          <p:nvPr/>
        </p:nvSpPr>
        <p:spPr>
          <a:xfrm>
            <a:off x="882015" y="6094095"/>
            <a:ext cx="1870710" cy="540258"/>
          </a:xfrm>
          <a:custGeom>
            <a:rect b="b" l="l" r="r" t="t"/>
            <a:pathLst>
              <a:path extrusionOk="0" h="720344" w="2494280">
                <a:moveTo>
                  <a:pt x="0" y="151638"/>
                </a:moveTo>
                <a:cubicBezTo>
                  <a:pt x="0" y="67945"/>
                  <a:pt x="67945" y="0"/>
                  <a:pt x="151638" y="0"/>
                </a:cubicBezTo>
                <a:lnTo>
                  <a:pt x="2342642" y="0"/>
                </a:lnTo>
                <a:cubicBezTo>
                  <a:pt x="2426335" y="0"/>
                  <a:pt x="2494280" y="67945"/>
                  <a:pt x="2494280" y="151638"/>
                </a:cubicBezTo>
                <a:lnTo>
                  <a:pt x="2494280" y="568706"/>
                </a:lnTo>
                <a:cubicBezTo>
                  <a:pt x="2494280" y="652399"/>
                  <a:pt x="2426335" y="720344"/>
                  <a:pt x="2342642" y="720344"/>
                </a:cubicBezTo>
                <a:lnTo>
                  <a:pt x="151638" y="720344"/>
                </a:lnTo>
                <a:cubicBezTo>
                  <a:pt x="67945" y="720344"/>
                  <a:pt x="0" y="652399"/>
                  <a:pt x="0" y="568706"/>
                </a:cubicBezTo>
                <a:close/>
              </a:path>
            </a:pathLst>
          </a:custGeom>
          <a:solidFill>
            <a:srgbClr val="173C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2" name="Google Shape;122;p1"/>
          <p:cNvGrpSpPr/>
          <p:nvPr/>
        </p:nvGrpSpPr>
        <p:grpSpPr>
          <a:xfrm>
            <a:off x="891540" y="6117336"/>
            <a:ext cx="1851660" cy="466344"/>
            <a:chOff x="0" y="0"/>
            <a:chExt cx="2468880" cy="621792"/>
          </a:xfrm>
        </p:grpSpPr>
        <p:sp>
          <p:nvSpPr>
            <p:cNvPr id="123" name="Google Shape;123;p1"/>
            <p:cNvSpPr/>
            <p:nvPr/>
          </p:nvSpPr>
          <p:spPr>
            <a:xfrm>
              <a:off x="0" y="0"/>
              <a:ext cx="2468880" cy="621792"/>
            </a:xfrm>
            <a:custGeom>
              <a:rect b="b" l="l" r="r" t="t"/>
              <a:pathLst>
                <a:path extrusionOk="0" h="621792" w="2468880">
                  <a:moveTo>
                    <a:pt x="0" y="0"/>
                  </a:moveTo>
                  <a:lnTo>
                    <a:pt x="2468880" y="0"/>
                  </a:lnTo>
                  <a:lnTo>
                    <a:pt x="2468880" y="621792"/>
                  </a:lnTo>
                  <a:lnTo>
                    <a:pt x="0" y="6217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7366" l="0" r="0" t="-27366"/>
              </a:stretch>
            </a:blipFill>
            <a:ln>
              <a:noFill/>
            </a:ln>
          </p:spPr>
        </p:sp>
        <p:sp>
          <p:nvSpPr>
            <p:cNvPr id="124" name="Google Shape;124;p1"/>
            <p:cNvSpPr txBox="1"/>
            <p:nvPr/>
          </p:nvSpPr>
          <p:spPr>
            <a:xfrm>
              <a:off x="0" y="0"/>
              <a:ext cx="2468880" cy="6217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25" u="none" cap="none" strike="noStrike">
                  <a:solidFill>
                    <a:srgbClr val="FFFFFF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SD-ACCESS</a:t>
              </a:r>
              <a:endParaRPr/>
            </a:p>
          </p:txBody>
        </p:sp>
      </p:grpSp>
      <p:sp>
        <p:nvSpPr>
          <p:cNvPr id="125" name="Google Shape;125;p1"/>
          <p:cNvSpPr/>
          <p:nvPr/>
        </p:nvSpPr>
        <p:spPr>
          <a:xfrm>
            <a:off x="2898267" y="6094095"/>
            <a:ext cx="1596390" cy="540258"/>
          </a:xfrm>
          <a:custGeom>
            <a:rect b="b" l="l" r="r" t="t"/>
            <a:pathLst>
              <a:path extrusionOk="0" h="720344" w="2128520">
                <a:moveTo>
                  <a:pt x="0" y="151638"/>
                </a:moveTo>
                <a:cubicBezTo>
                  <a:pt x="0" y="67945"/>
                  <a:pt x="67945" y="0"/>
                  <a:pt x="151638" y="0"/>
                </a:cubicBezTo>
                <a:lnTo>
                  <a:pt x="1976882" y="0"/>
                </a:lnTo>
                <a:cubicBezTo>
                  <a:pt x="2060575" y="0"/>
                  <a:pt x="2128520" y="67945"/>
                  <a:pt x="2128520" y="151638"/>
                </a:cubicBezTo>
                <a:lnTo>
                  <a:pt x="2128520" y="568706"/>
                </a:lnTo>
                <a:cubicBezTo>
                  <a:pt x="2128520" y="652399"/>
                  <a:pt x="2060575" y="720344"/>
                  <a:pt x="1976882" y="720344"/>
                </a:cubicBezTo>
                <a:lnTo>
                  <a:pt x="151638" y="720344"/>
                </a:lnTo>
                <a:cubicBezTo>
                  <a:pt x="67945" y="720344"/>
                  <a:pt x="0" y="652399"/>
                  <a:pt x="0" y="568706"/>
                </a:cubicBezTo>
                <a:close/>
              </a:path>
            </a:pathLst>
          </a:custGeom>
          <a:solidFill>
            <a:srgbClr val="164B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6" name="Google Shape;126;p1"/>
          <p:cNvGrpSpPr/>
          <p:nvPr/>
        </p:nvGrpSpPr>
        <p:grpSpPr>
          <a:xfrm>
            <a:off x="2907792" y="6117336"/>
            <a:ext cx="1577340" cy="466344"/>
            <a:chOff x="0" y="0"/>
            <a:chExt cx="2103120" cy="621792"/>
          </a:xfrm>
        </p:grpSpPr>
        <p:sp>
          <p:nvSpPr>
            <p:cNvPr id="127" name="Google Shape;127;p1"/>
            <p:cNvSpPr/>
            <p:nvPr/>
          </p:nvSpPr>
          <p:spPr>
            <a:xfrm>
              <a:off x="0" y="0"/>
              <a:ext cx="2103120" cy="621792"/>
            </a:xfrm>
            <a:custGeom>
              <a:rect b="b" l="l" r="r" t="t"/>
              <a:pathLst>
                <a:path extrusionOk="0" h="621792" w="2103120">
                  <a:moveTo>
                    <a:pt x="0" y="0"/>
                  </a:moveTo>
                  <a:lnTo>
                    <a:pt x="2103120" y="0"/>
                  </a:lnTo>
                  <a:lnTo>
                    <a:pt x="2103120" y="621792"/>
                  </a:lnTo>
                  <a:lnTo>
                    <a:pt x="0" y="6217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5906" l="0" r="0" t="-15906"/>
              </a:stretch>
            </a:blipFill>
            <a:ln>
              <a:noFill/>
            </a:ln>
          </p:spPr>
        </p:sp>
        <p:sp>
          <p:nvSpPr>
            <p:cNvPr id="128" name="Google Shape;128;p1"/>
            <p:cNvSpPr txBox="1"/>
            <p:nvPr/>
          </p:nvSpPr>
          <p:spPr>
            <a:xfrm>
              <a:off x="0" y="0"/>
              <a:ext cx="2103120" cy="6217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25" u="none" cap="none" strike="noStrike">
                  <a:solidFill>
                    <a:srgbClr val="FFFFFF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SD-WAN</a:t>
              </a:r>
              <a:endParaRPr/>
            </a:p>
          </p:txBody>
        </p:sp>
      </p:grpSp>
      <p:sp>
        <p:nvSpPr>
          <p:cNvPr id="129" name="Google Shape;129;p1"/>
          <p:cNvSpPr/>
          <p:nvPr/>
        </p:nvSpPr>
        <p:spPr>
          <a:xfrm>
            <a:off x="4653915" y="6094095"/>
            <a:ext cx="1760982" cy="540258"/>
          </a:xfrm>
          <a:custGeom>
            <a:rect b="b" l="l" r="r" t="t"/>
            <a:pathLst>
              <a:path extrusionOk="0" h="720344" w="2347976">
                <a:moveTo>
                  <a:pt x="0" y="151638"/>
                </a:moveTo>
                <a:cubicBezTo>
                  <a:pt x="0" y="67945"/>
                  <a:pt x="67945" y="0"/>
                  <a:pt x="151638" y="0"/>
                </a:cubicBezTo>
                <a:lnTo>
                  <a:pt x="2196338" y="0"/>
                </a:lnTo>
                <a:cubicBezTo>
                  <a:pt x="2280031" y="0"/>
                  <a:pt x="2347976" y="67945"/>
                  <a:pt x="2347976" y="151638"/>
                </a:cubicBezTo>
                <a:lnTo>
                  <a:pt x="2347976" y="568706"/>
                </a:lnTo>
                <a:cubicBezTo>
                  <a:pt x="2347976" y="652399"/>
                  <a:pt x="2280031" y="720344"/>
                  <a:pt x="2196338" y="720344"/>
                </a:cubicBezTo>
                <a:lnTo>
                  <a:pt x="151638" y="720344"/>
                </a:lnTo>
                <a:cubicBezTo>
                  <a:pt x="67945" y="720344"/>
                  <a:pt x="0" y="652399"/>
                  <a:pt x="0" y="568706"/>
                </a:cubicBezTo>
                <a:close/>
              </a:path>
            </a:pathLst>
          </a:custGeom>
          <a:solidFill>
            <a:srgbClr val="173C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0" name="Google Shape;130;p1"/>
          <p:cNvGrpSpPr/>
          <p:nvPr/>
        </p:nvGrpSpPr>
        <p:grpSpPr>
          <a:xfrm>
            <a:off x="4663440" y="6117336"/>
            <a:ext cx="1741932" cy="466344"/>
            <a:chOff x="0" y="0"/>
            <a:chExt cx="2322576" cy="621792"/>
          </a:xfrm>
        </p:grpSpPr>
        <p:sp>
          <p:nvSpPr>
            <p:cNvPr id="131" name="Google Shape;131;p1"/>
            <p:cNvSpPr/>
            <p:nvPr/>
          </p:nvSpPr>
          <p:spPr>
            <a:xfrm>
              <a:off x="0" y="0"/>
              <a:ext cx="2322576" cy="621792"/>
            </a:xfrm>
            <a:custGeom>
              <a:rect b="b" l="l" r="r" t="t"/>
              <a:pathLst>
                <a:path extrusionOk="0" h="621792" w="2322576">
                  <a:moveTo>
                    <a:pt x="0" y="0"/>
                  </a:moveTo>
                  <a:lnTo>
                    <a:pt x="2322576" y="0"/>
                  </a:lnTo>
                  <a:lnTo>
                    <a:pt x="2322576" y="621792"/>
                  </a:lnTo>
                  <a:lnTo>
                    <a:pt x="0" y="6217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2782" l="0" r="0" t="-22782"/>
              </a:stretch>
            </a:blipFill>
            <a:ln>
              <a:noFill/>
            </a:ln>
          </p:spPr>
        </p:sp>
        <p:sp>
          <p:nvSpPr>
            <p:cNvPr id="132" name="Google Shape;132;p1"/>
            <p:cNvSpPr txBox="1"/>
            <p:nvPr/>
          </p:nvSpPr>
          <p:spPr>
            <a:xfrm>
              <a:off x="0" y="0"/>
              <a:ext cx="2322576" cy="6217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25" u="none" cap="none" strike="noStrike">
                  <a:solidFill>
                    <a:srgbClr val="FFFFFF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UNDERLAY</a:t>
              </a:r>
              <a:endParaRPr/>
            </a:p>
          </p:txBody>
        </p:sp>
      </p:grpSp>
      <p:sp>
        <p:nvSpPr>
          <p:cNvPr id="133" name="Google Shape;133;p1"/>
          <p:cNvSpPr/>
          <p:nvPr/>
        </p:nvSpPr>
        <p:spPr>
          <a:xfrm>
            <a:off x="6601587" y="6094095"/>
            <a:ext cx="1568958" cy="540258"/>
          </a:xfrm>
          <a:custGeom>
            <a:rect b="b" l="l" r="r" t="t"/>
            <a:pathLst>
              <a:path extrusionOk="0" h="720344" w="2091944">
                <a:moveTo>
                  <a:pt x="0" y="151638"/>
                </a:moveTo>
                <a:cubicBezTo>
                  <a:pt x="0" y="67945"/>
                  <a:pt x="67945" y="0"/>
                  <a:pt x="151638" y="0"/>
                </a:cubicBezTo>
                <a:lnTo>
                  <a:pt x="1940306" y="0"/>
                </a:lnTo>
                <a:cubicBezTo>
                  <a:pt x="2023999" y="0"/>
                  <a:pt x="2091944" y="67945"/>
                  <a:pt x="2091944" y="151638"/>
                </a:cubicBezTo>
                <a:lnTo>
                  <a:pt x="2091944" y="568706"/>
                </a:lnTo>
                <a:cubicBezTo>
                  <a:pt x="2091944" y="652399"/>
                  <a:pt x="2023999" y="720344"/>
                  <a:pt x="1940306" y="720344"/>
                </a:cubicBezTo>
                <a:lnTo>
                  <a:pt x="151638" y="720344"/>
                </a:lnTo>
                <a:cubicBezTo>
                  <a:pt x="67945" y="720344"/>
                  <a:pt x="0" y="652399"/>
                  <a:pt x="0" y="568706"/>
                </a:cubicBezTo>
                <a:close/>
              </a:path>
            </a:pathLst>
          </a:custGeom>
          <a:solidFill>
            <a:srgbClr val="164B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4" name="Google Shape;134;p1"/>
          <p:cNvGrpSpPr/>
          <p:nvPr/>
        </p:nvGrpSpPr>
        <p:grpSpPr>
          <a:xfrm>
            <a:off x="6611112" y="6117336"/>
            <a:ext cx="1549908" cy="466344"/>
            <a:chOff x="0" y="0"/>
            <a:chExt cx="2066544" cy="621792"/>
          </a:xfrm>
        </p:grpSpPr>
        <p:sp>
          <p:nvSpPr>
            <p:cNvPr id="135" name="Google Shape;135;p1"/>
            <p:cNvSpPr/>
            <p:nvPr/>
          </p:nvSpPr>
          <p:spPr>
            <a:xfrm>
              <a:off x="0" y="0"/>
              <a:ext cx="2066544" cy="621792"/>
            </a:xfrm>
            <a:custGeom>
              <a:rect b="b" l="l" r="r" t="t"/>
              <a:pathLst>
                <a:path extrusionOk="0" h="621792" w="2066544">
                  <a:moveTo>
                    <a:pt x="0" y="0"/>
                  </a:moveTo>
                  <a:lnTo>
                    <a:pt x="2066544" y="0"/>
                  </a:lnTo>
                  <a:lnTo>
                    <a:pt x="2066544" y="621792"/>
                  </a:lnTo>
                  <a:lnTo>
                    <a:pt x="0" y="6217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4758" l="0" r="0" t="-14758"/>
              </a:stretch>
            </a:blipFill>
            <a:ln>
              <a:noFill/>
            </a:ln>
          </p:spPr>
        </p:sp>
        <p:sp>
          <p:nvSpPr>
            <p:cNvPr id="136" name="Google Shape;136;p1"/>
            <p:cNvSpPr txBox="1"/>
            <p:nvPr/>
          </p:nvSpPr>
          <p:spPr>
            <a:xfrm>
              <a:off x="0" y="0"/>
              <a:ext cx="2066544" cy="6217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25" u="none" cap="none" strike="noStrike">
                  <a:solidFill>
                    <a:srgbClr val="FFFFFF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OVERLAY</a:t>
              </a:r>
              <a:endParaRPr/>
            </a:p>
          </p:txBody>
        </p:sp>
      </p:grpSp>
      <p:grpSp>
        <p:nvGrpSpPr>
          <p:cNvPr id="137" name="Google Shape;137;p1"/>
          <p:cNvGrpSpPr/>
          <p:nvPr/>
        </p:nvGrpSpPr>
        <p:grpSpPr>
          <a:xfrm>
            <a:off x="891540" y="8983980"/>
            <a:ext cx="2743200" cy="342900"/>
            <a:chOff x="0" y="0"/>
            <a:chExt cx="3657600" cy="457200"/>
          </a:xfrm>
        </p:grpSpPr>
        <p:sp>
          <p:nvSpPr>
            <p:cNvPr id="138" name="Google Shape;138;p1"/>
            <p:cNvSpPr/>
            <p:nvPr/>
          </p:nvSpPr>
          <p:spPr>
            <a:xfrm>
              <a:off x="0" y="0"/>
              <a:ext cx="3657600" cy="457200"/>
            </a:xfrm>
            <a:custGeom>
              <a:rect b="b" l="l" r="r" t="t"/>
              <a:pathLst>
                <a:path extrusionOk="0" h="4572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05880" l="0" r="0" t="-105880"/>
              </a:stretch>
            </a:blipFill>
            <a:ln>
              <a:noFill/>
            </a:ln>
          </p:spPr>
        </p:sp>
        <p:sp>
          <p:nvSpPr>
            <p:cNvPr id="139" name="Google Shape;139;p1"/>
            <p:cNvSpPr txBox="1"/>
            <p:nvPr/>
          </p:nvSpPr>
          <p:spPr>
            <a:xfrm>
              <a:off x="0" y="0"/>
              <a:ext cx="36576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350" u="none" cap="none" strike="noStrike">
                  <a:solidFill>
                    <a:srgbClr val="7FBFD8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GROUP 5</a:t>
              </a:r>
              <a:endParaRPr/>
            </a:p>
          </p:txBody>
        </p:sp>
      </p:grpSp>
      <p:grpSp>
        <p:nvGrpSpPr>
          <p:cNvPr id="140" name="Google Shape;140;p1"/>
          <p:cNvGrpSpPr/>
          <p:nvPr/>
        </p:nvGrpSpPr>
        <p:grpSpPr>
          <a:xfrm>
            <a:off x="10767060" y="8153876"/>
            <a:ext cx="5966460" cy="898684"/>
            <a:chOff x="0" y="-9525"/>
            <a:chExt cx="7955280" cy="1198245"/>
          </a:xfrm>
        </p:grpSpPr>
        <p:sp>
          <p:nvSpPr>
            <p:cNvPr id="141" name="Google Shape;141;p1"/>
            <p:cNvSpPr/>
            <p:nvPr/>
          </p:nvSpPr>
          <p:spPr>
            <a:xfrm>
              <a:off x="0" y="0"/>
              <a:ext cx="7955280" cy="1188720"/>
            </a:xfrm>
            <a:custGeom>
              <a:rect b="b" l="l" r="r" t="t"/>
              <a:pathLst>
                <a:path extrusionOk="0" h="1188720" w="7955280">
                  <a:moveTo>
                    <a:pt x="0" y="0"/>
                  </a:moveTo>
                  <a:lnTo>
                    <a:pt x="7955280" y="0"/>
                  </a:lnTo>
                  <a:lnTo>
                    <a:pt x="7955280" y="1188720"/>
                  </a:lnTo>
                  <a:lnTo>
                    <a:pt x="0" y="11887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80398" l="0" r="0" t="-80398"/>
              </a:stretch>
            </a:blipFill>
            <a:ln>
              <a:noFill/>
            </a:ln>
          </p:spPr>
        </p:sp>
        <p:sp>
          <p:nvSpPr>
            <p:cNvPr id="142" name="Google Shape;142;p1"/>
            <p:cNvSpPr txBox="1"/>
            <p:nvPr/>
          </p:nvSpPr>
          <p:spPr>
            <a:xfrm>
              <a:off x="0" y="-9525"/>
              <a:ext cx="7955280" cy="11982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950" u="none" cap="none" strike="noStrike">
                  <a:solidFill>
                    <a:srgbClr val="FFFFFF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Fabric Network = Physical Underlay + Virtual Overlay</a:t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9FC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1" name="Google Shape;151;p2"/>
          <p:cNvCxnSpPr/>
          <p:nvPr/>
        </p:nvCxnSpPr>
        <p:spPr>
          <a:xfrm rot="3840">
            <a:off x="607685" y="9802178"/>
            <a:ext cx="17026900" cy="0"/>
          </a:xfrm>
          <a:prstGeom prst="straightConnector1">
            <a:avLst/>
          </a:prstGeom>
          <a:noFill/>
          <a:ln cap="rnd" cmpd="sng" w="9525">
            <a:solidFill>
              <a:srgbClr val="D6E0EA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52" name="Google Shape;152;p2"/>
          <p:cNvGrpSpPr/>
          <p:nvPr/>
        </p:nvGrpSpPr>
        <p:grpSpPr>
          <a:xfrm>
            <a:off x="754380" y="9868376"/>
            <a:ext cx="11658600" cy="254032"/>
            <a:chOff x="0" y="-9525"/>
            <a:chExt cx="15544800" cy="338709"/>
          </a:xfrm>
        </p:grpSpPr>
        <p:sp>
          <p:nvSpPr>
            <p:cNvPr id="153" name="Google Shape;153;p2"/>
            <p:cNvSpPr/>
            <p:nvPr/>
          </p:nvSpPr>
          <p:spPr>
            <a:xfrm>
              <a:off x="0" y="0"/>
              <a:ext cx="15544800" cy="329184"/>
            </a:xfrm>
            <a:custGeom>
              <a:rect b="b" l="l" r="r" t="t"/>
              <a:pathLst>
                <a:path extrusionOk="0" h="329184" w="15544800">
                  <a:moveTo>
                    <a:pt x="0" y="0"/>
                  </a:moveTo>
                  <a:lnTo>
                    <a:pt x="15544800" y="0"/>
                  </a:lnTo>
                  <a:lnTo>
                    <a:pt x="15544800" y="329184"/>
                  </a:lnTo>
                  <a:lnTo>
                    <a:pt x="0" y="32918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870132" l="0" r="0" t="-870132"/>
              </a:stretch>
            </a:blipFill>
            <a:ln>
              <a:noFill/>
            </a:ln>
          </p:spPr>
        </p:sp>
        <p:sp>
          <p:nvSpPr>
            <p:cNvPr id="154" name="Google Shape;154;p2"/>
            <p:cNvSpPr txBox="1"/>
            <p:nvPr/>
          </p:nvSpPr>
          <p:spPr>
            <a:xfrm>
              <a:off x="0" y="-9525"/>
              <a:ext cx="15544800" cy="3387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5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FABRIC TECHNOLOGIES  •  CCNP ENTERPRISE / CHAPTER 23</a:t>
              </a:r>
              <a:endParaRPr/>
            </a:p>
          </p:txBody>
        </p:sp>
      </p:grpSp>
      <p:grpSp>
        <p:nvGrpSpPr>
          <p:cNvPr id="155" name="Google Shape;155;p2"/>
          <p:cNvGrpSpPr/>
          <p:nvPr/>
        </p:nvGrpSpPr>
        <p:grpSpPr>
          <a:xfrm>
            <a:off x="822960" y="480060"/>
            <a:ext cx="6172200" cy="301752"/>
            <a:chOff x="0" y="0"/>
            <a:chExt cx="8229600" cy="402336"/>
          </a:xfrm>
        </p:grpSpPr>
        <p:sp>
          <p:nvSpPr>
            <p:cNvPr id="156" name="Google Shape;156;p2"/>
            <p:cNvSpPr/>
            <p:nvPr/>
          </p:nvSpPr>
          <p:spPr>
            <a:xfrm>
              <a:off x="0" y="0"/>
              <a:ext cx="8229600" cy="402336"/>
            </a:xfrm>
            <a:custGeom>
              <a:rect b="b" l="l" r="r" t="t"/>
              <a:pathLst>
                <a:path extrusionOk="0" h="402336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402336"/>
                  </a:lnTo>
                  <a:lnTo>
                    <a:pt x="0" y="40233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48534" l="0" r="0" t="-348534"/>
              </a:stretch>
            </a:blipFill>
            <a:ln>
              <a:noFill/>
            </a:ln>
          </p:spPr>
        </p:sp>
        <p:sp>
          <p:nvSpPr>
            <p:cNvPr id="157" name="Google Shape;157;p2"/>
            <p:cNvSpPr txBox="1"/>
            <p:nvPr/>
          </p:nvSpPr>
          <p:spPr>
            <a:xfrm>
              <a:off x="0" y="0"/>
              <a:ext cx="8229600" cy="4023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75" u="none" cap="none" strike="noStrike">
                  <a:solidFill>
                    <a:srgbClr val="1FA7C8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01 / FOUNDATION</a:t>
              </a:r>
              <a:endParaRPr/>
            </a:p>
          </p:txBody>
        </p:sp>
      </p:grpSp>
      <p:grpSp>
        <p:nvGrpSpPr>
          <p:cNvPr id="158" name="Google Shape;158;p2"/>
          <p:cNvGrpSpPr/>
          <p:nvPr/>
        </p:nvGrpSpPr>
        <p:grpSpPr>
          <a:xfrm>
            <a:off x="822960" y="884396"/>
            <a:ext cx="16322040" cy="761524"/>
            <a:chOff x="0" y="-9525"/>
            <a:chExt cx="21762720" cy="1015365"/>
          </a:xfrm>
        </p:grpSpPr>
        <p:sp>
          <p:nvSpPr>
            <p:cNvPr id="159" name="Google Shape;159;p2"/>
            <p:cNvSpPr/>
            <p:nvPr/>
          </p:nvSpPr>
          <p:spPr>
            <a:xfrm>
              <a:off x="0" y="0"/>
              <a:ext cx="21762720" cy="1005840"/>
            </a:xfrm>
            <a:custGeom>
              <a:rect b="b" l="l" r="r" t="t"/>
              <a:pathLst>
                <a:path extrusionOk="0" h="100584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005840"/>
                  </a:lnTo>
                  <a:lnTo>
                    <a:pt x="0" y="10058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71585" l="0" r="0" t="-371585"/>
              </a:stretch>
            </a:blipFill>
            <a:ln>
              <a:noFill/>
            </a:ln>
          </p:spPr>
        </p:sp>
        <p:sp>
          <p:nvSpPr>
            <p:cNvPr id="160" name="Google Shape;160;p2"/>
            <p:cNvSpPr txBox="1"/>
            <p:nvPr/>
          </p:nvSpPr>
          <p:spPr>
            <a:xfrm>
              <a:off x="0" y="-9525"/>
              <a:ext cx="21762720" cy="10153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200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ปัญหาของ Traditional Network</a:t>
              </a:r>
              <a:endParaRPr/>
            </a:p>
          </p:txBody>
        </p:sp>
      </p:grpSp>
      <p:grpSp>
        <p:nvGrpSpPr>
          <p:cNvPr id="161" name="Google Shape;161;p2"/>
          <p:cNvGrpSpPr/>
          <p:nvPr/>
        </p:nvGrpSpPr>
        <p:grpSpPr>
          <a:xfrm>
            <a:off x="822960" y="1728216"/>
            <a:ext cx="16459200" cy="521208"/>
            <a:chOff x="0" y="0"/>
            <a:chExt cx="21945600" cy="694944"/>
          </a:xfrm>
        </p:grpSpPr>
        <p:sp>
          <p:nvSpPr>
            <p:cNvPr id="162" name="Google Shape;162;p2"/>
            <p:cNvSpPr/>
            <p:nvPr/>
          </p:nvSpPr>
          <p:spPr>
            <a:xfrm>
              <a:off x="0" y="0"/>
              <a:ext cx="21945600" cy="694944"/>
            </a:xfrm>
            <a:custGeom>
              <a:rect b="b" l="l" r="r" t="t"/>
              <a:pathLst>
                <a:path extrusionOk="0" h="69494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94944"/>
                  </a:lnTo>
                  <a:lnTo>
                    <a:pt x="0" y="69494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65309" l="0" r="0" t="-565309"/>
              </a:stretch>
            </a:blipFill>
            <a:ln>
              <a:noFill/>
            </a:ln>
          </p:spPr>
        </p:sp>
        <p:sp>
          <p:nvSpPr>
            <p:cNvPr id="163" name="Google Shape;163;p2"/>
            <p:cNvSpPr txBox="1"/>
            <p:nvPr/>
          </p:nvSpPr>
          <p:spPr>
            <a:xfrm>
              <a:off x="0" y="0"/>
              <a:ext cx="21945600" cy="6949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75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เมื่ออุปกรณ์และผู้ใช้งานเพิ่มขึ้น “การจัดการแบบ Manual” จะซับซ้อนขึ้น</a:t>
              </a:r>
              <a:endParaRPr/>
            </a:p>
          </p:txBody>
        </p:sp>
      </p:grpSp>
      <p:sp>
        <p:nvSpPr>
          <p:cNvPr id="164" name="Google Shape;164;p2"/>
          <p:cNvSpPr/>
          <p:nvPr/>
        </p:nvSpPr>
        <p:spPr>
          <a:xfrm>
            <a:off x="882015" y="2665095"/>
            <a:ext cx="7494270" cy="6122670"/>
          </a:xfrm>
          <a:custGeom>
            <a:rect b="b" l="l" r="r" t="t"/>
            <a:pathLst>
              <a:path extrusionOk="0" h="8163560" w="9992360">
                <a:moveTo>
                  <a:pt x="0" y="146812"/>
                </a:moveTo>
                <a:cubicBezTo>
                  <a:pt x="0" y="65659"/>
                  <a:pt x="65659" y="0"/>
                  <a:pt x="146812" y="0"/>
                </a:cubicBezTo>
                <a:lnTo>
                  <a:pt x="9845548" y="0"/>
                </a:lnTo>
                <a:cubicBezTo>
                  <a:pt x="9926574" y="0"/>
                  <a:pt x="9992360" y="65659"/>
                  <a:pt x="9992360" y="146812"/>
                </a:cubicBezTo>
                <a:lnTo>
                  <a:pt x="9992360" y="8016748"/>
                </a:lnTo>
                <a:cubicBezTo>
                  <a:pt x="9992360" y="8097774"/>
                  <a:pt x="9926701" y="8163560"/>
                  <a:pt x="9845548" y="8163560"/>
                </a:cubicBezTo>
                <a:lnTo>
                  <a:pt x="146812" y="8163560"/>
                </a:lnTo>
                <a:cubicBezTo>
                  <a:pt x="65659" y="8163560"/>
                  <a:pt x="0" y="8097901"/>
                  <a:pt x="0" y="8016748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D6E0E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5" name="Google Shape;165;p2"/>
          <p:cNvGrpSpPr/>
          <p:nvPr/>
        </p:nvGrpSpPr>
        <p:grpSpPr>
          <a:xfrm>
            <a:off x="1303020" y="3010376"/>
            <a:ext cx="4526280" cy="391192"/>
            <a:chOff x="0" y="-9525"/>
            <a:chExt cx="6035040" cy="521589"/>
          </a:xfrm>
        </p:grpSpPr>
        <p:sp>
          <p:nvSpPr>
            <p:cNvPr id="166" name="Google Shape;166;p2"/>
            <p:cNvSpPr/>
            <p:nvPr/>
          </p:nvSpPr>
          <p:spPr>
            <a:xfrm>
              <a:off x="0" y="0"/>
              <a:ext cx="6035040" cy="512064"/>
            </a:xfrm>
            <a:custGeom>
              <a:rect b="b" l="l" r="r" t="t"/>
              <a:pathLst>
                <a:path extrusionOk="0" h="512064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512064"/>
                  </a:lnTo>
                  <a:lnTo>
                    <a:pt x="0" y="51206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79653" l="0" r="0" t="-179653"/>
              </a:stretch>
            </a:blipFill>
            <a:ln>
              <a:noFill/>
            </a:ln>
          </p:spPr>
        </p:sp>
        <p:sp>
          <p:nvSpPr>
            <p:cNvPr id="167" name="Google Shape;167;p2"/>
            <p:cNvSpPr txBox="1"/>
            <p:nvPr/>
          </p:nvSpPr>
          <p:spPr>
            <a:xfrm>
              <a:off x="0" y="-9525"/>
              <a:ext cx="6035040" cy="5215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C85151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MANUAL CONFIGURATION</a:t>
              </a:r>
              <a:endParaRPr/>
            </a:p>
          </p:txBody>
        </p:sp>
      </p:grpSp>
      <p:grpSp>
        <p:nvGrpSpPr>
          <p:cNvPr id="168" name="Google Shape;168;p2"/>
          <p:cNvGrpSpPr/>
          <p:nvPr/>
        </p:nvGrpSpPr>
        <p:grpSpPr>
          <a:xfrm>
            <a:off x="1303020" y="3497580"/>
            <a:ext cx="3840480" cy="548640"/>
            <a:chOff x="0" y="0"/>
            <a:chExt cx="5120640" cy="731520"/>
          </a:xfrm>
        </p:grpSpPr>
        <p:sp>
          <p:nvSpPr>
            <p:cNvPr id="169" name="Google Shape;169;p2"/>
            <p:cNvSpPr/>
            <p:nvPr/>
          </p:nvSpPr>
          <p:spPr>
            <a:xfrm>
              <a:off x="0" y="0"/>
              <a:ext cx="5120640" cy="731520"/>
            </a:xfrm>
            <a:custGeom>
              <a:rect b="b" l="l" r="r" t="t"/>
              <a:pathLst>
                <a:path extrusionOk="0" h="7315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31520"/>
                  </a:lnTo>
                  <a:lnTo>
                    <a:pt x="0" y="7315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86396" l="0" r="0" t="-86396"/>
              </a:stretch>
            </a:blipFill>
            <a:ln>
              <a:noFill/>
            </a:ln>
          </p:spPr>
        </p:sp>
        <p:sp>
          <p:nvSpPr>
            <p:cNvPr id="170" name="Google Shape;170;p2"/>
            <p:cNvSpPr txBox="1"/>
            <p:nvPr/>
          </p:nvSpPr>
          <p:spPr>
            <a:xfrm>
              <a:off x="0" y="0"/>
              <a:ext cx="5120640" cy="7315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300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ตั้งค่าทีละอุปกรณ์</a:t>
              </a:r>
              <a:endParaRPr/>
            </a:p>
          </p:txBody>
        </p:sp>
      </p:grpSp>
      <p:sp>
        <p:nvSpPr>
          <p:cNvPr id="171" name="Google Shape;171;p2"/>
          <p:cNvSpPr/>
          <p:nvPr/>
        </p:nvSpPr>
        <p:spPr>
          <a:xfrm>
            <a:off x="1567815" y="4585335"/>
            <a:ext cx="1116330" cy="773430"/>
          </a:xfrm>
          <a:custGeom>
            <a:rect b="b" l="l" r="r" t="t"/>
            <a:pathLst>
              <a:path extrusionOk="0" h="1031240" w="1488440">
                <a:moveTo>
                  <a:pt x="0" y="149987"/>
                </a:moveTo>
                <a:cubicBezTo>
                  <a:pt x="0" y="67183"/>
                  <a:pt x="67183" y="0"/>
                  <a:pt x="149987" y="0"/>
                </a:cubicBezTo>
                <a:lnTo>
                  <a:pt x="1338453" y="0"/>
                </a:lnTo>
                <a:cubicBezTo>
                  <a:pt x="1421257" y="0"/>
                  <a:pt x="1488440" y="67183"/>
                  <a:pt x="1488440" y="149987"/>
                </a:cubicBezTo>
                <a:lnTo>
                  <a:pt x="1488440" y="881253"/>
                </a:lnTo>
                <a:cubicBezTo>
                  <a:pt x="1488440" y="964057"/>
                  <a:pt x="1421257" y="1031240"/>
                  <a:pt x="1338453" y="1031240"/>
                </a:cubicBezTo>
                <a:lnTo>
                  <a:pt x="149987" y="1031240"/>
                </a:lnTo>
                <a:cubicBezTo>
                  <a:pt x="67183" y="1031240"/>
                  <a:pt x="0" y="964057"/>
                  <a:pt x="0" y="881253"/>
                </a:cubicBezTo>
                <a:close/>
              </a:path>
            </a:pathLst>
          </a:custGeom>
          <a:solidFill>
            <a:srgbClr val="E8F5FB"/>
          </a:solidFill>
          <a:ln cap="sq" cmpd="sng" w="19050">
            <a:solidFill>
              <a:srgbClr val="D6E0E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2" name="Google Shape;172;p2"/>
          <p:cNvGrpSpPr/>
          <p:nvPr/>
        </p:nvGrpSpPr>
        <p:grpSpPr>
          <a:xfrm>
            <a:off x="1577340" y="4752308"/>
            <a:ext cx="1097280" cy="308896"/>
            <a:chOff x="0" y="-9525"/>
            <a:chExt cx="1463040" cy="411861"/>
          </a:xfrm>
        </p:grpSpPr>
        <p:sp>
          <p:nvSpPr>
            <p:cNvPr id="173" name="Google Shape;173;p2"/>
            <p:cNvSpPr/>
            <p:nvPr/>
          </p:nvSpPr>
          <p:spPr>
            <a:xfrm>
              <a:off x="0" y="0"/>
              <a:ext cx="1463040" cy="402336"/>
            </a:xfrm>
            <a:custGeom>
              <a:rect b="b" l="l" r="r" t="t"/>
              <a:pathLst>
                <a:path extrusionOk="0" h="402336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402336"/>
                  </a:lnTo>
                  <a:lnTo>
                    <a:pt x="0" y="40233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0854" l="0" r="0" t="-20854"/>
              </a:stretch>
            </a:blipFill>
            <a:ln>
              <a:noFill/>
            </a:ln>
          </p:spPr>
        </p:sp>
        <p:sp>
          <p:nvSpPr>
            <p:cNvPr id="174" name="Google Shape;174;p2"/>
            <p:cNvSpPr txBox="1"/>
            <p:nvPr/>
          </p:nvSpPr>
          <p:spPr>
            <a:xfrm>
              <a:off x="0" y="-9525"/>
              <a:ext cx="1463040" cy="4118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R1</a:t>
              </a:r>
              <a:endParaRPr/>
            </a:p>
          </p:txBody>
        </p:sp>
      </p:grpSp>
      <p:cxnSp>
        <p:nvCxnSpPr>
          <p:cNvPr id="175" name="Google Shape;175;p2"/>
          <p:cNvCxnSpPr/>
          <p:nvPr/>
        </p:nvCxnSpPr>
        <p:spPr>
          <a:xfrm rot="170040">
            <a:off x="2659980" y="4955667"/>
            <a:ext cx="577920" cy="0"/>
          </a:xfrm>
          <a:prstGeom prst="straightConnector1">
            <a:avLst/>
          </a:prstGeom>
          <a:noFill/>
          <a:ln cap="rnd" cmpd="sng" w="19050">
            <a:solidFill>
              <a:srgbClr val="D6E0E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6" name="Google Shape;176;p2"/>
          <p:cNvSpPr/>
          <p:nvPr/>
        </p:nvSpPr>
        <p:spPr>
          <a:xfrm>
            <a:off x="3213735" y="4585335"/>
            <a:ext cx="1116330" cy="773430"/>
          </a:xfrm>
          <a:custGeom>
            <a:rect b="b" l="l" r="r" t="t"/>
            <a:pathLst>
              <a:path extrusionOk="0" h="1031240" w="1488440">
                <a:moveTo>
                  <a:pt x="0" y="149987"/>
                </a:moveTo>
                <a:cubicBezTo>
                  <a:pt x="0" y="67183"/>
                  <a:pt x="67183" y="0"/>
                  <a:pt x="149987" y="0"/>
                </a:cubicBezTo>
                <a:lnTo>
                  <a:pt x="1338453" y="0"/>
                </a:lnTo>
                <a:cubicBezTo>
                  <a:pt x="1421257" y="0"/>
                  <a:pt x="1488440" y="67183"/>
                  <a:pt x="1488440" y="149987"/>
                </a:cubicBezTo>
                <a:lnTo>
                  <a:pt x="1488440" y="881253"/>
                </a:lnTo>
                <a:cubicBezTo>
                  <a:pt x="1488440" y="964057"/>
                  <a:pt x="1421257" y="1031240"/>
                  <a:pt x="1338453" y="1031240"/>
                </a:cubicBezTo>
                <a:lnTo>
                  <a:pt x="149987" y="1031240"/>
                </a:lnTo>
                <a:cubicBezTo>
                  <a:pt x="67183" y="1031240"/>
                  <a:pt x="0" y="964057"/>
                  <a:pt x="0" y="881253"/>
                </a:cubicBezTo>
                <a:close/>
              </a:path>
            </a:pathLst>
          </a:custGeom>
          <a:solidFill>
            <a:srgbClr val="DCECF7"/>
          </a:solidFill>
          <a:ln cap="sq" cmpd="sng" w="19050">
            <a:solidFill>
              <a:srgbClr val="D6E0E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7" name="Google Shape;177;p2"/>
          <p:cNvGrpSpPr/>
          <p:nvPr/>
        </p:nvGrpSpPr>
        <p:grpSpPr>
          <a:xfrm>
            <a:off x="3223260" y="4752308"/>
            <a:ext cx="1097280" cy="308896"/>
            <a:chOff x="0" y="-9525"/>
            <a:chExt cx="1463040" cy="411861"/>
          </a:xfrm>
        </p:grpSpPr>
        <p:sp>
          <p:nvSpPr>
            <p:cNvPr id="178" name="Google Shape;178;p2"/>
            <p:cNvSpPr/>
            <p:nvPr/>
          </p:nvSpPr>
          <p:spPr>
            <a:xfrm>
              <a:off x="0" y="0"/>
              <a:ext cx="1463040" cy="402336"/>
            </a:xfrm>
            <a:custGeom>
              <a:rect b="b" l="l" r="r" t="t"/>
              <a:pathLst>
                <a:path extrusionOk="0" h="402336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402336"/>
                  </a:lnTo>
                  <a:lnTo>
                    <a:pt x="0" y="40233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0854" l="0" r="0" t="-20854"/>
              </a:stretch>
            </a:blipFill>
            <a:ln>
              <a:noFill/>
            </a:ln>
          </p:spPr>
        </p:sp>
        <p:sp>
          <p:nvSpPr>
            <p:cNvPr id="179" name="Google Shape;179;p2"/>
            <p:cNvSpPr txBox="1"/>
            <p:nvPr/>
          </p:nvSpPr>
          <p:spPr>
            <a:xfrm>
              <a:off x="0" y="-9525"/>
              <a:ext cx="1463040" cy="4118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SW1</a:t>
              </a:r>
              <a:endParaRPr/>
            </a:p>
          </p:txBody>
        </p:sp>
      </p:grpSp>
      <p:cxnSp>
        <p:nvCxnSpPr>
          <p:cNvPr id="180" name="Google Shape;180;p2"/>
          <p:cNvCxnSpPr/>
          <p:nvPr/>
        </p:nvCxnSpPr>
        <p:spPr>
          <a:xfrm rot="170040">
            <a:off x="4305900" y="4955667"/>
            <a:ext cx="577920" cy="0"/>
          </a:xfrm>
          <a:prstGeom prst="straightConnector1">
            <a:avLst/>
          </a:prstGeom>
          <a:noFill/>
          <a:ln cap="rnd" cmpd="sng" w="19050">
            <a:solidFill>
              <a:srgbClr val="D6E0E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1" name="Google Shape;181;p2"/>
          <p:cNvSpPr/>
          <p:nvPr/>
        </p:nvSpPr>
        <p:spPr>
          <a:xfrm>
            <a:off x="4859655" y="4585335"/>
            <a:ext cx="1116330" cy="773430"/>
          </a:xfrm>
          <a:custGeom>
            <a:rect b="b" l="l" r="r" t="t"/>
            <a:pathLst>
              <a:path extrusionOk="0" h="1031240" w="1488440">
                <a:moveTo>
                  <a:pt x="0" y="149987"/>
                </a:moveTo>
                <a:cubicBezTo>
                  <a:pt x="0" y="67183"/>
                  <a:pt x="67183" y="0"/>
                  <a:pt x="149987" y="0"/>
                </a:cubicBezTo>
                <a:lnTo>
                  <a:pt x="1338453" y="0"/>
                </a:lnTo>
                <a:cubicBezTo>
                  <a:pt x="1421257" y="0"/>
                  <a:pt x="1488440" y="67183"/>
                  <a:pt x="1488440" y="149987"/>
                </a:cubicBezTo>
                <a:lnTo>
                  <a:pt x="1488440" y="881253"/>
                </a:lnTo>
                <a:cubicBezTo>
                  <a:pt x="1488440" y="964057"/>
                  <a:pt x="1421257" y="1031240"/>
                  <a:pt x="1338453" y="1031240"/>
                </a:cubicBezTo>
                <a:lnTo>
                  <a:pt x="149987" y="1031240"/>
                </a:lnTo>
                <a:cubicBezTo>
                  <a:pt x="67183" y="1031240"/>
                  <a:pt x="0" y="964057"/>
                  <a:pt x="0" y="881253"/>
                </a:cubicBezTo>
                <a:close/>
              </a:path>
            </a:pathLst>
          </a:custGeom>
          <a:solidFill>
            <a:srgbClr val="E8F5FB"/>
          </a:solidFill>
          <a:ln cap="sq" cmpd="sng" w="19050">
            <a:solidFill>
              <a:srgbClr val="D6E0E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2" name="Google Shape;182;p2"/>
          <p:cNvGrpSpPr/>
          <p:nvPr/>
        </p:nvGrpSpPr>
        <p:grpSpPr>
          <a:xfrm>
            <a:off x="4869180" y="4752308"/>
            <a:ext cx="1097280" cy="308896"/>
            <a:chOff x="0" y="-9525"/>
            <a:chExt cx="1463040" cy="411861"/>
          </a:xfrm>
        </p:grpSpPr>
        <p:sp>
          <p:nvSpPr>
            <p:cNvPr id="183" name="Google Shape;183;p2"/>
            <p:cNvSpPr/>
            <p:nvPr/>
          </p:nvSpPr>
          <p:spPr>
            <a:xfrm>
              <a:off x="0" y="0"/>
              <a:ext cx="1463040" cy="402336"/>
            </a:xfrm>
            <a:custGeom>
              <a:rect b="b" l="l" r="r" t="t"/>
              <a:pathLst>
                <a:path extrusionOk="0" h="402336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402336"/>
                  </a:lnTo>
                  <a:lnTo>
                    <a:pt x="0" y="40233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0854" l="0" r="0" t="-20854"/>
              </a:stretch>
            </a:blipFill>
            <a:ln>
              <a:noFill/>
            </a:ln>
          </p:spPr>
        </p:sp>
        <p:sp>
          <p:nvSpPr>
            <p:cNvPr id="184" name="Google Shape;184;p2"/>
            <p:cNvSpPr txBox="1"/>
            <p:nvPr/>
          </p:nvSpPr>
          <p:spPr>
            <a:xfrm>
              <a:off x="0" y="-9525"/>
              <a:ext cx="1463040" cy="4118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R2</a:t>
              </a:r>
              <a:endParaRPr/>
            </a:p>
          </p:txBody>
        </p:sp>
      </p:grpSp>
      <p:cxnSp>
        <p:nvCxnSpPr>
          <p:cNvPr id="185" name="Google Shape;185;p2"/>
          <p:cNvCxnSpPr/>
          <p:nvPr/>
        </p:nvCxnSpPr>
        <p:spPr>
          <a:xfrm rot="170040">
            <a:off x="5951820" y="4955667"/>
            <a:ext cx="577920" cy="0"/>
          </a:xfrm>
          <a:prstGeom prst="straightConnector1">
            <a:avLst/>
          </a:prstGeom>
          <a:noFill/>
          <a:ln cap="rnd" cmpd="sng" w="19050">
            <a:solidFill>
              <a:srgbClr val="D6E0E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6" name="Google Shape;186;p2"/>
          <p:cNvSpPr/>
          <p:nvPr/>
        </p:nvSpPr>
        <p:spPr>
          <a:xfrm>
            <a:off x="6505575" y="4585335"/>
            <a:ext cx="1116330" cy="773430"/>
          </a:xfrm>
          <a:custGeom>
            <a:rect b="b" l="l" r="r" t="t"/>
            <a:pathLst>
              <a:path extrusionOk="0" h="1031240" w="1488440">
                <a:moveTo>
                  <a:pt x="0" y="149987"/>
                </a:moveTo>
                <a:cubicBezTo>
                  <a:pt x="0" y="67183"/>
                  <a:pt x="67183" y="0"/>
                  <a:pt x="149987" y="0"/>
                </a:cubicBezTo>
                <a:lnTo>
                  <a:pt x="1338453" y="0"/>
                </a:lnTo>
                <a:cubicBezTo>
                  <a:pt x="1421257" y="0"/>
                  <a:pt x="1488440" y="67183"/>
                  <a:pt x="1488440" y="149987"/>
                </a:cubicBezTo>
                <a:lnTo>
                  <a:pt x="1488440" y="881253"/>
                </a:lnTo>
                <a:cubicBezTo>
                  <a:pt x="1488440" y="964057"/>
                  <a:pt x="1421257" y="1031240"/>
                  <a:pt x="1338453" y="1031240"/>
                </a:cubicBezTo>
                <a:lnTo>
                  <a:pt x="149987" y="1031240"/>
                </a:lnTo>
                <a:cubicBezTo>
                  <a:pt x="67183" y="1031240"/>
                  <a:pt x="0" y="964057"/>
                  <a:pt x="0" y="881253"/>
                </a:cubicBezTo>
                <a:close/>
              </a:path>
            </a:pathLst>
          </a:custGeom>
          <a:solidFill>
            <a:srgbClr val="DCECF7"/>
          </a:solidFill>
          <a:ln cap="sq" cmpd="sng" w="19050">
            <a:solidFill>
              <a:srgbClr val="D6E0E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7" name="Google Shape;187;p2"/>
          <p:cNvGrpSpPr/>
          <p:nvPr/>
        </p:nvGrpSpPr>
        <p:grpSpPr>
          <a:xfrm>
            <a:off x="6515100" y="4752308"/>
            <a:ext cx="1097280" cy="308896"/>
            <a:chOff x="0" y="-9525"/>
            <a:chExt cx="1463040" cy="411861"/>
          </a:xfrm>
        </p:grpSpPr>
        <p:sp>
          <p:nvSpPr>
            <p:cNvPr id="188" name="Google Shape;188;p2"/>
            <p:cNvSpPr/>
            <p:nvPr/>
          </p:nvSpPr>
          <p:spPr>
            <a:xfrm>
              <a:off x="0" y="0"/>
              <a:ext cx="1463040" cy="402336"/>
            </a:xfrm>
            <a:custGeom>
              <a:rect b="b" l="l" r="r" t="t"/>
              <a:pathLst>
                <a:path extrusionOk="0" h="402336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402336"/>
                  </a:lnTo>
                  <a:lnTo>
                    <a:pt x="0" y="40233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0854" l="0" r="0" t="-20854"/>
              </a:stretch>
            </a:blipFill>
            <a:ln>
              <a:noFill/>
            </a:ln>
          </p:spPr>
        </p:sp>
        <p:sp>
          <p:nvSpPr>
            <p:cNvPr id="189" name="Google Shape;189;p2"/>
            <p:cNvSpPr txBox="1"/>
            <p:nvPr/>
          </p:nvSpPr>
          <p:spPr>
            <a:xfrm>
              <a:off x="0" y="-9525"/>
              <a:ext cx="1463040" cy="4118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SW2</a:t>
              </a:r>
              <a:endParaRPr/>
            </a:p>
          </p:txBody>
        </p:sp>
      </p:grpSp>
      <p:grpSp>
        <p:nvGrpSpPr>
          <p:cNvPr id="190" name="Google Shape;190;p2"/>
          <p:cNvGrpSpPr/>
          <p:nvPr/>
        </p:nvGrpSpPr>
        <p:grpSpPr>
          <a:xfrm>
            <a:off x="1440180" y="5897880"/>
            <a:ext cx="6172200" cy="411480"/>
            <a:chOff x="0" y="0"/>
            <a:chExt cx="8229600" cy="548640"/>
          </a:xfrm>
        </p:grpSpPr>
        <p:sp>
          <p:nvSpPr>
            <p:cNvPr id="191" name="Google Shape;191;p2"/>
            <p:cNvSpPr/>
            <p:nvPr/>
          </p:nvSpPr>
          <p:spPr>
            <a:xfrm>
              <a:off x="0" y="0"/>
              <a:ext cx="8229600" cy="548640"/>
            </a:xfrm>
            <a:custGeom>
              <a:rect b="b" l="l" r="r" t="t"/>
              <a:pathLst>
                <a:path extrusionOk="0" h="54864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548640"/>
                  </a:lnTo>
                  <a:lnTo>
                    <a:pt x="0" y="5486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42261" l="0" r="0" t="-242261"/>
              </a:stretch>
            </a:blipFill>
            <a:ln>
              <a:noFill/>
            </a:ln>
          </p:spPr>
        </p:sp>
        <p:sp>
          <p:nvSpPr>
            <p:cNvPr id="192" name="Google Shape;192;p2"/>
            <p:cNvSpPr txBox="1"/>
            <p:nvPr/>
          </p:nvSpPr>
          <p:spPr>
            <a:xfrm>
              <a:off x="0" y="0"/>
              <a:ext cx="8229600" cy="548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50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CLI / API / Manual changes</a:t>
              </a:r>
              <a:endParaRPr/>
            </a:p>
          </p:txBody>
        </p:sp>
      </p:grpSp>
      <p:sp>
        <p:nvSpPr>
          <p:cNvPr id="193" name="Google Shape;193;p2"/>
          <p:cNvSpPr/>
          <p:nvPr/>
        </p:nvSpPr>
        <p:spPr>
          <a:xfrm>
            <a:off x="1430655" y="6848475"/>
            <a:ext cx="1596390" cy="540258"/>
          </a:xfrm>
          <a:custGeom>
            <a:rect b="b" l="l" r="r" t="t"/>
            <a:pathLst>
              <a:path extrusionOk="0" h="720344" w="2128520">
                <a:moveTo>
                  <a:pt x="0" y="151638"/>
                </a:moveTo>
                <a:cubicBezTo>
                  <a:pt x="0" y="67945"/>
                  <a:pt x="67945" y="0"/>
                  <a:pt x="151638" y="0"/>
                </a:cubicBezTo>
                <a:lnTo>
                  <a:pt x="1976882" y="0"/>
                </a:lnTo>
                <a:cubicBezTo>
                  <a:pt x="2060575" y="0"/>
                  <a:pt x="2128520" y="67945"/>
                  <a:pt x="2128520" y="151638"/>
                </a:cubicBezTo>
                <a:lnTo>
                  <a:pt x="2128520" y="568706"/>
                </a:lnTo>
                <a:cubicBezTo>
                  <a:pt x="2128520" y="652399"/>
                  <a:pt x="2060575" y="720344"/>
                  <a:pt x="1976882" y="720344"/>
                </a:cubicBezTo>
                <a:lnTo>
                  <a:pt x="151638" y="720344"/>
                </a:lnTo>
                <a:cubicBezTo>
                  <a:pt x="67945" y="720344"/>
                  <a:pt x="0" y="652399"/>
                  <a:pt x="0" y="568706"/>
                </a:cubicBezTo>
                <a:close/>
              </a:path>
            </a:pathLst>
          </a:custGeom>
          <a:solidFill>
            <a:srgbClr val="FBE9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4" name="Google Shape;194;p2"/>
          <p:cNvGrpSpPr/>
          <p:nvPr/>
        </p:nvGrpSpPr>
        <p:grpSpPr>
          <a:xfrm>
            <a:off x="1440180" y="6871716"/>
            <a:ext cx="1577340" cy="466344"/>
            <a:chOff x="0" y="0"/>
            <a:chExt cx="2103120" cy="621792"/>
          </a:xfrm>
        </p:grpSpPr>
        <p:sp>
          <p:nvSpPr>
            <p:cNvPr id="195" name="Google Shape;195;p2"/>
            <p:cNvSpPr/>
            <p:nvPr/>
          </p:nvSpPr>
          <p:spPr>
            <a:xfrm>
              <a:off x="0" y="0"/>
              <a:ext cx="2103120" cy="621792"/>
            </a:xfrm>
            <a:custGeom>
              <a:rect b="b" l="l" r="r" t="t"/>
              <a:pathLst>
                <a:path extrusionOk="0" h="621792" w="2103120">
                  <a:moveTo>
                    <a:pt x="0" y="0"/>
                  </a:moveTo>
                  <a:lnTo>
                    <a:pt x="2103120" y="0"/>
                  </a:lnTo>
                  <a:lnTo>
                    <a:pt x="2103120" y="621792"/>
                  </a:lnTo>
                  <a:lnTo>
                    <a:pt x="0" y="6217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5906" l="0" r="0" t="-15906"/>
              </a:stretch>
            </a:blipFill>
            <a:ln>
              <a:noFill/>
            </a:ln>
          </p:spPr>
        </p:sp>
        <p:sp>
          <p:nvSpPr>
            <p:cNvPr id="196" name="Google Shape;196;p2"/>
            <p:cNvSpPr txBox="1"/>
            <p:nvPr/>
          </p:nvSpPr>
          <p:spPr>
            <a:xfrm>
              <a:off x="0" y="0"/>
              <a:ext cx="2103120" cy="6217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25" u="none" cap="none" strike="noStrike">
                  <a:solidFill>
                    <a:srgbClr val="C85151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ช้า</a:t>
              </a:r>
              <a:endParaRPr/>
            </a:p>
          </p:txBody>
        </p:sp>
      </p:grpSp>
      <p:sp>
        <p:nvSpPr>
          <p:cNvPr id="197" name="Google Shape;197;p2"/>
          <p:cNvSpPr/>
          <p:nvPr/>
        </p:nvSpPr>
        <p:spPr>
          <a:xfrm>
            <a:off x="3213735" y="6848475"/>
            <a:ext cx="2145030" cy="540258"/>
          </a:xfrm>
          <a:custGeom>
            <a:rect b="b" l="l" r="r" t="t"/>
            <a:pathLst>
              <a:path extrusionOk="0" h="720344" w="2860040">
                <a:moveTo>
                  <a:pt x="0" y="151638"/>
                </a:moveTo>
                <a:cubicBezTo>
                  <a:pt x="0" y="67945"/>
                  <a:pt x="67945" y="0"/>
                  <a:pt x="151638" y="0"/>
                </a:cubicBezTo>
                <a:lnTo>
                  <a:pt x="2708402" y="0"/>
                </a:lnTo>
                <a:cubicBezTo>
                  <a:pt x="2792095" y="0"/>
                  <a:pt x="2860040" y="67945"/>
                  <a:pt x="2860040" y="151638"/>
                </a:cubicBezTo>
                <a:lnTo>
                  <a:pt x="2860040" y="568706"/>
                </a:lnTo>
                <a:cubicBezTo>
                  <a:pt x="2860040" y="652399"/>
                  <a:pt x="2792095" y="720344"/>
                  <a:pt x="2708402" y="720344"/>
                </a:cubicBezTo>
                <a:lnTo>
                  <a:pt x="151638" y="720344"/>
                </a:lnTo>
                <a:cubicBezTo>
                  <a:pt x="67945" y="720344"/>
                  <a:pt x="0" y="652399"/>
                  <a:pt x="0" y="568706"/>
                </a:cubicBezTo>
                <a:close/>
              </a:path>
            </a:pathLst>
          </a:custGeom>
          <a:solidFill>
            <a:srgbClr val="FFF1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8" name="Google Shape;198;p2"/>
          <p:cNvGrpSpPr/>
          <p:nvPr/>
        </p:nvGrpSpPr>
        <p:grpSpPr>
          <a:xfrm>
            <a:off x="3223260" y="6871716"/>
            <a:ext cx="2125980" cy="466344"/>
            <a:chOff x="0" y="0"/>
            <a:chExt cx="2834640" cy="621792"/>
          </a:xfrm>
        </p:grpSpPr>
        <p:sp>
          <p:nvSpPr>
            <p:cNvPr id="199" name="Google Shape;199;p2"/>
            <p:cNvSpPr/>
            <p:nvPr/>
          </p:nvSpPr>
          <p:spPr>
            <a:xfrm>
              <a:off x="0" y="0"/>
              <a:ext cx="2834640" cy="621792"/>
            </a:xfrm>
            <a:custGeom>
              <a:rect b="b" l="l" r="r" t="t"/>
              <a:pathLst>
                <a:path extrusionOk="0" h="621792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621792"/>
                  </a:lnTo>
                  <a:lnTo>
                    <a:pt x="0" y="6217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8829" l="0" r="0" t="-38829"/>
              </a:stretch>
            </a:blipFill>
            <a:ln>
              <a:noFill/>
            </a:ln>
          </p:spPr>
        </p:sp>
        <p:sp>
          <p:nvSpPr>
            <p:cNvPr id="200" name="Google Shape;200;p2"/>
            <p:cNvSpPr txBox="1"/>
            <p:nvPr/>
          </p:nvSpPr>
          <p:spPr>
            <a:xfrm>
              <a:off x="0" y="0"/>
              <a:ext cx="2834640" cy="6217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25" u="none" cap="none" strike="noStrike">
                  <a:solidFill>
                    <a:srgbClr val="E48A2A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ผิดพลาดง่าย</a:t>
              </a:r>
              <a:endParaRPr/>
            </a:p>
          </p:txBody>
        </p:sp>
      </p:grpSp>
      <p:sp>
        <p:nvSpPr>
          <p:cNvPr id="201" name="Google Shape;201;p2"/>
          <p:cNvSpPr/>
          <p:nvPr/>
        </p:nvSpPr>
        <p:spPr>
          <a:xfrm>
            <a:off x="5545455" y="6848475"/>
            <a:ext cx="2282190" cy="540258"/>
          </a:xfrm>
          <a:custGeom>
            <a:rect b="b" l="l" r="r" t="t"/>
            <a:pathLst>
              <a:path extrusionOk="0" h="720344" w="3042920">
                <a:moveTo>
                  <a:pt x="0" y="151638"/>
                </a:moveTo>
                <a:cubicBezTo>
                  <a:pt x="0" y="67945"/>
                  <a:pt x="67945" y="0"/>
                  <a:pt x="151638" y="0"/>
                </a:cubicBezTo>
                <a:lnTo>
                  <a:pt x="2891282" y="0"/>
                </a:lnTo>
                <a:cubicBezTo>
                  <a:pt x="2974975" y="0"/>
                  <a:pt x="3042920" y="67945"/>
                  <a:pt x="3042920" y="151638"/>
                </a:cubicBezTo>
                <a:lnTo>
                  <a:pt x="3042920" y="568706"/>
                </a:lnTo>
                <a:cubicBezTo>
                  <a:pt x="3042920" y="652399"/>
                  <a:pt x="2974975" y="720344"/>
                  <a:pt x="2891282" y="720344"/>
                </a:cubicBezTo>
                <a:lnTo>
                  <a:pt x="151638" y="720344"/>
                </a:lnTo>
                <a:cubicBezTo>
                  <a:pt x="67945" y="720344"/>
                  <a:pt x="0" y="652399"/>
                  <a:pt x="0" y="568706"/>
                </a:cubicBezTo>
                <a:close/>
              </a:path>
            </a:pathLst>
          </a:custGeom>
          <a:solidFill>
            <a:srgbClr val="FBE9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2" name="Google Shape;202;p2"/>
          <p:cNvGrpSpPr/>
          <p:nvPr/>
        </p:nvGrpSpPr>
        <p:grpSpPr>
          <a:xfrm>
            <a:off x="5554980" y="6871716"/>
            <a:ext cx="2263140" cy="466344"/>
            <a:chOff x="0" y="0"/>
            <a:chExt cx="3017520" cy="621792"/>
          </a:xfrm>
        </p:grpSpPr>
        <p:sp>
          <p:nvSpPr>
            <p:cNvPr id="203" name="Google Shape;203;p2"/>
            <p:cNvSpPr/>
            <p:nvPr/>
          </p:nvSpPr>
          <p:spPr>
            <a:xfrm>
              <a:off x="0" y="0"/>
              <a:ext cx="3017520" cy="621792"/>
            </a:xfrm>
            <a:custGeom>
              <a:rect b="b" l="l" r="r" t="t"/>
              <a:pathLst>
                <a:path extrusionOk="0" h="621792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621792"/>
                  </a:lnTo>
                  <a:lnTo>
                    <a:pt x="0" y="6217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4557" l="0" r="0" t="-44557"/>
              </a:stretch>
            </a:blipFill>
            <a:ln>
              <a:noFill/>
            </a:ln>
          </p:spPr>
        </p:sp>
        <p:sp>
          <p:nvSpPr>
            <p:cNvPr id="204" name="Google Shape;204;p2"/>
            <p:cNvSpPr txBox="1"/>
            <p:nvPr/>
          </p:nvSpPr>
          <p:spPr>
            <a:xfrm>
              <a:off x="0" y="0"/>
              <a:ext cx="3017520" cy="6217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25" u="none" cap="none" strike="noStrike">
                  <a:solidFill>
                    <a:srgbClr val="C85151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แก้ยากเมื่อ Scale</a:t>
              </a:r>
              <a:endParaRPr/>
            </a:p>
          </p:txBody>
        </p:sp>
      </p:grpSp>
      <p:grpSp>
        <p:nvGrpSpPr>
          <p:cNvPr id="205" name="Google Shape;205;p2"/>
          <p:cNvGrpSpPr/>
          <p:nvPr/>
        </p:nvGrpSpPr>
        <p:grpSpPr>
          <a:xfrm>
            <a:off x="8983980" y="3010376"/>
            <a:ext cx="3429000" cy="391192"/>
            <a:chOff x="0" y="-9525"/>
            <a:chExt cx="4572000" cy="521589"/>
          </a:xfrm>
        </p:grpSpPr>
        <p:sp>
          <p:nvSpPr>
            <p:cNvPr id="206" name="Google Shape;206;p2"/>
            <p:cNvSpPr/>
            <p:nvPr/>
          </p:nvSpPr>
          <p:spPr>
            <a:xfrm>
              <a:off x="0" y="0"/>
              <a:ext cx="4572000" cy="512064"/>
            </a:xfrm>
            <a:custGeom>
              <a:rect b="b" l="l" r="r" t="t"/>
              <a:pathLst>
                <a:path extrusionOk="0" h="512064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512064"/>
                  </a:lnTo>
                  <a:lnTo>
                    <a:pt x="0" y="51206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23974" l="0" r="0" t="-123974"/>
              </a:stretch>
            </a:blipFill>
            <a:ln>
              <a:noFill/>
            </a:ln>
          </p:spPr>
        </p:sp>
        <p:sp>
          <p:nvSpPr>
            <p:cNvPr id="207" name="Google Shape;207;p2"/>
            <p:cNvSpPr txBox="1"/>
            <p:nvPr/>
          </p:nvSpPr>
          <p:spPr>
            <a:xfrm>
              <a:off x="0" y="-9525"/>
              <a:ext cx="4572000" cy="5215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1D6FA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ผลกระทบหลัก</a:t>
              </a:r>
              <a:endParaRPr/>
            </a:p>
          </p:txBody>
        </p:sp>
      </p:grpSp>
      <p:sp>
        <p:nvSpPr>
          <p:cNvPr id="208" name="Google Shape;208;p2"/>
          <p:cNvSpPr/>
          <p:nvPr/>
        </p:nvSpPr>
        <p:spPr>
          <a:xfrm>
            <a:off x="8974455" y="3666363"/>
            <a:ext cx="567690" cy="567690"/>
          </a:xfrm>
          <a:custGeom>
            <a:rect b="b" l="l" r="r" t="t"/>
            <a:pathLst>
              <a:path extrusionOk="0" h="756920" w="756920">
                <a:moveTo>
                  <a:pt x="0" y="378460"/>
                </a:moveTo>
                <a:cubicBezTo>
                  <a:pt x="0" y="169418"/>
                  <a:pt x="169418" y="0"/>
                  <a:pt x="378460" y="0"/>
                </a:cubicBezTo>
                <a:cubicBezTo>
                  <a:pt x="587502" y="0"/>
                  <a:pt x="756920" y="169418"/>
                  <a:pt x="756920" y="378460"/>
                </a:cubicBezTo>
                <a:cubicBezTo>
                  <a:pt x="756920" y="587502"/>
                  <a:pt x="587502" y="756920"/>
                  <a:pt x="378460" y="756920"/>
                </a:cubicBezTo>
                <a:cubicBezTo>
                  <a:pt x="169418" y="756920"/>
                  <a:pt x="0" y="587502"/>
                  <a:pt x="0" y="378460"/>
                </a:cubicBezTo>
                <a:close/>
              </a:path>
            </a:pathLst>
          </a:custGeom>
          <a:solidFill>
            <a:srgbClr val="1D6FA5"/>
          </a:solidFill>
          <a:ln cap="sq" cmpd="sng" w="19050">
            <a:solidFill>
              <a:srgbClr val="1D6FA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9" name="Google Shape;209;p2"/>
          <p:cNvGrpSpPr/>
          <p:nvPr/>
        </p:nvGrpSpPr>
        <p:grpSpPr>
          <a:xfrm>
            <a:off x="8983980" y="3813048"/>
            <a:ext cx="548640" cy="274320"/>
            <a:chOff x="0" y="0"/>
            <a:chExt cx="731520" cy="365760"/>
          </a:xfrm>
        </p:grpSpPr>
        <p:sp>
          <p:nvSpPr>
            <p:cNvPr id="210" name="Google Shape;210;p2"/>
            <p:cNvSpPr/>
            <p:nvPr/>
          </p:nvSpPr>
          <p:spPr>
            <a:xfrm>
              <a:off x="0" y="0"/>
              <a:ext cx="731520" cy="365760"/>
            </a:xfrm>
            <a:custGeom>
              <a:rect b="b" l="l" r="r" t="t"/>
              <a:pathLst>
                <a:path extrusionOk="0" h="36576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365760"/>
                  </a:lnTo>
                  <a:lnTo>
                    <a:pt x="0" y="3657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14150" r="-14150" t="0"/>
              </a:stretch>
            </a:blipFill>
            <a:ln>
              <a:noFill/>
            </a:ln>
          </p:spPr>
        </p:sp>
        <p:sp>
          <p:nvSpPr>
            <p:cNvPr id="211" name="Google Shape;211;p2"/>
            <p:cNvSpPr txBox="1"/>
            <p:nvPr/>
          </p:nvSpPr>
          <p:spPr>
            <a:xfrm>
              <a:off x="0" y="0"/>
              <a:ext cx="73152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25" u="none" cap="none" strike="noStrike">
                  <a:solidFill>
                    <a:srgbClr val="FFFFFF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01</a:t>
              </a:r>
              <a:endParaRPr/>
            </a:p>
          </p:txBody>
        </p:sp>
      </p:grpSp>
      <p:grpSp>
        <p:nvGrpSpPr>
          <p:cNvPr id="212" name="Google Shape;212;p2"/>
          <p:cNvGrpSpPr/>
          <p:nvPr/>
        </p:nvGrpSpPr>
        <p:grpSpPr>
          <a:xfrm>
            <a:off x="9738360" y="3703320"/>
            <a:ext cx="6377940" cy="384048"/>
            <a:chOff x="0" y="0"/>
            <a:chExt cx="8503920" cy="512064"/>
          </a:xfrm>
        </p:grpSpPr>
        <p:sp>
          <p:nvSpPr>
            <p:cNvPr id="213" name="Google Shape;213;p2"/>
            <p:cNvSpPr/>
            <p:nvPr/>
          </p:nvSpPr>
          <p:spPr>
            <a:xfrm>
              <a:off x="0" y="0"/>
              <a:ext cx="8503920" cy="512064"/>
            </a:xfrm>
            <a:custGeom>
              <a:rect b="b" l="l" r="r" t="t"/>
              <a:pathLst>
                <a:path extrusionOk="0" h="512064" w="8503920">
                  <a:moveTo>
                    <a:pt x="0" y="0"/>
                  </a:moveTo>
                  <a:lnTo>
                    <a:pt x="8503920" y="0"/>
                  </a:lnTo>
                  <a:lnTo>
                    <a:pt x="8503920" y="512064"/>
                  </a:lnTo>
                  <a:lnTo>
                    <a:pt x="0" y="51206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73583" l="0" r="0" t="-273583"/>
              </a:stretch>
            </a:blipFill>
            <a:ln>
              <a:noFill/>
            </a:ln>
          </p:spPr>
        </p:sp>
        <p:sp>
          <p:nvSpPr>
            <p:cNvPr id="214" name="Google Shape;214;p2"/>
            <p:cNvSpPr txBox="1"/>
            <p:nvPr/>
          </p:nvSpPr>
          <p:spPr>
            <a:xfrm>
              <a:off x="0" y="0"/>
              <a:ext cx="8503920" cy="5120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75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Configuration หลายอุปกรณ์</a:t>
              </a:r>
              <a:endParaRPr/>
            </a:p>
          </p:txBody>
        </p:sp>
      </p:grpSp>
      <p:grpSp>
        <p:nvGrpSpPr>
          <p:cNvPr id="215" name="Google Shape;215;p2"/>
          <p:cNvGrpSpPr/>
          <p:nvPr/>
        </p:nvGrpSpPr>
        <p:grpSpPr>
          <a:xfrm>
            <a:off x="9738360" y="4162520"/>
            <a:ext cx="6446520" cy="350044"/>
            <a:chOff x="0" y="-9525"/>
            <a:chExt cx="8595360" cy="466725"/>
          </a:xfrm>
        </p:grpSpPr>
        <p:sp>
          <p:nvSpPr>
            <p:cNvPr id="216" name="Google Shape;216;p2"/>
            <p:cNvSpPr/>
            <p:nvPr/>
          </p:nvSpPr>
          <p:spPr>
            <a:xfrm>
              <a:off x="0" y="0"/>
              <a:ext cx="8595360" cy="457200"/>
            </a:xfrm>
            <a:custGeom>
              <a:rect b="b" l="l" r="r" t="t"/>
              <a:pathLst>
                <a:path extrusionOk="0" h="45720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16300" l="0" r="0" t="-316300"/>
              </a:stretch>
            </a:blipFill>
            <a:ln>
              <a:noFill/>
            </a:ln>
          </p:spPr>
        </p:sp>
        <p:sp>
          <p:nvSpPr>
            <p:cNvPr id="217" name="Google Shape;217;p2"/>
            <p:cNvSpPr txBox="1"/>
            <p:nvPr/>
          </p:nvSpPr>
          <p:spPr>
            <a:xfrm>
              <a:off x="0" y="-9525"/>
              <a:ext cx="8595360" cy="466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ใช้เวลานาน</a:t>
              </a:r>
              <a:endParaRPr/>
            </a:p>
          </p:txBody>
        </p:sp>
      </p:grpSp>
      <p:sp>
        <p:nvSpPr>
          <p:cNvPr id="218" name="Google Shape;218;p2"/>
          <p:cNvSpPr/>
          <p:nvPr/>
        </p:nvSpPr>
        <p:spPr>
          <a:xfrm>
            <a:off x="8974455" y="5243703"/>
            <a:ext cx="567690" cy="567690"/>
          </a:xfrm>
          <a:custGeom>
            <a:rect b="b" l="l" r="r" t="t"/>
            <a:pathLst>
              <a:path extrusionOk="0" h="756920" w="756920">
                <a:moveTo>
                  <a:pt x="0" y="378460"/>
                </a:moveTo>
                <a:cubicBezTo>
                  <a:pt x="0" y="169418"/>
                  <a:pt x="169418" y="0"/>
                  <a:pt x="378460" y="0"/>
                </a:cubicBezTo>
                <a:cubicBezTo>
                  <a:pt x="587502" y="0"/>
                  <a:pt x="756920" y="169418"/>
                  <a:pt x="756920" y="378460"/>
                </a:cubicBezTo>
                <a:cubicBezTo>
                  <a:pt x="756920" y="587502"/>
                  <a:pt x="587502" y="756920"/>
                  <a:pt x="378460" y="756920"/>
                </a:cubicBezTo>
                <a:cubicBezTo>
                  <a:pt x="169418" y="756920"/>
                  <a:pt x="0" y="587502"/>
                  <a:pt x="0" y="378460"/>
                </a:cubicBezTo>
                <a:close/>
              </a:path>
            </a:pathLst>
          </a:custGeom>
          <a:solidFill>
            <a:srgbClr val="1D6FA5"/>
          </a:solidFill>
          <a:ln cap="sq" cmpd="sng" w="19050">
            <a:solidFill>
              <a:srgbClr val="1D6FA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9" name="Google Shape;219;p2"/>
          <p:cNvGrpSpPr/>
          <p:nvPr/>
        </p:nvGrpSpPr>
        <p:grpSpPr>
          <a:xfrm>
            <a:off x="8983980" y="5390388"/>
            <a:ext cx="548640" cy="274320"/>
            <a:chOff x="0" y="0"/>
            <a:chExt cx="731520" cy="365760"/>
          </a:xfrm>
        </p:grpSpPr>
        <p:sp>
          <p:nvSpPr>
            <p:cNvPr id="220" name="Google Shape;220;p2"/>
            <p:cNvSpPr/>
            <p:nvPr/>
          </p:nvSpPr>
          <p:spPr>
            <a:xfrm>
              <a:off x="0" y="0"/>
              <a:ext cx="731520" cy="365760"/>
            </a:xfrm>
            <a:custGeom>
              <a:rect b="b" l="l" r="r" t="t"/>
              <a:pathLst>
                <a:path extrusionOk="0" h="36576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365760"/>
                  </a:lnTo>
                  <a:lnTo>
                    <a:pt x="0" y="3657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14150" r="-14150" t="0"/>
              </a:stretch>
            </a:blipFill>
            <a:ln>
              <a:noFill/>
            </a:ln>
          </p:spPr>
        </p:sp>
        <p:sp>
          <p:nvSpPr>
            <p:cNvPr id="221" name="Google Shape;221;p2"/>
            <p:cNvSpPr txBox="1"/>
            <p:nvPr/>
          </p:nvSpPr>
          <p:spPr>
            <a:xfrm>
              <a:off x="0" y="0"/>
              <a:ext cx="73152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25" u="none" cap="none" strike="noStrike">
                  <a:solidFill>
                    <a:srgbClr val="FFFFFF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02</a:t>
              </a:r>
              <a:endParaRPr/>
            </a:p>
          </p:txBody>
        </p:sp>
      </p:grpSp>
      <p:grpSp>
        <p:nvGrpSpPr>
          <p:cNvPr id="222" name="Google Shape;222;p2"/>
          <p:cNvGrpSpPr/>
          <p:nvPr/>
        </p:nvGrpSpPr>
        <p:grpSpPr>
          <a:xfrm>
            <a:off x="9738360" y="5280660"/>
            <a:ext cx="6377940" cy="384048"/>
            <a:chOff x="0" y="0"/>
            <a:chExt cx="8503920" cy="512064"/>
          </a:xfrm>
        </p:grpSpPr>
        <p:sp>
          <p:nvSpPr>
            <p:cNvPr id="223" name="Google Shape;223;p2"/>
            <p:cNvSpPr/>
            <p:nvPr/>
          </p:nvSpPr>
          <p:spPr>
            <a:xfrm>
              <a:off x="0" y="0"/>
              <a:ext cx="8503920" cy="512064"/>
            </a:xfrm>
            <a:custGeom>
              <a:rect b="b" l="l" r="r" t="t"/>
              <a:pathLst>
                <a:path extrusionOk="0" h="512064" w="8503920">
                  <a:moveTo>
                    <a:pt x="0" y="0"/>
                  </a:moveTo>
                  <a:lnTo>
                    <a:pt x="8503920" y="0"/>
                  </a:lnTo>
                  <a:lnTo>
                    <a:pt x="8503920" y="512064"/>
                  </a:lnTo>
                  <a:lnTo>
                    <a:pt x="0" y="51206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73583" l="0" r="0" t="-273583"/>
              </a:stretch>
            </a:blipFill>
            <a:ln>
              <a:noFill/>
            </a:ln>
          </p:spPr>
        </p:sp>
        <p:sp>
          <p:nvSpPr>
            <p:cNvPr id="224" name="Google Shape;224;p2"/>
            <p:cNvSpPr txBox="1"/>
            <p:nvPr/>
          </p:nvSpPr>
          <p:spPr>
            <a:xfrm>
              <a:off x="0" y="0"/>
              <a:ext cx="8503920" cy="5120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75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Misconfiguration</a:t>
              </a:r>
              <a:endParaRPr/>
            </a:p>
          </p:txBody>
        </p:sp>
      </p:grpSp>
      <p:grpSp>
        <p:nvGrpSpPr>
          <p:cNvPr id="225" name="Google Shape;225;p2"/>
          <p:cNvGrpSpPr/>
          <p:nvPr/>
        </p:nvGrpSpPr>
        <p:grpSpPr>
          <a:xfrm>
            <a:off x="9738360" y="5739860"/>
            <a:ext cx="6446520" cy="350044"/>
            <a:chOff x="0" y="-9525"/>
            <a:chExt cx="8595360" cy="466725"/>
          </a:xfrm>
        </p:grpSpPr>
        <p:sp>
          <p:nvSpPr>
            <p:cNvPr id="226" name="Google Shape;226;p2"/>
            <p:cNvSpPr/>
            <p:nvPr/>
          </p:nvSpPr>
          <p:spPr>
            <a:xfrm>
              <a:off x="0" y="0"/>
              <a:ext cx="8595360" cy="457200"/>
            </a:xfrm>
            <a:custGeom>
              <a:rect b="b" l="l" r="r" t="t"/>
              <a:pathLst>
                <a:path extrusionOk="0" h="45720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16300" l="0" r="0" t="-316300"/>
              </a:stretch>
            </a:blipFill>
            <a:ln>
              <a:noFill/>
            </a:ln>
          </p:spPr>
        </p:sp>
        <p:sp>
          <p:nvSpPr>
            <p:cNvPr id="227" name="Google Shape;227;p2"/>
            <p:cNvSpPr txBox="1"/>
            <p:nvPr/>
          </p:nvSpPr>
          <p:spPr>
            <a:xfrm>
              <a:off x="0" y="-9525"/>
              <a:ext cx="8595360" cy="466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อาจทำให้บริการหยุดชะงัก</a:t>
              </a:r>
              <a:endParaRPr/>
            </a:p>
          </p:txBody>
        </p:sp>
      </p:grpSp>
      <p:sp>
        <p:nvSpPr>
          <p:cNvPr id="228" name="Google Shape;228;p2"/>
          <p:cNvSpPr/>
          <p:nvPr/>
        </p:nvSpPr>
        <p:spPr>
          <a:xfrm>
            <a:off x="8974455" y="6821043"/>
            <a:ext cx="567690" cy="567690"/>
          </a:xfrm>
          <a:custGeom>
            <a:rect b="b" l="l" r="r" t="t"/>
            <a:pathLst>
              <a:path extrusionOk="0" h="756920" w="756920">
                <a:moveTo>
                  <a:pt x="0" y="378460"/>
                </a:moveTo>
                <a:cubicBezTo>
                  <a:pt x="0" y="169418"/>
                  <a:pt x="169418" y="0"/>
                  <a:pt x="378460" y="0"/>
                </a:cubicBezTo>
                <a:cubicBezTo>
                  <a:pt x="587502" y="0"/>
                  <a:pt x="756920" y="169418"/>
                  <a:pt x="756920" y="378460"/>
                </a:cubicBezTo>
                <a:cubicBezTo>
                  <a:pt x="756920" y="587502"/>
                  <a:pt x="587502" y="756920"/>
                  <a:pt x="378460" y="756920"/>
                </a:cubicBezTo>
                <a:cubicBezTo>
                  <a:pt x="169418" y="756920"/>
                  <a:pt x="0" y="587502"/>
                  <a:pt x="0" y="378460"/>
                </a:cubicBezTo>
                <a:close/>
              </a:path>
            </a:pathLst>
          </a:custGeom>
          <a:solidFill>
            <a:srgbClr val="1D6FA5"/>
          </a:solidFill>
          <a:ln cap="sq" cmpd="sng" w="19050">
            <a:solidFill>
              <a:srgbClr val="1D6FA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9" name="Google Shape;229;p2"/>
          <p:cNvGrpSpPr/>
          <p:nvPr/>
        </p:nvGrpSpPr>
        <p:grpSpPr>
          <a:xfrm>
            <a:off x="8983980" y="6967728"/>
            <a:ext cx="548640" cy="274320"/>
            <a:chOff x="0" y="0"/>
            <a:chExt cx="731520" cy="365760"/>
          </a:xfrm>
        </p:grpSpPr>
        <p:sp>
          <p:nvSpPr>
            <p:cNvPr id="230" name="Google Shape;230;p2"/>
            <p:cNvSpPr/>
            <p:nvPr/>
          </p:nvSpPr>
          <p:spPr>
            <a:xfrm>
              <a:off x="0" y="0"/>
              <a:ext cx="731520" cy="365760"/>
            </a:xfrm>
            <a:custGeom>
              <a:rect b="b" l="l" r="r" t="t"/>
              <a:pathLst>
                <a:path extrusionOk="0" h="36576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365760"/>
                  </a:lnTo>
                  <a:lnTo>
                    <a:pt x="0" y="3657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14150" r="-14150" t="0"/>
              </a:stretch>
            </a:blipFill>
            <a:ln>
              <a:noFill/>
            </a:ln>
          </p:spPr>
        </p:sp>
        <p:sp>
          <p:nvSpPr>
            <p:cNvPr id="231" name="Google Shape;231;p2"/>
            <p:cNvSpPr txBox="1"/>
            <p:nvPr/>
          </p:nvSpPr>
          <p:spPr>
            <a:xfrm>
              <a:off x="0" y="0"/>
              <a:ext cx="73152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25" u="none" cap="none" strike="noStrike">
                  <a:solidFill>
                    <a:srgbClr val="FFFFFF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03</a:t>
              </a:r>
              <a:endParaRPr/>
            </a:p>
          </p:txBody>
        </p:sp>
      </p:grpSp>
      <p:grpSp>
        <p:nvGrpSpPr>
          <p:cNvPr id="232" name="Google Shape;232;p2"/>
          <p:cNvGrpSpPr/>
          <p:nvPr/>
        </p:nvGrpSpPr>
        <p:grpSpPr>
          <a:xfrm>
            <a:off x="9738360" y="6858000"/>
            <a:ext cx="6377940" cy="384048"/>
            <a:chOff x="0" y="0"/>
            <a:chExt cx="8503920" cy="512064"/>
          </a:xfrm>
        </p:grpSpPr>
        <p:sp>
          <p:nvSpPr>
            <p:cNvPr id="233" name="Google Shape;233;p2"/>
            <p:cNvSpPr/>
            <p:nvPr/>
          </p:nvSpPr>
          <p:spPr>
            <a:xfrm>
              <a:off x="0" y="0"/>
              <a:ext cx="8503920" cy="512064"/>
            </a:xfrm>
            <a:custGeom>
              <a:rect b="b" l="l" r="r" t="t"/>
              <a:pathLst>
                <a:path extrusionOk="0" h="512064" w="8503920">
                  <a:moveTo>
                    <a:pt x="0" y="0"/>
                  </a:moveTo>
                  <a:lnTo>
                    <a:pt x="8503920" y="0"/>
                  </a:lnTo>
                  <a:lnTo>
                    <a:pt x="8503920" y="512064"/>
                  </a:lnTo>
                  <a:lnTo>
                    <a:pt x="0" y="51206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73583" l="0" r="0" t="-273583"/>
              </a:stretch>
            </a:blipFill>
            <a:ln>
              <a:noFill/>
            </a:ln>
          </p:spPr>
        </p:sp>
        <p:sp>
          <p:nvSpPr>
            <p:cNvPr id="234" name="Google Shape;234;p2"/>
            <p:cNvSpPr txBox="1"/>
            <p:nvPr/>
          </p:nvSpPr>
          <p:spPr>
            <a:xfrm>
              <a:off x="0" y="0"/>
              <a:ext cx="8503920" cy="5120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75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Policy / Segmentation</a:t>
              </a:r>
              <a:endParaRPr/>
            </a:p>
          </p:txBody>
        </p:sp>
      </p:grpSp>
      <p:grpSp>
        <p:nvGrpSpPr>
          <p:cNvPr id="235" name="Google Shape;235;p2"/>
          <p:cNvGrpSpPr/>
          <p:nvPr/>
        </p:nvGrpSpPr>
        <p:grpSpPr>
          <a:xfrm>
            <a:off x="9738360" y="7317200"/>
            <a:ext cx="6446520" cy="350044"/>
            <a:chOff x="0" y="-9525"/>
            <a:chExt cx="8595360" cy="466725"/>
          </a:xfrm>
        </p:grpSpPr>
        <p:sp>
          <p:nvSpPr>
            <p:cNvPr id="236" name="Google Shape;236;p2"/>
            <p:cNvSpPr/>
            <p:nvPr/>
          </p:nvSpPr>
          <p:spPr>
            <a:xfrm>
              <a:off x="0" y="0"/>
              <a:ext cx="8595360" cy="457200"/>
            </a:xfrm>
            <a:custGeom>
              <a:rect b="b" l="l" r="r" t="t"/>
              <a:pathLst>
                <a:path extrusionOk="0" h="45720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16300" l="0" r="0" t="-316300"/>
              </a:stretch>
            </a:blipFill>
            <a:ln>
              <a:noFill/>
            </a:ln>
          </p:spPr>
        </p:sp>
        <p:sp>
          <p:nvSpPr>
            <p:cNvPr id="237" name="Google Shape;237;p2"/>
            <p:cNvSpPr txBox="1"/>
            <p:nvPr/>
          </p:nvSpPr>
          <p:spPr>
            <a:xfrm>
              <a:off x="0" y="-9525"/>
              <a:ext cx="8595360" cy="466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ซับซ้อนเมื่อ User และ Endpoint เพิ่ม</a:t>
              </a:r>
              <a:endParaRPr/>
            </a:p>
          </p:txBody>
        </p:sp>
      </p:grpSp>
      <p:sp>
        <p:nvSpPr>
          <p:cNvPr id="238" name="Google Shape;238;p2"/>
          <p:cNvSpPr/>
          <p:nvPr/>
        </p:nvSpPr>
        <p:spPr>
          <a:xfrm>
            <a:off x="8974455" y="8151495"/>
            <a:ext cx="7425690" cy="704850"/>
          </a:xfrm>
          <a:custGeom>
            <a:rect b="b" l="l" r="r" t="t"/>
            <a:pathLst>
              <a:path extrusionOk="0" h="939800" w="9900920">
                <a:moveTo>
                  <a:pt x="0" y="150368"/>
                </a:moveTo>
                <a:cubicBezTo>
                  <a:pt x="0" y="67310"/>
                  <a:pt x="67310" y="0"/>
                  <a:pt x="150368" y="0"/>
                </a:cubicBezTo>
                <a:lnTo>
                  <a:pt x="9750552" y="0"/>
                </a:lnTo>
                <a:cubicBezTo>
                  <a:pt x="9833610" y="0"/>
                  <a:pt x="9900920" y="67310"/>
                  <a:pt x="9900920" y="150368"/>
                </a:cubicBezTo>
                <a:lnTo>
                  <a:pt x="9900920" y="789432"/>
                </a:lnTo>
                <a:cubicBezTo>
                  <a:pt x="9900920" y="872490"/>
                  <a:pt x="9833610" y="939800"/>
                  <a:pt x="9750552" y="939800"/>
                </a:cubicBezTo>
                <a:lnTo>
                  <a:pt x="150368" y="939800"/>
                </a:lnTo>
                <a:cubicBezTo>
                  <a:pt x="67310" y="939800"/>
                  <a:pt x="0" y="872490"/>
                  <a:pt x="0" y="789432"/>
                </a:cubicBezTo>
                <a:close/>
              </a:path>
            </a:pathLst>
          </a:custGeom>
          <a:solidFill>
            <a:srgbClr val="E8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9" name="Google Shape;239;p2"/>
          <p:cNvGrpSpPr/>
          <p:nvPr/>
        </p:nvGrpSpPr>
        <p:grpSpPr>
          <a:xfrm>
            <a:off x="9299448" y="8298180"/>
            <a:ext cx="6789420" cy="342900"/>
            <a:chOff x="0" y="0"/>
            <a:chExt cx="9052560" cy="457200"/>
          </a:xfrm>
        </p:grpSpPr>
        <p:sp>
          <p:nvSpPr>
            <p:cNvPr id="240" name="Google Shape;240;p2"/>
            <p:cNvSpPr/>
            <p:nvPr/>
          </p:nvSpPr>
          <p:spPr>
            <a:xfrm>
              <a:off x="0" y="0"/>
              <a:ext cx="9052560" cy="457200"/>
            </a:xfrm>
            <a:custGeom>
              <a:rect b="b" l="l" r="r" t="t"/>
              <a:pathLst>
                <a:path extrusionOk="0" h="457200" w="9052560">
                  <a:moveTo>
                    <a:pt x="0" y="0"/>
                  </a:moveTo>
                  <a:lnTo>
                    <a:pt x="9052560" y="0"/>
                  </a:lnTo>
                  <a:lnTo>
                    <a:pt x="9052560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35802" l="0" r="0" t="-335802"/>
              </a:stretch>
            </a:blipFill>
            <a:ln>
              <a:noFill/>
            </a:ln>
          </p:spPr>
        </p:sp>
        <p:sp>
          <p:nvSpPr>
            <p:cNvPr id="241" name="Google Shape;241;p2"/>
            <p:cNvSpPr txBox="1"/>
            <p:nvPr/>
          </p:nvSpPr>
          <p:spPr>
            <a:xfrm>
              <a:off x="0" y="9525"/>
              <a:ext cx="9052560" cy="447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3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75" u="none" cap="none" strike="noStrike">
                  <a:solidFill>
                    <a:srgbClr val="1D6FA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Fabric ใช้ Software + Controller เพื่อรวมการบริหารไว้ที่ส่วนกลาง</a:t>
              </a:r>
              <a:endParaRPr/>
            </a:p>
          </p:txBody>
        </p:sp>
      </p:grpSp>
      <p:grpSp>
        <p:nvGrpSpPr>
          <p:cNvPr id="242" name="Google Shape;242;p2"/>
          <p:cNvGrpSpPr/>
          <p:nvPr/>
        </p:nvGrpSpPr>
        <p:grpSpPr>
          <a:xfrm>
            <a:off x="12550140" y="9484328"/>
            <a:ext cx="4389120" cy="254032"/>
            <a:chOff x="0" y="-9525"/>
            <a:chExt cx="5852160" cy="338709"/>
          </a:xfrm>
        </p:grpSpPr>
        <p:sp>
          <p:nvSpPr>
            <p:cNvPr id="243" name="Google Shape;243;p2"/>
            <p:cNvSpPr/>
            <p:nvPr/>
          </p:nvSpPr>
          <p:spPr>
            <a:xfrm>
              <a:off x="0" y="0"/>
              <a:ext cx="5852160" cy="329184"/>
            </a:xfrm>
            <a:custGeom>
              <a:rect b="b" l="l" r="r" t="t"/>
              <a:pathLst>
                <a:path extrusionOk="0" h="329184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329184"/>
                  </a:lnTo>
                  <a:lnTo>
                    <a:pt x="0" y="32918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96404" l="0" r="0" t="-296404"/>
              </a:stretch>
            </a:blipFill>
            <a:ln>
              <a:noFill/>
            </a:ln>
          </p:spPr>
        </p:sp>
        <p:sp>
          <p:nvSpPr>
            <p:cNvPr id="244" name="Google Shape;244;p2"/>
            <p:cNvSpPr txBox="1"/>
            <p:nvPr/>
          </p:nvSpPr>
          <p:spPr>
            <a:xfrm>
              <a:off x="0" y="-9525"/>
              <a:ext cx="5852160" cy="3387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5" u="none" cap="none" strike="noStrike">
                  <a:solidFill>
                    <a:srgbClr val="8795A4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Source: Cisco CCNP Enterprise • Chapter 23</a:t>
              </a:r>
              <a:endParaRPr/>
            </a:p>
          </p:txBody>
        </p:sp>
      </p:grpSp>
      <p:sp>
        <p:nvSpPr>
          <p:cNvPr id="245" name="Google Shape;245;p2"/>
          <p:cNvSpPr txBox="1"/>
          <p:nvPr/>
        </p:nvSpPr>
        <p:spPr>
          <a:xfrm>
            <a:off x="16527780" y="9806940"/>
            <a:ext cx="10287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B7785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9FC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4" name="Google Shape;254;p3"/>
          <p:cNvCxnSpPr/>
          <p:nvPr/>
        </p:nvCxnSpPr>
        <p:spPr>
          <a:xfrm rot="3840">
            <a:off x="607685" y="9802178"/>
            <a:ext cx="17026900" cy="0"/>
          </a:xfrm>
          <a:prstGeom prst="straightConnector1">
            <a:avLst/>
          </a:prstGeom>
          <a:noFill/>
          <a:ln cap="rnd" cmpd="sng" w="9525">
            <a:solidFill>
              <a:srgbClr val="D6E0EA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55" name="Google Shape;255;p3"/>
          <p:cNvGrpSpPr/>
          <p:nvPr/>
        </p:nvGrpSpPr>
        <p:grpSpPr>
          <a:xfrm>
            <a:off x="754380" y="9868376"/>
            <a:ext cx="11658600" cy="254032"/>
            <a:chOff x="0" y="-9525"/>
            <a:chExt cx="15544800" cy="338709"/>
          </a:xfrm>
        </p:grpSpPr>
        <p:sp>
          <p:nvSpPr>
            <p:cNvPr id="256" name="Google Shape;256;p3"/>
            <p:cNvSpPr/>
            <p:nvPr/>
          </p:nvSpPr>
          <p:spPr>
            <a:xfrm>
              <a:off x="0" y="0"/>
              <a:ext cx="15544800" cy="329184"/>
            </a:xfrm>
            <a:custGeom>
              <a:rect b="b" l="l" r="r" t="t"/>
              <a:pathLst>
                <a:path extrusionOk="0" h="329184" w="15544800">
                  <a:moveTo>
                    <a:pt x="0" y="0"/>
                  </a:moveTo>
                  <a:lnTo>
                    <a:pt x="15544800" y="0"/>
                  </a:lnTo>
                  <a:lnTo>
                    <a:pt x="15544800" y="329184"/>
                  </a:lnTo>
                  <a:lnTo>
                    <a:pt x="0" y="32918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870132" l="0" r="0" t="-870132"/>
              </a:stretch>
            </a:blipFill>
            <a:ln>
              <a:noFill/>
            </a:ln>
          </p:spPr>
        </p:sp>
        <p:sp>
          <p:nvSpPr>
            <p:cNvPr id="257" name="Google Shape;257;p3"/>
            <p:cNvSpPr txBox="1"/>
            <p:nvPr/>
          </p:nvSpPr>
          <p:spPr>
            <a:xfrm>
              <a:off x="0" y="-9525"/>
              <a:ext cx="15544800" cy="3387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5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FABRIC TECHNOLOGIES  •  CCNP ENTERPRISE / CHAPTER 23</a:t>
              </a:r>
              <a:endParaRPr/>
            </a:p>
          </p:txBody>
        </p:sp>
      </p:grpSp>
      <p:grpSp>
        <p:nvGrpSpPr>
          <p:cNvPr id="258" name="Google Shape;258;p3"/>
          <p:cNvGrpSpPr/>
          <p:nvPr/>
        </p:nvGrpSpPr>
        <p:grpSpPr>
          <a:xfrm>
            <a:off x="822960" y="480060"/>
            <a:ext cx="6172200" cy="301752"/>
            <a:chOff x="0" y="0"/>
            <a:chExt cx="8229600" cy="402336"/>
          </a:xfrm>
        </p:grpSpPr>
        <p:sp>
          <p:nvSpPr>
            <p:cNvPr id="259" name="Google Shape;259;p3"/>
            <p:cNvSpPr/>
            <p:nvPr/>
          </p:nvSpPr>
          <p:spPr>
            <a:xfrm>
              <a:off x="0" y="0"/>
              <a:ext cx="8229600" cy="402336"/>
            </a:xfrm>
            <a:custGeom>
              <a:rect b="b" l="l" r="r" t="t"/>
              <a:pathLst>
                <a:path extrusionOk="0" h="402336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402336"/>
                  </a:lnTo>
                  <a:lnTo>
                    <a:pt x="0" y="40233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48534" l="0" r="0" t="-348534"/>
              </a:stretch>
            </a:blipFill>
            <a:ln>
              <a:noFill/>
            </a:ln>
          </p:spPr>
        </p:sp>
        <p:sp>
          <p:nvSpPr>
            <p:cNvPr id="260" name="Google Shape;260;p3"/>
            <p:cNvSpPr txBox="1"/>
            <p:nvPr/>
          </p:nvSpPr>
          <p:spPr>
            <a:xfrm>
              <a:off x="0" y="0"/>
              <a:ext cx="8229600" cy="4023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75" u="none" cap="none" strike="noStrike">
                  <a:solidFill>
                    <a:srgbClr val="1FA7C8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02 / CORE CONCEPT</a:t>
              </a:r>
              <a:endParaRPr/>
            </a:p>
          </p:txBody>
        </p:sp>
      </p:grpSp>
      <p:grpSp>
        <p:nvGrpSpPr>
          <p:cNvPr id="261" name="Google Shape;261;p3"/>
          <p:cNvGrpSpPr/>
          <p:nvPr/>
        </p:nvGrpSpPr>
        <p:grpSpPr>
          <a:xfrm>
            <a:off x="822960" y="884396"/>
            <a:ext cx="16322040" cy="761524"/>
            <a:chOff x="0" y="-9525"/>
            <a:chExt cx="21762720" cy="1015365"/>
          </a:xfrm>
        </p:grpSpPr>
        <p:sp>
          <p:nvSpPr>
            <p:cNvPr id="262" name="Google Shape;262;p3"/>
            <p:cNvSpPr/>
            <p:nvPr/>
          </p:nvSpPr>
          <p:spPr>
            <a:xfrm>
              <a:off x="0" y="0"/>
              <a:ext cx="21762720" cy="1005840"/>
            </a:xfrm>
            <a:custGeom>
              <a:rect b="b" l="l" r="r" t="t"/>
              <a:pathLst>
                <a:path extrusionOk="0" h="100584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005840"/>
                  </a:lnTo>
                  <a:lnTo>
                    <a:pt x="0" y="10058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71585" l="0" r="0" t="-371585"/>
              </a:stretch>
            </a:blipFill>
            <a:ln>
              <a:noFill/>
            </a:ln>
          </p:spPr>
        </p:sp>
        <p:sp>
          <p:nvSpPr>
            <p:cNvPr id="263" name="Google Shape;263;p3"/>
            <p:cNvSpPr txBox="1"/>
            <p:nvPr/>
          </p:nvSpPr>
          <p:spPr>
            <a:xfrm>
              <a:off x="0" y="-9525"/>
              <a:ext cx="21762720" cy="10153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200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Fabric Network คืออะไร</a:t>
              </a:r>
              <a:endParaRPr/>
            </a:p>
          </p:txBody>
        </p:sp>
      </p:grpSp>
      <p:grpSp>
        <p:nvGrpSpPr>
          <p:cNvPr id="264" name="Google Shape;264;p3"/>
          <p:cNvGrpSpPr/>
          <p:nvPr/>
        </p:nvGrpSpPr>
        <p:grpSpPr>
          <a:xfrm>
            <a:off x="822960" y="1728216"/>
            <a:ext cx="16459200" cy="521208"/>
            <a:chOff x="0" y="0"/>
            <a:chExt cx="21945600" cy="694944"/>
          </a:xfrm>
        </p:grpSpPr>
        <p:sp>
          <p:nvSpPr>
            <p:cNvPr id="265" name="Google Shape;265;p3"/>
            <p:cNvSpPr/>
            <p:nvPr/>
          </p:nvSpPr>
          <p:spPr>
            <a:xfrm>
              <a:off x="0" y="0"/>
              <a:ext cx="21945600" cy="694944"/>
            </a:xfrm>
            <a:custGeom>
              <a:rect b="b" l="l" r="r" t="t"/>
              <a:pathLst>
                <a:path extrusionOk="0" h="69494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94944"/>
                  </a:lnTo>
                  <a:lnTo>
                    <a:pt x="0" y="69494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65309" l="0" r="0" t="-565309"/>
              </a:stretch>
            </a:blipFill>
            <a:ln>
              <a:noFill/>
            </a:ln>
          </p:spPr>
        </p:sp>
        <p:sp>
          <p:nvSpPr>
            <p:cNvPr id="266" name="Google Shape;266;p3"/>
            <p:cNvSpPr txBox="1"/>
            <p:nvPr/>
          </p:nvSpPr>
          <p:spPr>
            <a:xfrm>
              <a:off x="0" y="0"/>
              <a:ext cx="21945600" cy="6949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75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Overlay Network ถูกสร้างขึ้น “บน” Underlay Network</a:t>
              </a:r>
              <a:endParaRPr/>
            </a:p>
          </p:txBody>
        </p:sp>
      </p:grpSp>
      <p:sp>
        <p:nvSpPr>
          <p:cNvPr id="267" name="Google Shape;267;p3"/>
          <p:cNvSpPr/>
          <p:nvPr/>
        </p:nvSpPr>
        <p:spPr>
          <a:xfrm>
            <a:off x="1156335" y="2733675"/>
            <a:ext cx="16066771" cy="1733550"/>
          </a:xfrm>
          <a:custGeom>
            <a:rect b="b" l="l" r="r" t="t"/>
            <a:pathLst>
              <a:path extrusionOk="0" h="2311400" w="21422361">
                <a:moveTo>
                  <a:pt x="0" y="147955"/>
                </a:moveTo>
                <a:cubicBezTo>
                  <a:pt x="0" y="66167"/>
                  <a:pt x="66167" y="0"/>
                  <a:pt x="147955" y="0"/>
                </a:cubicBezTo>
                <a:lnTo>
                  <a:pt x="21274405" y="0"/>
                </a:lnTo>
                <a:cubicBezTo>
                  <a:pt x="21356065" y="0"/>
                  <a:pt x="21422361" y="66167"/>
                  <a:pt x="21422361" y="147955"/>
                </a:cubicBezTo>
                <a:lnTo>
                  <a:pt x="21422361" y="2163445"/>
                </a:lnTo>
                <a:cubicBezTo>
                  <a:pt x="21422361" y="2245106"/>
                  <a:pt x="21356193" y="2311400"/>
                  <a:pt x="21274405" y="2311400"/>
                </a:cubicBezTo>
                <a:lnTo>
                  <a:pt x="147955" y="2311400"/>
                </a:lnTo>
                <a:cubicBezTo>
                  <a:pt x="66167" y="2311400"/>
                  <a:pt x="0" y="2245233"/>
                  <a:pt x="0" y="2163445"/>
                </a:cubicBezTo>
                <a:close/>
              </a:path>
            </a:pathLst>
          </a:custGeom>
          <a:solidFill>
            <a:srgbClr val="EAF1F6"/>
          </a:solidFill>
          <a:ln cap="sq" cmpd="sng" w="19050">
            <a:solidFill>
              <a:srgbClr val="D6E0E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8" name="Google Shape;268;p3"/>
          <p:cNvGrpSpPr/>
          <p:nvPr/>
        </p:nvGrpSpPr>
        <p:grpSpPr>
          <a:xfrm>
            <a:off x="1577340" y="3086100"/>
            <a:ext cx="3497580" cy="384048"/>
            <a:chOff x="0" y="0"/>
            <a:chExt cx="4663440" cy="512064"/>
          </a:xfrm>
        </p:grpSpPr>
        <p:sp>
          <p:nvSpPr>
            <p:cNvPr id="269" name="Google Shape;269;p3"/>
            <p:cNvSpPr/>
            <p:nvPr/>
          </p:nvSpPr>
          <p:spPr>
            <a:xfrm>
              <a:off x="0" y="0"/>
              <a:ext cx="4663440" cy="512064"/>
            </a:xfrm>
            <a:custGeom>
              <a:rect b="b" l="l" r="r" t="t"/>
              <a:pathLst>
                <a:path extrusionOk="0" h="512064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512064"/>
                  </a:lnTo>
                  <a:lnTo>
                    <a:pt x="0" y="51206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27456" l="0" r="0" t="-127456"/>
              </a:stretch>
            </a:blipFill>
            <a:ln>
              <a:noFill/>
            </a:ln>
          </p:spPr>
        </p:sp>
        <p:sp>
          <p:nvSpPr>
            <p:cNvPr id="270" name="Google Shape;270;p3"/>
            <p:cNvSpPr txBox="1"/>
            <p:nvPr/>
          </p:nvSpPr>
          <p:spPr>
            <a:xfrm>
              <a:off x="0" y="9525"/>
              <a:ext cx="4663440" cy="5025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00" u="none" cap="none" strike="noStrike">
                  <a:solidFill>
                    <a:srgbClr val="1D6FA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OVERLAY NETWORK</a:t>
              </a:r>
              <a:endParaRPr/>
            </a:p>
          </p:txBody>
        </p:sp>
      </p:grpSp>
      <p:grpSp>
        <p:nvGrpSpPr>
          <p:cNvPr id="271" name="Google Shape;271;p3"/>
          <p:cNvGrpSpPr/>
          <p:nvPr/>
        </p:nvGrpSpPr>
        <p:grpSpPr>
          <a:xfrm>
            <a:off x="1577340" y="3586448"/>
            <a:ext cx="3977640" cy="350044"/>
            <a:chOff x="0" y="-9525"/>
            <a:chExt cx="5303520" cy="466725"/>
          </a:xfrm>
        </p:grpSpPr>
        <p:sp>
          <p:nvSpPr>
            <p:cNvPr id="272" name="Google Shape;272;p3"/>
            <p:cNvSpPr/>
            <p:nvPr/>
          </p:nvSpPr>
          <p:spPr>
            <a:xfrm>
              <a:off x="0" y="0"/>
              <a:ext cx="5303520" cy="457200"/>
            </a:xfrm>
            <a:custGeom>
              <a:rect b="b" l="l" r="r" t="t"/>
              <a:pathLst>
                <a:path extrusionOk="0" h="45720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76019" l="0" r="0" t="-176019"/>
              </a:stretch>
            </a:blipFill>
            <a:ln>
              <a:noFill/>
            </a:ln>
          </p:spPr>
        </p:sp>
        <p:sp>
          <p:nvSpPr>
            <p:cNvPr id="273" name="Google Shape;273;p3"/>
            <p:cNvSpPr txBox="1"/>
            <p:nvPr/>
          </p:nvSpPr>
          <p:spPr>
            <a:xfrm>
              <a:off x="0" y="-9525"/>
              <a:ext cx="5303520" cy="466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Virtual / Tunneled Network</a:t>
              </a:r>
              <a:endParaRPr/>
            </a:p>
          </p:txBody>
        </p:sp>
      </p:grpSp>
      <p:sp>
        <p:nvSpPr>
          <p:cNvPr id="274" name="Google Shape;274;p3"/>
          <p:cNvSpPr/>
          <p:nvPr/>
        </p:nvSpPr>
        <p:spPr>
          <a:xfrm>
            <a:off x="5614035" y="3309747"/>
            <a:ext cx="2282190" cy="540258"/>
          </a:xfrm>
          <a:custGeom>
            <a:rect b="b" l="l" r="r" t="t"/>
            <a:pathLst>
              <a:path extrusionOk="0" h="720344" w="3042920">
                <a:moveTo>
                  <a:pt x="0" y="151638"/>
                </a:moveTo>
                <a:cubicBezTo>
                  <a:pt x="0" y="67945"/>
                  <a:pt x="67945" y="0"/>
                  <a:pt x="151638" y="0"/>
                </a:cubicBezTo>
                <a:lnTo>
                  <a:pt x="2891282" y="0"/>
                </a:lnTo>
                <a:cubicBezTo>
                  <a:pt x="2974975" y="0"/>
                  <a:pt x="3042920" y="67945"/>
                  <a:pt x="3042920" y="151638"/>
                </a:cubicBezTo>
                <a:lnTo>
                  <a:pt x="3042920" y="568706"/>
                </a:lnTo>
                <a:cubicBezTo>
                  <a:pt x="3042920" y="652399"/>
                  <a:pt x="2974975" y="720344"/>
                  <a:pt x="2891282" y="720344"/>
                </a:cubicBezTo>
                <a:lnTo>
                  <a:pt x="151638" y="720344"/>
                </a:lnTo>
                <a:cubicBezTo>
                  <a:pt x="67945" y="720344"/>
                  <a:pt x="0" y="652399"/>
                  <a:pt x="0" y="568706"/>
                </a:cubicBezTo>
                <a:close/>
              </a:path>
            </a:pathLst>
          </a:custGeom>
          <a:solidFill>
            <a:srgbClr val="DCEC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5" name="Google Shape;275;p3"/>
          <p:cNvGrpSpPr/>
          <p:nvPr/>
        </p:nvGrpSpPr>
        <p:grpSpPr>
          <a:xfrm>
            <a:off x="5623560" y="3332988"/>
            <a:ext cx="2263140" cy="466344"/>
            <a:chOff x="0" y="0"/>
            <a:chExt cx="3017520" cy="621792"/>
          </a:xfrm>
        </p:grpSpPr>
        <p:sp>
          <p:nvSpPr>
            <p:cNvPr id="276" name="Google Shape;276;p3"/>
            <p:cNvSpPr/>
            <p:nvPr/>
          </p:nvSpPr>
          <p:spPr>
            <a:xfrm>
              <a:off x="0" y="0"/>
              <a:ext cx="3017520" cy="621792"/>
            </a:xfrm>
            <a:custGeom>
              <a:rect b="b" l="l" r="r" t="t"/>
              <a:pathLst>
                <a:path extrusionOk="0" h="621792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621792"/>
                  </a:lnTo>
                  <a:lnTo>
                    <a:pt x="0" y="6217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4557" l="0" r="0" t="-44557"/>
              </a:stretch>
            </a:blipFill>
            <a:ln>
              <a:noFill/>
            </a:ln>
          </p:spPr>
        </p:sp>
        <p:sp>
          <p:nvSpPr>
            <p:cNvPr id="277" name="Google Shape;277;p3"/>
            <p:cNvSpPr txBox="1"/>
            <p:nvPr/>
          </p:nvSpPr>
          <p:spPr>
            <a:xfrm>
              <a:off x="0" y="0"/>
              <a:ext cx="3017520" cy="6217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25" u="none" cap="none" strike="noStrike">
                  <a:solidFill>
                    <a:srgbClr val="1D6FA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VXLAN / Tunnel</a:t>
              </a:r>
              <a:endParaRPr/>
            </a:p>
          </p:txBody>
        </p:sp>
      </p:grpSp>
      <p:sp>
        <p:nvSpPr>
          <p:cNvPr id="278" name="Google Shape;278;p3"/>
          <p:cNvSpPr/>
          <p:nvPr/>
        </p:nvSpPr>
        <p:spPr>
          <a:xfrm>
            <a:off x="8151495" y="3309747"/>
            <a:ext cx="2145030" cy="540258"/>
          </a:xfrm>
          <a:custGeom>
            <a:rect b="b" l="l" r="r" t="t"/>
            <a:pathLst>
              <a:path extrusionOk="0" h="720344" w="2860040">
                <a:moveTo>
                  <a:pt x="0" y="151638"/>
                </a:moveTo>
                <a:cubicBezTo>
                  <a:pt x="0" y="67945"/>
                  <a:pt x="67945" y="0"/>
                  <a:pt x="151638" y="0"/>
                </a:cubicBezTo>
                <a:lnTo>
                  <a:pt x="2708402" y="0"/>
                </a:lnTo>
                <a:cubicBezTo>
                  <a:pt x="2792095" y="0"/>
                  <a:pt x="2860040" y="67945"/>
                  <a:pt x="2860040" y="151638"/>
                </a:cubicBezTo>
                <a:lnTo>
                  <a:pt x="2860040" y="568706"/>
                </a:lnTo>
                <a:cubicBezTo>
                  <a:pt x="2860040" y="652399"/>
                  <a:pt x="2792095" y="720344"/>
                  <a:pt x="2708402" y="720344"/>
                </a:cubicBezTo>
                <a:lnTo>
                  <a:pt x="151638" y="720344"/>
                </a:lnTo>
                <a:cubicBezTo>
                  <a:pt x="67945" y="720344"/>
                  <a:pt x="0" y="652399"/>
                  <a:pt x="0" y="568706"/>
                </a:cubicBezTo>
                <a:close/>
              </a:path>
            </a:pathLst>
          </a:custGeom>
          <a:solidFill>
            <a:srgbClr val="DCEC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9" name="Google Shape;279;p3"/>
          <p:cNvGrpSpPr/>
          <p:nvPr/>
        </p:nvGrpSpPr>
        <p:grpSpPr>
          <a:xfrm>
            <a:off x="8161020" y="3332988"/>
            <a:ext cx="2125980" cy="466344"/>
            <a:chOff x="0" y="0"/>
            <a:chExt cx="2834640" cy="621792"/>
          </a:xfrm>
        </p:grpSpPr>
        <p:sp>
          <p:nvSpPr>
            <p:cNvPr id="280" name="Google Shape;280;p3"/>
            <p:cNvSpPr/>
            <p:nvPr/>
          </p:nvSpPr>
          <p:spPr>
            <a:xfrm>
              <a:off x="0" y="0"/>
              <a:ext cx="2834640" cy="621792"/>
            </a:xfrm>
            <a:custGeom>
              <a:rect b="b" l="l" r="r" t="t"/>
              <a:pathLst>
                <a:path extrusionOk="0" h="621792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621792"/>
                  </a:lnTo>
                  <a:lnTo>
                    <a:pt x="0" y="6217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8829" l="0" r="0" t="-38829"/>
              </a:stretch>
            </a:blipFill>
            <a:ln>
              <a:noFill/>
            </a:ln>
          </p:spPr>
        </p:sp>
        <p:sp>
          <p:nvSpPr>
            <p:cNvPr id="281" name="Google Shape;281;p3"/>
            <p:cNvSpPr txBox="1"/>
            <p:nvPr/>
          </p:nvSpPr>
          <p:spPr>
            <a:xfrm>
              <a:off x="0" y="0"/>
              <a:ext cx="2834640" cy="6217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25" u="none" cap="none" strike="noStrike">
                  <a:solidFill>
                    <a:srgbClr val="1D6FA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Segmentation</a:t>
              </a:r>
              <a:endParaRPr/>
            </a:p>
          </p:txBody>
        </p:sp>
      </p:grpSp>
      <p:sp>
        <p:nvSpPr>
          <p:cNvPr id="282" name="Google Shape;282;p3"/>
          <p:cNvSpPr/>
          <p:nvPr/>
        </p:nvSpPr>
        <p:spPr>
          <a:xfrm>
            <a:off x="10551795" y="3309747"/>
            <a:ext cx="2145030" cy="540258"/>
          </a:xfrm>
          <a:custGeom>
            <a:rect b="b" l="l" r="r" t="t"/>
            <a:pathLst>
              <a:path extrusionOk="0" h="720344" w="2860040">
                <a:moveTo>
                  <a:pt x="0" y="151638"/>
                </a:moveTo>
                <a:cubicBezTo>
                  <a:pt x="0" y="67945"/>
                  <a:pt x="67945" y="0"/>
                  <a:pt x="151638" y="0"/>
                </a:cubicBezTo>
                <a:lnTo>
                  <a:pt x="2708402" y="0"/>
                </a:lnTo>
                <a:cubicBezTo>
                  <a:pt x="2792095" y="0"/>
                  <a:pt x="2860040" y="67945"/>
                  <a:pt x="2860040" y="151638"/>
                </a:cubicBezTo>
                <a:lnTo>
                  <a:pt x="2860040" y="568706"/>
                </a:lnTo>
                <a:cubicBezTo>
                  <a:pt x="2860040" y="652399"/>
                  <a:pt x="2792095" y="720344"/>
                  <a:pt x="2708402" y="720344"/>
                </a:cubicBezTo>
                <a:lnTo>
                  <a:pt x="151638" y="720344"/>
                </a:lnTo>
                <a:cubicBezTo>
                  <a:pt x="67945" y="720344"/>
                  <a:pt x="0" y="652399"/>
                  <a:pt x="0" y="568706"/>
                </a:cubicBezTo>
                <a:close/>
              </a:path>
            </a:pathLst>
          </a:custGeom>
          <a:solidFill>
            <a:srgbClr val="DCEC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3" name="Google Shape;283;p3"/>
          <p:cNvGrpSpPr/>
          <p:nvPr/>
        </p:nvGrpSpPr>
        <p:grpSpPr>
          <a:xfrm>
            <a:off x="10561320" y="3332988"/>
            <a:ext cx="2125980" cy="466344"/>
            <a:chOff x="0" y="0"/>
            <a:chExt cx="2834640" cy="621792"/>
          </a:xfrm>
        </p:grpSpPr>
        <p:sp>
          <p:nvSpPr>
            <p:cNvPr id="284" name="Google Shape;284;p3"/>
            <p:cNvSpPr/>
            <p:nvPr/>
          </p:nvSpPr>
          <p:spPr>
            <a:xfrm>
              <a:off x="0" y="0"/>
              <a:ext cx="2834640" cy="621792"/>
            </a:xfrm>
            <a:custGeom>
              <a:rect b="b" l="l" r="r" t="t"/>
              <a:pathLst>
                <a:path extrusionOk="0" h="621792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621792"/>
                  </a:lnTo>
                  <a:lnTo>
                    <a:pt x="0" y="6217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8829" l="0" r="0" t="-38829"/>
              </a:stretch>
            </a:blipFill>
            <a:ln>
              <a:noFill/>
            </a:ln>
          </p:spPr>
        </p:sp>
        <p:sp>
          <p:nvSpPr>
            <p:cNvPr id="285" name="Google Shape;285;p3"/>
            <p:cNvSpPr txBox="1"/>
            <p:nvPr/>
          </p:nvSpPr>
          <p:spPr>
            <a:xfrm>
              <a:off x="0" y="0"/>
              <a:ext cx="2834640" cy="6217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25" u="none" cap="none" strike="noStrike">
                  <a:solidFill>
                    <a:srgbClr val="1D6FA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Host Mobility</a:t>
              </a:r>
              <a:endParaRPr/>
            </a:p>
          </p:txBody>
        </p:sp>
      </p:grpSp>
      <p:sp>
        <p:nvSpPr>
          <p:cNvPr id="286" name="Google Shape;286;p3"/>
          <p:cNvSpPr/>
          <p:nvPr/>
        </p:nvSpPr>
        <p:spPr>
          <a:xfrm>
            <a:off x="12952095" y="3309747"/>
            <a:ext cx="1870710" cy="540258"/>
          </a:xfrm>
          <a:custGeom>
            <a:rect b="b" l="l" r="r" t="t"/>
            <a:pathLst>
              <a:path extrusionOk="0" h="720344" w="2494280">
                <a:moveTo>
                  <a:pt x="0" y="151638"/>
                </a:moveTo>
                <a:cubicBezTo>
                  <a:pt x="0" y="67945"/>
                  <a:pt x="67945" y="0"/>
                  <a:pt x="151638" y="0"/>
                </a:cubicBezTo>
                <a:lnTo>
                  <a:pt x="2342642" y="0"/>
                </a:lnTo>
                <a:cubicBezTo>
                  <a:pt x="2426335" y="0"/>
                  <a:pt x="2494280" y="67945"/>
                  <a:pt x="2494280" y="151638"/>
                </a:cubicBezTo>
                <a:lnTo>
                  <a:pt x="2494280" y="568706"/>
                </a:lnTo>
                <a:cubicBezTo>
                  <a:pt x="2494280" y="652399"/>
                  <a:pt x="2426335" y="720344"/>
                  <a:pt x="2342642" y="720344"/>
                </a:cubicBezTo>
                <a:lnTo>
                  <a:pt x="151638" y="720344"/>
                </a:lnTo>
                <a:cubicBezTo>
                  <a:pt x="67945" y="720344"/>
                  <a:pt x="0" y="652399"/>
                  <a:pt x="0" y="568706"/>
                </a:cubicBezTo>
                <a:close/>
              </a:path>
            </a:pathLst>
          </a:custGeom>
          <a:solidFill>
            <a:srgbClr val="DCEC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7" name="Google Shape;287;p3"/>
          <p:cNvGrpSpPr/>
          <p:nvPr/>
        </p:nvGrpSpPr>
        <p:grpSpPr>
          <a:xfrm>
            <a:off x="12961620" y="3332988"/>
            <a:ext cx="1851660" cy="466344"/>
            <a:chOff x="0" y="0"/>
            <a:chExt cx="2468880" cy="621792"/>
          </a:xfrm>
        </p:grpSpPr>
        <p:sp>
          <p:nvSpPr>
            <p:cNvPr id="288" name="Google Shape;288;p3"/>
            <p:cNvSpPr/>
            <p:nvPr/>
          </p:nvSpPr>
          <p:spPr>
            <a:xfrm>
              <a:off x="0" y="0"/>
              <a:ext cx="2468880" cy="621792"/>
            </a:xfrm>
            <a:custGeom>
              <a:rect b="b" l="l" r="r" t="t"/>
              <a:pathLst>
                <a:path extrusionOk="0" h="621792" w="2468880">
                  <a:moveTo>
                    <a:pt x="0" y="0"/>
                  </a:moveTo>
                  <a:lnTo>
                    <a:pt x="2468880" y="0"/>
                  </a:lnTo>
                  <a:lnTo>
                    <a:pt x="2468880" y="621792"/>
                  </a:lnTo>
                  <a:lnTo>
                    <a:pt x="0" y="6217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7366" l="0" r="0" t="-27366"/>
              </a:stretch>
            </a:blipFill>
            <a:ln>
              <a:noFill/>
            </a:ln>
          </p:spPr>
        </p:sp>
        <p:sp>
          <p:nvSpPr>
            <p:cNvPr id="289" name="Google Shape;289;p3"/>
            <p:cNvSpPr txBox="1"/>
            <p:nvPr/>
          </p:nvSpPr>
          <p:spPr>
            <a:xfrm>
              <a:off x="0" y="0"/>
              <a:ext cx="2468880" cy="6217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25" u="none" cap="none" strike="noStrike">
                  <a:solidFill>
                    <a:srgbClr val="1D6FA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Automation</a:t>
              </a:r>
              <a:endParaRPr/>
            </a:p>
          </p:txBody>
        </p:sp>
      </p:grpSp>
      <p:sp>
        <p:nvSpPr>
          <p:cNvPr id="290" name="Google Shape;290;p3"/>
          <p:cNvSpPr/>
          <p:nvPr/>
        </p:nvSpPr>
        <p:spPr>
          <a:xfrm>
            <a:off x="1156335" y="5682615"/>
            <a:ext cx="16066771" cy="2007870"/>
          </a:xfrm>
          <a:custGeom>
            <a:rect b="b" l="l" r="r" t="t"/>
            <a:pathLst>
              <a:path extrusionOk="0" h="2677160" w="21422361">
                <a:moveTo>
                  <a:pt x="0" y="147701"/>
                </a:moveTo>
                <a:cubicBezTo>
                  <a:pt x="0" y="66167"/>
                  <a:pt x="66167" y="0"/>
                  <a:pt x="147701" y="0"/>
                </a:cubicBezTo>
                <a:lnTo>
                  <a:pt x="21274660" y="0"/>
                </a:lnTo>
                <a:cubicBezTo>
                  <a:pt x="21356194" y="0"/>
                  <a:pt x="21422361" y="66167"/>
                  <a:pt x="21422361" y="147701"/>
                </a:cubicBezTo>
                <a:lnTo>
                  <a:pt x="21422361" y="2529459"/>
                </a:lnTo>
                <a:cubicBezTo>
                  <a:pt x="21422361" y="2610993"/>
                  <a:pt x="21356194" y="2677160"/>
                  <a:pt x="21274660" y="2677160"/>
                </a:cubicBezTo>
                <a:lnTo>
                  <a:pt x="147701" y="2677160"/>
                </a:lnTo>
                <a:cubicBezTo>
                  <a:pt x="66167" y="2677160"/>
                  <a:pt x="0" y="2610993"/>
                  <a:pt x="0" y="2529459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D6E0E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1" name="Google Shape;291;p3"/>
          <p:cNvGrpSpPr/>
          <p:nvPr/>
        </p:nvGrpSpPr>
        <p:grpSpPr>
          <a:xfrm>
            <a:off x="1577340" y="6144768"/>
            <a:ext cx="3703320" cy="384048"/>
            <a:chOff x="0" y="0"/>
            <a:chExt cx="4937760" cy="512064"/>
          </a:xfrm>
        </p:grpSpPr>
        <p:sp>
          <p:nvSpPr>
            <p:cNvPr id="292" name="Google Shape;292;p3"/>
            <p:cNvSpPr/>
            <p:nvPr/>
          </p:nvSpPr>
          <p:spPr>
            <a:xfrm>
              <a:off x="0" y="0"/>
              <a:ext cx="4937760" cy="512064"/>
            </a:xfrm>
            <a:custGeom>
              <a:rect b="b" l="l" r="r" t="t"/>
              <a:pathLst>
                <a:path extrusionOk="0" h="512064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512064"/>
                  </a:lnTo>
                  <a:lnTo>
                    <a:pt x="0" y="51206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37885" l="0" r="0" t="-137885"/>
              </a:stretch>
            </a:blipFill>
            <a:ln>
              <a:noFill/>
            </a:ln>
          </p:spPr>
        </p:sp>
        <p:sp>
          <p:nvSpPr>
            <p:cNvPr id="293" name="Google Shape;293;p3"/>
            <p:cNvSpPr txBox="1"/>
            <p:nvPr/>
          </p:nvSpPr>
          <p:spPr>
            <a:xfrm>
              <a:off x="0" y="9525"/>
              <a:ext cx="4937760" cy="5025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00" u="none" cap="none" strike="noStrike">
                  <a:solidFill>
                    <a:srgbClr val="1F8A8A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UNDERLAY NETWORK</a:t>
              </a:r>
              <a:endParaRPr/>
            </a:p>
          </p:txBody>
        </p:sp>
      </p:grpSp>
      <p:grpSp>
        <p:nvGrpSpPr>
          <p:cNvPr id="294" name="Google Shape;294;p3"/>
          <p:cNvGrpSpPr/>
          <p:nvPr/>
        </p:nvGrpSpPr>
        <p:grpSpPr>
          <a:xfrm>
            <a:off x="1577340" y="6617684"/>
            <a:ext cx="4046220" cy="350044"/>
            <a:chOff x="0" y="-9525"/>
            <a:chExt cx="5394960" cy="466725"/>
          </a:xfrm>
        </p:grpSpPr>
        <p:sp>
          <p:nvSpPr>
            <p:cNvPr id="295" name="Google Shape;295;p3"/>
            <p:cNvSpPr/>
            <p:nvPr/>
          </p:nvSpPr>
          <p:spPr>
            <a:xfrm>
              <a:off x="0" y="0"/>
              <a:ext cx="5394960" cy="457200"/>
            </a:xfrm>
            <a:custGeom>
              <a:rect b="b" l="l" r="r" t="t"/>
              <a:pathLst>
                <a:path extrusionOk="0" h="457200" w="5394960">
                  <a:moveTo>
                    <a:pt x="0" y="0"/>
                  </a:moveTo>
                  <a:lnTo>
                    <a:pt x="5394960" y="0"/>
                  </a:lnTo>
                  <a:lnTo>
                    <a:pt x="5394960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79927" l="0" r="0" t="-179927"/>
              </a:stretch>
            </a:blipFill>
            <a:ln>
              <a:noFill/>
            </a:ln>
          </p:spPr>
        </p:sp>
        <p:sp>
          <p:nvSpPr>
            <p:cNvPr id="296" name="Google Shape;296;p3"/>
            <p:cNvSpPr txBox="1"/>
            <p:nvPr/>
          </p:nvSpPr>
          <p:spPr>
            <a:xfrm>
              <a:off x="0" y="-9525"/>
              <a:ext cx="5394960" cy="466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Physical Network / IP Routing</a:t>
              </a:r>
              <a:endParaRPr/>
            </a:p>
          </p:txBody>
        </p:sp>
      </p:grpSp>
      <p:sp>
        <p:nvSpPr>
          <p:cNvPr id="297" name="Google Shape;297;p3"/>
          <p:cNvSpPr/>
          <p:nvPr/>
        </p:nvSpPr>
        <p:spPr>
          <a:xfrm>
            <a:off x="6725031" y="6327267"/>
            <a:ext cx="677418" cy="677418"/>
          </a:xfrm>
          <a:custGeom>
            <a:rect b="b" l="l" r="r" t="t"/>
            <a:pathLst>
              <a:path extrusionOk="0" h="903224" w="903224">
                <a:moveTo>
                  <a:pt x="0" y="451612"/>
                </a:moveTo>
                <a:cubicBezTo>
                  <a:pt x="0" y="202184"/>
                  <a:pt x="202184" y="0"/>
                  <a:pt x="451612" y="0"/>
                </a:cubicBezTo>
                <a:cubicBezTo>
                  <a:pt x="701040" y="0"/>
                  <a:pt x="903224" y="202184"/>
                  <a:pt x="903224" y="451612"/>
                </a:cubicBezTo>
                <a:cubicBezTo>
                  <a:pt x="903224" y="701040"/>
                  <a:pt x="701040" y="903224"/>
                  <a:pt x="451612" y="903224"/>
                </a:cubicBezTo>
                <a:cubicBezTo>
                  <a:pt x="202184" y="903224"/>
                  <a:pt x="0" y="701040"/>
                  <a:pt x="0" y="451612"/>
                </a:cubicBezTo>
                <a:close/>
              </a:path>
            </a:pathLst>
          </a:custGeom>
          <a:solidFill>
            <a:srgbClr val="1D6FA5"/>
          </a:solidFill>
          <a:ln cap="sq" cmpd="sng" w="1905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8" name="Google Shape;298;p3"/>
          <p:cNvGrpSpPr/>
          <p:nvPr/>
        </p:nvGrpSpPr>
        <p:grpSpPr>
          <a:xfrm>
            <a:off x="6377940" y="7132320"/>
            <a:ext cx="1371600" cy="315468"/>
            <a:chOff x="0" y="0"/>
            <a:chExt cx="1828800" cy="420624"/>
          </a:xfrm>
        </p:grpSpPr>
        <p:sp>
          <p:nvSpPr>
            <p:cNvPr id="299" name="Google Shape;299;p3"/>
            <p:cNvSpPr/>
            <p:nvPr/>
          </p:nvSpPr>
          <p:spPr>
            <a:xfrm>
              <a:off x="0" y="0"/>
              <a:ext cx="1828800" cy="420624"/>
            </a:xfrm>
            <a:custGeom>
              <a:rect b="b" l="l" r="r" t="t"/>
              <a:pathLst>
                <a:path extrusionOk="0" h="420624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420624"/>
                  </a:lnTo>
                  <a:lnTo>
                    <a:pt x="0" y="42062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4717" l="0" r="0" t="-34717"/>
              </a:stretch>
            </a:blipFill>
            <a:ln>
              <a:noFill/>
            </a:ln>
          </p:spPr>
        </p:sp>
        <p:sp>
          <p:nvSpPr>
            <p:cNvPr id="300" name="Google Shape;300;p3"/>
            <p:cNvSpPr txBox="1"/>
            <p:nvPr/>
          </p:nvSpPr>
          <p:spPr>
            <a:xfrm>
              <a:off x="0" y="0"/>
              <a:ext cx="1828800" cy="4206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Router</a:t>
              </a:r>
              <a:endParaRPr/>
            </a:p>
          </p:txBody>
        </p:sp>
      </p:grpSp>
      <p:sp>
        <p:nvSpPr>
          <p:cNvPr id="301" name="Google Shape;301;p3"/>
          <p:cNvSpPr/>
          <p:nvPr/>
        </p:nvSpPr>
        <p:spPr>
          <a:xfrm>
            <a:off x="9056751" y="6327267"/>
            <a:ext cx="677418" cy="677418"/>
          </a:xfrm>
          <a:custGeom>
            <a:rect b="b" l="l" r="r" t="t"/>
            <a:pathLst>
              <a:path extrusionOk="0" h="903224" w="903224">
                <a:moveTo>
                  <a:pt x="0" y="451612"/>
                </a:moveTo>
                <a:cubicBezTo>
                  <a:pt x="0" y="202184"/>
                  <a:pt x="202184" y="0"/>
                  <a:pt x="451612" y="0"/>
                </a:cubicBezTo>
                <a:cubicBezTo>
                  <a:pt x="701040" y="0"/>
                  <a:pt x="903224" y="202184"/>
                  <a:pt x="903224" y="451612"/>
                </a:cubicBezTo>
                <a:cubicBezTo>
                  <a:pt x="903224" y="701040"/>
                  <a:pt x="701040" y="903224"/>
                  <a:pt x="451612" y="903224"/>
                </a:cubicBezTo>
                <a:cubicBezTo>
                  <a:pt x="202184" y="903224"/>
                  <a:pt x="0" y="701040"/>
                  <a:pt x="0" y="451612"/>
                </a:cubicBezTo>
                <a:close/>
              </a:path>
            </a:pathLst>
          </a:custGeom>
          <a:solidFill>
            <a:srgbClr val="1F8A8A"/>
          </a:solidFill>
          <a:ln cap="sq" cmpd="sng" w="1905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02" name="Google Shape;302;p3"/>
          <p:cNvGrpSpPr/>
          <p:nvPr/>
        </p:nvGrpSpPr>
        <p:grpSpPr>
          <a:xfrm>
            <a:off x="8709660" y="7132320"/>
            <a:ext cx="1371600" cy="315468"/>
            <a:chOff x="0" y="0"/>
            <a:chExt cx="1828800" cy="420624"/>
          </a:xfrm>
        </p:grpSpPr>
        <p:sp>
          <p:nvSpPr>
            <p:cNvPr id="303" name="Google Shape;303;p3"/>
            <p:cNvSpPr/>
            <p:nvPr/>
          </p:nvSpPr>
          <p:spPr>
            <a:xfrm>
              <a:off x="0" y="0"/>
              <a:ext cx="1828800" cy="420624"/>
            </a:xfrm>
            <a:custGeom>
              <a:rect b="b" l="l" r="r" t="t"/>
              <a:pathLst>
                <a:path extrusionOk="0" h="420624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420624"/>
                  </a:lnTo>
                  <a:lnTo>
                    <a:pt x="0" y="42062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4717" l="0" r="0" t="-34717"/>
              </a:stretch>
            </a:blipFill>
            <a:ln>
              <a:noFill/>
            </a:ln>
          </p:spPr>
        </p:sp>
        <p:sp>
          <p:nvSpPr>
            <p:cNvPr id="304" name="Google Shape;304;p3"/>
            <p:cNvSpPr txBox="1"/>
            <p:nvPr/>
          </p:nvSpPr>
          <p:spPr>
            <a:xfrm>
              <a:off x="0" y="0"/>
              <a:ext cx="1828800" cy="4206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Switch</a:t>
              </a:r>
              <a:endParaRPr/>
            </a:p>
          </p:txBody>
        </p:sp>
      </p:grpSp>
      <p:sp>
        <p:nvSpPr>
          <p:cNvPr id="305" name="Google Shape;305;p3"/>
          <p:cNvSpPr/>
          <p:nvPr/>
        </p:nvSpPr>
        <p:spPr>
          <a:xfrm>
            <a:off x="11388471" y="6327267"/>
            <a:ext cx="677418" cy="677418"/>
          </a:xfrm>
          <a:custGeom>
            <a:rect b="b" l="l" r="r" t="t"/>
            <a:pathLst>
              <a:path extrusionOk="0" h="903224" w="903224">
                <a:moveTo>
                  <a:pt x="0" y="451612"/>
                </a:moveTo>
                <a:cubicBezTo>
                  <a:pt x="0" y="202184"/>
                  <a:pt x="202184" y="0"/>
                  <a:pt x="451612" y="0"/>
                </a:cubicBezTo>
                <a:cubicBezTo>
                  <a:pt x="701040" y="0"/>
                  <a:pt x="903224" y="202184"/>
                  <a:pt x="903224" y="451612"/>
                </a:cubicBezTo>
                <a:cubicBezTo>
                  <a:pt x="903224" y="701040"/>
                  <a:pt x="701040" y="903224"/>
                  <a:pt x="451612" y="903224"/>
                </a:cubicBezTo>
                <a:cubicBezTo>
                  <a:pt x="202184" y="903224"/>
                  <a:pt x="0" y="701040"/>
                  <a:pt x="0" y="451612"/>
                </a:cubicBezTo>
                <a:close/>
              </a:path>
            </a:pathLst>
          </a:custGeom>
          <a:solidFill>
            <a:srgbClr val="1D6FA5"/>
          </a:solidFill>
          <a:ln cap="sq" cmpd="sng" w="1905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06" name="Google Shape;306;p3"/>
          <p:cNvGrpSpPr/>
          <p:nvPr/>
        </p:nvGrpSpPr>
        <p:grpSpPr>
          <a:xfrm>
            <a:off x="11041380" y="7132320"/>
            <a:ext cx="1371600" cy="315468"/>
            <a:chOff x="0" y="0"/>
            <a:chExt cx="1828800" cy="420624"/>
          </a:xfrm>
        </p:grpSpPr>
        <p:sp>
          <p:nvSpPr>
            <p:cNvPr id="307" name="Google Shape;307;p3"/>
            <p:cNvSpPr/>
            <p:nvPr/>
          </p:nvSpPr>
          <p:spPr>
            <a:xfrm>
              <a:off x="0" y="0"/>
              <a:ext cx="1828800" cy="420624"/>
            </a:xfrm>
            <a:custGeom>
              <a:rect b="b" l="l" r="r" t="t"/>
              <a:pathLst>
                <a:path extrusionOk="0" h="420624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420624"/>
                  </a:lnTo>
                  <a:lnTo>
                    <a:pt x="0" y="42062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4717" l="0" r="0" t="-34717"/>
              </a:stretch>
            </a:blipFill>
            <a:ln>
              <a:noFill/>
            </a:ln>
          </p:spPr>
        </p:sp>
        <p:sp>
          <p:nvSpPr>
            <p:cNvPr id="308" name="Google Shape;308;p3"/>
            <p:cNvSpPr txBox="1"/>
            <p:nvPr/>
          </p:nvSpPr>
          <p:spPr>
            <a:xfrm>
              <a:off x="0" y="0"/>
              <a:ext cx="1828800" cy="4206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Link</a:t>
              </a:r>
              <a:endParaRPr/>
            </a:p>
          </p:txBody>
        </p:sp>
      </p:grpSp>
      <p:sp>
        <p:nvSpPr>
          <p:cNvPr id="309" name="Google Shape;309;p3"/>
          <p:cNvSpPr/>
          <p:nvPr/>
        </p:nvSpPr>
        <p:spPr>
          <a:xfrm>
            <a:off x="13720191" y="6327267"/>
            <a:ext cx="677418" cy="677418"/>
          </a:xfrm>
          <a:custGeom>
            <a:rect b="b" l="l" r="r" t="t"/>
            <a:pathLst>
              <a:path extrusionOk="0" h="903224" w="903224">
                <a:moveTo>
                  <a:pt x="0" y="451612"/>
                </a:moveTo>
                <a:cubicBezTo>
                  <a:pt x="0" y="202184"/>
                  <a:pt x="202184" y="0"/>
                  <a:pt x="451612" y="0"/>
                </a:cubicBezTo>
                <a:cubicBezTo>
                  <a:pt x="701040" y="0"/>
                  <a:pt x="903224" y="202184"/>
                  <a:pt x="903224" y="451612"/>
                </a:cubicBezTo>
                <a:cubicBezTo>
                  <a:pt x="903224" y="701040"/>
                  <a:pt x="701040" y="903224"/>
                  <a:pt x="451612" y="903224"/>
                </a:cubicBezTo>
                <a:cubicBezTo>
                  <a:pt x="202184" y="903224"/>
                  <a:pt x="0" y="701040"/>
                  <a:pt x="0" y="451612"/>
                </a:cubicBezTo>
                <a:close/>
              </a:path>
            </a:pathLst>
          </a:custGeom>
          <a:solidFill>
            <a:srgbClr val="1F8A8A"/>
          </a:solidFill>
          <a:ln cap="sq" cmpd="sng" w="1905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0" name="Google Shape;310;p3"/>
          <p:cNvGrpSpPr/>
          <p:nvPr/>
        </p:nvGrpSpPr>
        <p:grpSpPr>
          <a:xfrm>
            <a:off x="13373100" y="7132320"/>
            <a:ext cx="1371600" cy="315468"/>
            <a:chOff x="0" y="0"/>
            <a:chExt cx="1828800" cy="420624"/>
          </a:xfrm>
        </p:grpSpPr>
        <p:sp>
          <p:nvSpPr>
            <p:cNvPr id="311" name="Google Shape;311;p3"/>
            <p:cNvSpPr/>
            <p:nvPr/>
          </p:nvSpPr>
          <p:spPr>
            <a:xfrm>
              <a:off x="0" y="0"/>
              <a:ext cx="1828800" cy="420624"/>
            </a:xfrm>
            <a:custGeom>
              <a:rect b="b" l="l" r="r" t="t"/>
              <a:pathLst>
                <a:path extrusionOk="0" h="420624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420624"/>
                  </a:lnTo>
                  <a:lnTo>
                    <a:pt x="0" y="42062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4717" l="0" r="0" t="-34717"/>
              </a:stretch>
            </a:blipFill>
            <a:ln>
              <a:noFill/>
            </a:ln>
          </p:spPr>
        </p:sp>
        <p:sp>
          <p:nvSpPr>
            <p:cNvPr id="312" name="Google Shape;312;p3"/>
            <p:cNvSpPr txBox="1"/>
            <p:nvPr/>
          </p:nvSpPr>
          <p:spPr>
            <a:xfrm>
              <a:off x="0" y="0"/>
              <a:ext cx="1828800" cy="4206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IP Routing</a:t>
              </a:r>
              <a:endParaRPr/>
            </a:p>
          </p:txBody>
        </p:sp>
      </p:grpSp>
      <p:cxnSp>
        <p:nvCxnSpPr>
          <p:cNvPr id="313" name="Google Shape;313;p3"/>
          <p:cNvCxnSpPr/>
          <p:nvPr/>
        </p:nvCxnSpPr>
        <p:spPr>
          <a:xfrm rot="60659">
            <a:off x="7419661" y="6656451"/>
            <a:ext cx="1619879" cy="0"/>
          </a:xfrm>
          <a:prstGeom prst="straightConnector1">
            <a:avLst/>
          </a:prstGeom>
          <a:noFill/>
          <a:ln cap="rnd" cmpd="sng" w="19050">
            <a:solidFill>
              <a:srgbClr val="D6E0E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4" name="Google Shape;314;p3"/>
          <p:cNvCxnSpPr/>
          <p:nvPr/>
        </p:nvCxnSpPr>
        <p:spPr>
          <a:xfrm rot="60659">
            <a:off x="9751381" y="6656451"/>
            <a:ext cx="1619879" cy="0"/>
          </a:xfrm>
          <a:prstGeom prst="straightConnector1">
            <a:avLst/>
          </a:prstGeom>
          <a:noFill/>
          <a:ln cap="rnd" cmpd="sng" w="19050">
            <a:solidFill>
              <a:srgbClr val="D6E0E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5" name="Google Shape;315;p3"/>
          <p:cNvCxnSpPr/>
          <p:nvPr/>
        </p:nvCxnSpPr>
        <p:spPr>
          <a:xfrm rot="60659">
            <a:off x="12083101" y="6656451"/>
            <a:ext cx="1619879" cy="0"/>
          </a:xfrm>
          <a:prstGeom prst="straightConnector1">
            <a:avLst/>
          </a:prstGeom>
          <a:noFill/>
          <a:ln cap="rnd" cmpd="sng" w="19050">
            <a:solidFill>
              <a:srgbClr val="D6E0E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6" name="Google Shape;316;p3"/>
          <p:cNvCxnSpPr/>
          <p:nvPr/>
        </p:nvCxnSpPr>
        <p:spPr>
          <a:xfrm rot="5277300">
            <a:off x="7695857" y="5031105"/>
            <a:ext cx="1067476" cy="0"/>
          </a:xfrm>
          <a:prstGeom prst="straightConnector1">
            <a:avLst/>
          </a:prstGeom>
          <a:noFill/>
          <a:ln cap="rnd" cmpd="sng" w="19050">
            <a:solidFill>
              <a:srgbClr val="1FA7C8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317" name="Google Shape;317;p3"/>
          <p:cNvGrpSpPr/>
          <p:nvPr/>
        </p:nvGrpSpPr>
        <p:grpSpPr>
          <a:xfrm>
            <a:off x="8503920" y="4869180"/>
            <a:ext cx="2331720" cy="342900"/>
            <a:chOff x="0" y="0"/>
            <a:chExt cx="3108960" cy="457200"/>
          </a:xfrm>
        </p:grpSpPr>
        <p:sp>
          <p:nvSpPr>
            <p:cNvPr id="318" name="Google Shape;318;p3"/>
            <p:cNvSpPr/>
            <p:nvPr/>
          </p:nvSpPr>
          <p:spPr>
            <a:xfrm>
              <a:off x="0" y="0"/>
              <a:ext cx="3108960" cy="457200"/>
            </a:xfrm>
            <a:custGeom>
              <a:rect b="b" l="l" r="r" t="t"/>
              <a:pathLst>
                <a:path extrusionOk="0" h="45720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82499" l="0" r="0" t="-82499"/>
              </a:stretch>
            </a:blipFill>
            <a:ln>
              <a:noFill/>
            </a:ln>
          </p:spPr>
        </p:sp>
        <p:sp>
          <p:nvSpPr>
            <p:cNvPr id="319" name="Google Shape;319;p3"/>
            <p:cNvSpPr txBox="1"/>
            <p:nvPr/>
          </p:nvSpPr>
          <p:spPr>
            <a:xfrm>
              <a:off x="0" y="0"/>
              <a:ext cx="31089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25" u="none" cap="none" strike="noStrike">
                  <a:solidFill>
                    <a:srgbClr val="1FA7C8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“วิ่งบนเส้นทางจริง”</a:t>
              </a:r>
              <a:endParaRPr/>
            </a:p>
          </p:txBody>
        </p:sp>
      </p:grpSp>
      <p:sp>
        <p:nvSpPr>
          <p:cNvPr id="320" name="Google Shape;320;p3"/>
          <p:cNvSpPr/>
          <p:nvPr/>
        </p:nvSpPr>
        <p:spPr>
          <a:xfrm>
            <a:off x="4173855" y="8151495"/>
            <a:ext cx="9894569" cy="704850"/>
          </a:xfrm>
          <a:custGeom>
            <a:rect b="b" l="l" r="r" t="t"/>
            <a:pathLst>
              <a:path extrusionOk="0" h="939800" w="13192759">
                <a:moveTo>
                  <a:pt x="0" y="150368"/>
                </a:moveTo>
                <a:cubicBezTo>
                  <a:pt x="0" y="67310"/>
                  <a:pt x="67310" y="0"/>
                  <a:pt x="150368" y="0"/>
                </a:cubicBezTo>
                <a:lnTo>
                  <a:pt x="13042392" y="0"/>
                </a:lnTo>
                <a:cubicBezTo>
                  <a:pt x="13125450" y="0"/>
                  <a:pt x="13192759" y="67310"/>
                  <a:pt x="13192759" y="150368"/>
                </a:cubicBezTo>
                <a:lnTo>
                  <a:pt x="13192759" y="789432"/>
                </a:lnTo>
                <a:cubicBezTo>
                  <a:pt x="13192759" y="872490"/>
                  <a:pt x="13125450" y="939800"/>
                  <a:pt x="13042392" y="939800"/>
                </a:cubicBezTo>
                <a:lnTo>
                  <a:pt x="150368" y="939800"/>
                </a:lnTo>
                <a:cubicBezTo>
                  <a:pt x="67310" y="939800"/>
                  <a:pt x="0" y="872490"/>
                  <a:pt x="0" y="789432"/>
                </a:cubicBezTo>
                <a:close/>
              </a:path>
            </a:pathLst>
          </a:custGeom>
          <a:solidFill>
            <a:srgbClr val="0D2B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1" name="Google Shape;321;p3"/>
          <p:cNvGrpSpPr/>
          <p:nvPr/>
        </p:nvGrpSpPr>
        <p:grpSpPr>
          <a:xfrm>
            <a:off x="4320540" y="8298180"/>
            <a:ext cx="9601200" cy="342900"/>
            <a:chOff x="0" y="0"/>
            <a:chExt cx="12801600" cy="457200"/>
          </a:xfrm>
        </p:grpSpPr>
        <p:sp>
          <p:nvSpPr>
            <p:cNvPr id="322" name="Google Shape;322;p3"/>
            <p:cNvSpPr/>
            <p:nvPr/>
          </p:nvSpPr>
          <p:spPr>
            <a:xfrm>
              <a:off x="0" y="0"/>
              <a:ext cx="12801600" cy="457200"/>
            </a:xfrm>
            <a:custGeom>
              <a:rect b="b" l="l" r="r" t="t"/>
              <a:pathLst>
                <a:path extrusionOk="0" h="45720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95613" l="0" r="0" t="-495613"/>
              </a:stretch>
            </a:blipFill>
            <a:ln>
              <a:noFill/>
            </a:ln>
          </p:spPr>
        </p:sp>
        <p:sp>
          <p:nvSpPr>
            <p:cNvPr id="323" name="Google Shape;323;p3"/>
            <p:cNvSpPr txBox="1"/>
            <p:nvPr/>
          </p:nvSpPr>
          <p:spPr>
            <a:xfrm>
              <a:off x="0" y="9525"/>
              <a:ext cx="128016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00" u="none" cap="none" strike="noStrike">
                  <a:solidFill>
                    <a:srgbClr val="FFFFFF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จำง่าย ๆ : Underlay = เส้นทางจริง   |   Overlay = Network เสมือน</a:t>
              </a:r>
              <a:endParaRPr/>
            </a:p>
          </p:txBody>
        </p:sp>
      </p:grpSp>
      <p:grpSp>
        <p:nvGrpSpPr>
          <p:cNvPr id="324" name="Google Shape;324;p3"/>
          <p:cNvGrpSpPr/>
          <p:nvPr/>
        </p:nvGrpSpPr>
        <p:grpSpPr>
          <a:xfrm>
            <a:off x="12550140" y="9484328"/>
            <a:ext cx="4389120" cy="254032"/>
            <a:chOff x="0" y="-9525"/>
            <a:chExt cx="5852160" cy="338709"/>
          </a:xfrm>
        </p:grpSpPr>
        <p:sp>
          <p:nvSpPr>
            <p:cNvPr id="325" name="Google Shape;325;p3"/>
            <p:cNvSpPr/>
            <p:nvPr/>
          </p:nvSpPr>
          <p:spPr>
            <a:xfrm>
              <a:off x="0" y="0"/>
              <a:ext cx="5852160" cy="329184"/>
            </a:xfrm>
            <a:custGeom>
              <a:rect b="b" l="l" r="r" t="t"/>
              <a:pathLst>
                <a:path extrusionOk="0" h="329184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329184"/>
                  </a:lnTo>
                  <a:lnTo>
                    <a:pt x="0" y="32918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96404" l="0" r="0" t="-296404"/>
              </a:stretch>
            </a:blipFill>
            <a:ln>
              <a:noFill/>
            </a:ln>
          </p:spPr>
        </p:sp>
        <p:sp>
          <p:nvSpPr>
            <p:cNvPr id="326" name="Google Shape;326;p3"/>
            <p:cNvSpPr txBox="1"/>
            <p:nvPr/>
          </p:nvSpPr>
          <p:spPr>
            <a:xfrm>
              <a:off x="0" y="-9525"/>
              <a:ext cx="5852160" cy="3387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5" u="none" cap="none" strike="noStrike">
                  <a:solidFill>
                    <a:srgbClr val="8795A4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Source: Cisco CCNP Enterprise • Chapter 23</a:t>
              </a:r>
              <a:endParaRPr/>
            </a:p>
          </p:txBody>
        </p:sp>
      </p:grpSp>
      <p:sp>
        <p:nvSpPr>
          <p:cNvPr id="327" name="Google Shape;327;p3"/>
          <p:cNvSpPr txBox="1"/>
          <p:nvPr/>
        </p:nvSpPr>
        <p:spPr>
          <a:xfrm>
            <a:off x="16527780" y="9806940"/>
            <a:ext cx="10287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B7785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9FC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6" name="Google Shape;336;p4"/>
          <p:cNvCxnSpPr/>
          <p:nvPr/>
        </p:nvCxnSpPr>
        <p:spPr>
          <a:xfrm rot="3840">
            <a:off x="607685" y="9802178"/>
            <a:ext cx="17026900" cy="0"/>
          </a:xfrm>
          <a:prstGeom prst="straightConnector1">
            <a:avLst/>
          </a:prstGeom>
          <a:noFill/>
          <a:ln cap="rnd" cmpd="sng" w="9525">
            <a:solidFill>
              <a:srgbClr val="D6E0EA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37" name="Google Shape;337;p4"/>
          <p:cNvGrpSpPr/>
          <p:nvPr/>
        </p:nvGrpSpPr>
        <p:grpSpPr>
          <a:xfrm>
            <a:off x="754380" y="9868376"/>
            <a:ext cx="11658600" cy="254032"/>
            <a:chOff x="0" y="-9525"/>
            <a:chExt cx="15544800" cy="338709"/>
          </a:xfrm>
        </p:grpSpPr>
        <p:sp>
          <p:nvSpPr>
            <p:cNvPr id="338" name="Google Shape;338;p4"/>
            <p:cNvSpPr/>
            <p:nvPr/>
          </p:nvSpPr>
          <p:spPr>
            <a:xfrm>
              <a:off x="0" y="0"/>
              <a:ext cx="15544800" cy="329184"/>
            </a:xfrm>
            <a:custGeom>
              <a:rect b="b" l="l" r="r" t="t"/>
              <a:pathLst>
                <a:path extrusionOk="0" h="329184" w="15544800">
                  <a:moveTo>
                    <a:pt x="0" y="0"/>
                  </a:moveTo>
                  <a:lnTo>
                    <a:pt x="15544800" y="0"/>
                  </a:lnTo>
                  <a:lnTo>
                    <a:pt x="15544800" y="329184"/>
                  </a:lnTo>
                  <a:lnTo>
                    <a:pt x="0" y="32918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870132" l="0" r="0" t="-870132"/>
              </a:stretch>
            </a:blipFill>
            <a:ln>
              <a:noFill/>
            </a:ln>
          </p:spPr>
        </p:sp>
        <p:sp>
          <p:nvSpPr>
            <p:cNvPr id="339" name="Google Shape;339;p4"/>
            <p:cNvSpPr txBox="1"/>
            <p:nvPr/>
          </p:nvSpPr>
          <p:spPr>
            <a:xfrm>
              <a:off x="0" y="-9525"/>
              <a:ext cx="15544800" cy="3387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5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FABRIC TECHNOLOGIES  •  CCNP ENTERPRISE / CHAPTER 23</a:t>
              </a:r>
              <a:endParaRPr/>
            </a:p>
          </p:txBody>
        </p:sp>
      </p:grpSp>
      <p:grpSp>
        <p:nvGrpSpPr>
          <p:cNvPr id="340" name="Google Shape;340;p4"/>
          <p:cNvGrpSpPr/>
          <p:nvPr/>
        </p:nvGrpSpPr>
        <p:grpSpPr>
          <a:xfrm>
            <a:off x="822960" y="480060"/>
            <a:ext cx="6172200" cy="301752"/>
            <a:chOff x="0" y="0"/>
            <a:chExt cx="8229600" cy="402336"/>
          </a:xfrm>
        </p:grpSpPr>
        <p:sp>
          <p:nvSpPr>
            <p:cNvPr id="341" name="Google Shape;341;p4"/>
            <p:cNvSpPr/>
            <p:nvPr/>
          </p:nvSpPr>
          <p:spPr>
            <a:xfrm>
              <a:off x="0" y="0"/>
              <a:ext cx="8229600" cy="402336"/>
            </a:xfrm>
            <a:custGeom>
              <a:rect b="b" l="l" r="r" t="t"/>
              <a:pathLst>
                <a:path extrusionOk="0" h="402336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402336"/>
                  </a:lnTo>
                  <a:lnTo>
                    <a:pt x="0" y="40233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48534" l="0" r="0" t="-348534"/>
              </a:stretch>
            </a:blipFill>
            <a:ln>
              <a:noFill/>
            </a:ln>
          </p:spPr>
        </p:sp>
        <p:sp>
          <p:nvSpPr>
            <p:cNvPr id="342" name="Google Shape;342;p4"/>
            <p:cNvSpPr txBox="1"/>
            <p:nvPr/>
          </p:nvSpPr>
          <p:spPr>
            <a:xfrm>
              <a:off x="0" y="0"/>
              <a:ext cx="8229600" cy="4023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75" u="none" cap="none" strike="noStrike">
                  <a:solidFill>
                    <a:srgbClr val="1FA7C8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03 / CAMPUS FABRIC</a:t>
              </a:r>
              <a:endParaRPr/>
            </a:p>
          </p:txBody>
        </p:sp>
      </p:grpSp>
      <p:grpSp>
        <p:nvGrpSpPr>
          <p:cNvPr id="343" name="Google Shape;343;p4"/>
          <p:cNvGrpSpPr/>
          <p:nvPr/>
        </p:nvGrpSpPr>
        <p:grpSpPr>
          <a:xfrm>
            <a:off x="822960" y="884396"/>
            <a:ext cx="16322040" cy="761524"/>
            <a:chOff x="0" y="-9525"/>
            <a:chExt cx="21762720" cy="1015365"/>
          </a:xfrm>
        </p:grpSpPr>
        <p:sp>
          <p:nvSpPr>
            <p:cNvPr id="344" name="Google Shape;344;p4"/>
            <p:cNvSpPr/>
            <p:nvPr/>
          </p:nvSpPr>
          <p:spPr>
            <a:xfrm>
              <a:off x="0" y="0"/>
              <a:ext cx="21762720" cy="1005840"/>
            </a:xfrm>
            <a:custGeom>
              <a:rect b="b" l="l" r="r" t="t"/>
              <a:pathLst>
                <a:path extrusionOk="0" h="100584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005840"/>
                  </a:lnTo>
                  <a:lnTo>
                    <a:pt x="0" y="10058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71585" l="0" r="0" t="-371585"/>
              </a:stretch>
            </a:blipFill>
            <a:ln>
              <a:noFill/>
            </a:ln>
          </p:spPr>
        </p:sp>
        <p:sp>
          <p:nvSpPr>
            <p:cNvPr id="345" name="Google Shape;345;p4"/>
            <p:cNvSpPr txBox="1"/>
            <p:nvPr/>
          </p:nvSpPr>
          <p:spPr>
            <a:xfrm>
              <a:off x="0" y="-9525"/>
              <a:ext cx="21762720" cy="10153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200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SD-Access</a:t>
              </a:r>
              <a:endParaRPr/>
            </a:p>
          </p:txBody>
        </p:sp>
      </p:grpSp>
      <p:grpSp>
        <p:nvGrpSpPr>
          <p:cNvPr id="346" name="Google Shape;346;p4"/>
          <p:cNvGrpSpPr/>
          <p:nvPr/>
        </p:nvGrpSpPr>
        <p:grpSpPr>
          <a:xfrm>
            <a:off x="822960" y="1728216"/>
            <a:ext cx="16459200" cy="521208"/>
            <a:chOff x="0" y="0"/>
            <a:chExt cx="21945600" cy="694944"/>
          </a:xfrm>
        </p:grpSpPr>
        <p:sp>
          <p:nvSpPr>
            <p:cNvPr id="347" name="Google Shape;347;p4"/>
            <p:cNvSpPr/>
            <p:nvPr/>
          </p:nvSpPr>
          <p:spPr>
            <a:xfrm>
              <a:off x="0" y="0"/>
              <a:ext cx="21945600" cy="694944"/>
            </a:xfrm>
            <a:custGeom>
              <a:rect b="b" l="l" r="r" t="t"/>
              <a:pathLst>
                <a:path extrusionOk="0" h="69494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94944"/>
                  </a:lnTo>
                  <a:lnTo>
                    <a:pt x="0" y="69494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65309" l="0" r="0" t="-565309"/>
              </a:stretch>
            </a:blipFill>
            <a:ln>
              <a:noFill/>
            </a:ln>
          </p:spPr>
        </p:sp>
        <p:sp>
          <p:nvSpPr>
            <p:cNvPr id="348" name="Google Shape;348;p4"/>
            <p:cNvSpPr txBox="1"/>
            <p:nvPr/>
          </p:nvSpPr>
          <p:spPr>
            <a:xfrm>
              <a:off x="0" y="0"/>
              <a:ext cx="21945600" cy="6949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75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Software-Defined Access สำหรับ Campus Network ของ Cisco</a:t>
              </a:r>
              <a:endParaRPr/>
            </a:p>
          </p:txBody>
        </p:sp>
      </p:grpSp>
      <p:sp>
        <p:nvSpPr>
          <p:cNvPr id="349" name="Google Shape;349;p4"/>
          <p:cNvSpPr/>
          <p:nvPr/>
        </p:nvSpPr>
        <p:spPr>
          <a:xfrm>
            <a:off x="950595" y="2596515"/>
            <a:ext cx="9620250" cy="6259830"/>
          </a:xfrm>
          <a:custGeom>
            <a:rect b="b" l="l" r="r" t="t"/>
            <a:pathLst>
              <a:path extrusionOk="0" h="8346440" w="12827000">
                <a:moveTo>
                  <a:pt x="0" y="146685"/>
                </a:moveTo>
                <a:cubicBezTo>
                  <a:pt x="0" y="65659"/>
                  <a:pt x="65659" y="0"/>
                  <a:pt x="146685" y="0"/>
                </a:cubicBezTo>
                <a:lnTo>
                  <a:pt x="12680315" y="0"/>
                </a:lnTo>
                <a:cubicBezTo>
                  <a:pt x="12761341" y="0"/>
                  <a:pt x="12827000" y="65659"/>
                  <a:pt x="12827000" y="146685"/>
                </a:cubicBezTo>
                <a:lnTo>
                  <a:pt x="12827000" y="8199755"/>
                </a:lnTo>
                <a:cubicBezTo>
                  <a:pt x="12827000" y="8280781"/>
                  <a:pt x="12761341" y="8346440"/>
                  <a:pt x="12680315" y="8346440"/>
                </a:cubicBezTo>
                <a:lnTo>
                  <a:pt x="146685" y="8346440"/>
                </a:lnTo>
                <a:cubicBezTo>
                  <a:pt x="65659" y="8346440"/>
                  <a:pt x="0" y="8280781"/>
                  <a:pt x="0" y="8199755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D6E0E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0" name="Google Shape;350;p4"/>
          <p:cNvGrpSpPr/>
          <p:nvPr/>
        </p:nvGrpSpPr>
        <p:grpSpPr>
          <a:xfrm>
            <a:off x="1303020" y="2969228"/>
            <a:ext cx="3840480" cy="391192"/>
            <a:chOff x="0" y="-9525"/>
            <a:chExt cx="5120640" cy="521589"/>
          </a:xfrm>
        </p:grpSpPr>
        <p:sp>
          <p:nvSpPr>
            <p:cNvPr id="351" name="Google Shape;351;p4"/>
            <p:cNvSpPr/>
            <p:nvPr/>
          </p:nvSpPr>
          <p:spPr>
            <a:xfrm>
              <a:off x="0" y="0"/>
              <a:ext cx="5120640" cy="512064"/>
            </a:xfrm>
            <a:custGeom>
              <a:rect b="b" l="l" r="r" t="t"/>
              <a:pathLst>
                <a:path extrusionOk="0" h="512064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512064"/>
                  </a:lnTo>
                  <a:lnTo>
                    <a:pt x="0" y="51206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44856" l="0" r="0" t="-144856"/>
              </a:stretch>
            </a:blipFill>
            <a:ln>
              <a:noFill/>
            </a:ln>
          </p:spPr>
        </p:sp>
        <p:sp>
          <p:nvSpPr>
            <p:cNvPr id="352" name="Google Shape;352;p4"/>
            <p:cNvSpPr txBox="1"/>
            <p:nvPr/>
          </p:nvSpPr>
          <p:spPr>
            <a:xfrm>
              <a:off x="0" y="-9525"/>
              <a:ext cx="5120640" cy="5215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1FA7C8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CAMPUS FABRIC</a:t>
              </a:r>
              <a:endParaRPr/>
            </a:p>
          </p:txBody>
        </p:sp>
      </p:grpSp>
      <p:sp>
        <p:nvSpPr>
          <p:cNvPr id="353" name="Google Shape;353;p4"/>
          <p:cNvSpPr/>
          <p:nvPr/>
        </p:nvSpPr>
        <p:spPr>
          <a:xfrm>
            <a:off x="1704975" y="7328535"/>
            <a:ext cx="1459230" cy="704850"/>
          </a:xfrm>
          <a:custGeom>
            <a:rect b="b" l="l" r="r" t="t"/>
            <a:pathLst>
              <a:path extrusionOk="0" h="939800" w="1945640">
                <a:moveTo>
                  <a:pt x="0" y="150368"/>
                </a:moveTo>
                <a:cubicBezTo>
                  <a:pt x="0" y="67310"/>
                  <a:pt x="67310" y="0"/>
                  <a:pt x="150368" y="0"/>
                </a:cubicBezTo>
                <a:lnTo>
                  <a:pt x="1795272" y="0"/>
                </a:lnTo>
                <a:cubicBezTo>
                  <a:pt x="1878330" y="0"/>
                  <a:pt x="1945640" y="67310"/>
                  <a:pt x="1945640" y="150368"/>
                </a:cubicBezTo>
                <a:lnTo>
                  <a:pt x="1945640" y="789432"/>
                </a:lnTo>
                <a:cubicBezTo>
                  <a:pt x="1945640" y="872490"/>
                  <a:pt x="1878330" y="939800"/>
                  <a:pt x="1795272" y="939800"/>
                </a:cubicBezTo>
                <a:lnTo>
                  <a:pt x="150368" y="939800"/>
                </a:lnTo>
                <a:cubicBezTo>
                  <a:pt x="67310" y="939800"/>
                  <a:pt x="0" y="872490"/>
                  <a:pt x="0" y="789432"/>
                </a:cubicBezTo>
                <a:close/>
              </a:path>
            </a:pathLst>
          </a:custGeom>
          <a:solidFill>
            <a:srgbClr val="DCECF7"/>
          </a:solidFill>
          <a:ln cap="sq" cmpd="sng" w="19050">
            <a:solidFill>
              <a:srgbClr val="D6E0E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4" name="Google Shape;354;p4"/>
          <p:cNvGrpSpPr/>
          <p:nvPr/>
        </p:nvGrpSpPr>
        <p:grpSpPr>
          <a:xfrm>
            <a:off x="1714500" y="7502652"/>
            <a:ext cx="1440180" cy="274320"/>
            <a:chOff x="0" y="0"/>
            <a:chExt cx="1920240" cy="365760"/>
          </a:xfrm>
        </p:grpSpPr>
        <p:sp>
          <p:nvSpPr>
            <p:cNvPr id="355" name="Google Shape;355;p4"/>
            <p:cNvSpPr/>
            <p:nvPr/>
          </p:nvSpPr>
          <p:spPr>
            <a:xfrm>
              <a:off x="0" y="0"/>
              <a:ext cx="1920240" cy="365760"/>
            </a:xfrm>
            <a:custGeom>
              <a:rect b="b" l="l" r="r" t="t"/>
              <a:pathLst>
                <a:path extrusionOk="0" h="365760" w="1920240">
                  <a:moveTo>
                    <a:pt x="0" y="0"/>
                  </a:moveTo>
                  <a:lnTo>
                    <a:pt x="1920240" y="0"/>
                  </a:lnTo>
                  <a:lnTo>
                    <a:pt x="1920240" y="365760"/>
                  </a:lnTo>
                  <a:lnTo>
                    <a:pt x="0" y="3657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2296" l="0" r="0" t="-52296"/>
              </a:stretch>
            </a:blipFill>
            <a:ln>
              <a:noFill/>
            </a:ln>
          </p:spPr>
        </p:sp>
        <p:sp>
          <p:nvSpPr>
            <p:cNvPr id="356" name="Google Shape;356;p4"/>
            <p:cNvSpPr txBox="1"/>
            <p:nvPr/>
          </p:nvSpPr>
          <p:spPr>
            <a:xfrm>
              <a:off x="0" y="0"/>
              <a:ext cx="19202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75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Student</a:t>
              </a:r>
              <a:endParaRPr/>
            </a:p>
          </p:txBody>
        </p:sp>
      </p:grpSp>
      <p:cxnSp>
        <p:nvCxnSpPr>
          <p:cNvPr id="357" name="Google Shape;357;p4"/>
          <p:cNvCxnSpPr/>
          <p:nvPr/>
        </p:nvCxnSpPr>
        <p:spPr>
          <a:xfrm rot="138480">
            <a:off x="2415102" y="7333297"/>
            <a:ext cx="615048" cy="0"/>
          </a:xfrm>
          <a:prstGeom prst="straightConnector1">
            <a:avLst/>
          </a:prstGeom>
          <a:noFill/>
          <a:ln cap="rnd" cmpd="sng" w="9525">
            <a:solidFill>
              <a:srgbClr val="D6E0E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58" name="Google Shape;358;p4"/>
          <p:cNvSpPr/>
          <p:nvPr/>
        </p:nvSpPr>
        <p:spPr>
          <a:xfrm>
            <a:off x="3830955" y="7328535"/>
            <a:ext cx="1459230" cy="704850"/>
          </a:xfrm>
          <a:custGeom>
            <a:rect b="b" l="l" r="r" t="t"/>
            <a:pathLst>
              <a:path extrusionOk="0" h="939800" w="1945640">
                <a:moveTo>
                  <a:pt x="0" y="150368"/>
                </a:moveTo>
                <a:cubicBezTo>
                  <a:pt x="0" y="67310"/>
                  <a:pt x="67310" y="0"/>
                  <a:pt x="150368" y="0"/>
                </a:cubicBezTo>
                <a:lnTo>
                  <a:pt x="1795272" y="0"/>
                </a:lnTo>
                <a:cubicBezTo>
                  <a:pt x="1878330" y="0"/>
                  <a:pt x="1945640" y="67310"/>
                  <a:pt x="1945640" y="150368"/>
                </a:cubicBezTo>
                <a:lnTo>
                  <a:pt x="1945640" y="789432"/>
                </a:lnTo>
                <a:cubicBezTo>
                  <a:pt x="1945640" y="872490"/>
                  <a:pt x="1878330" y="939800"/>
                  <a:pt x="1795272" y="939800"/>
                </a:cubicBezTo>
                <a:lnTo>
                  <a:pt x="150368" y="939800"/>
                </a:lnTo>
                <a:cubicBezTo>
                  <a:pt x="67310" y="939800"/>
                  <a:pt x="0" y="872490"/>
                  <a:pt x="0" y="789432"/>
                </a:cubicBezTo>
                <a:close/>
              </a:path>
            </a:pathLst>
          </a:custGeom>
          <a:solidFill>
            <a:srgbClr val="E8F5FB"/>
          </a:solidFill>
          <a:ln cap="sq" cmpd="sng" w="19050">
            <a:solidFill>
              <a:srgbClr val="D6E0E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9" name="Google Shape;359;p4"/>
          <p:cNvGrpSpPr/>
          <p:nvPr/>
        </p:nvGrpSpPr>
        <p:grpSpPr>
          <a:xfrm>
            <a:off x="3840480" y="7502652"/>
            <a:ext cx="1440180" cy="274320"/>
            <a:chOff x="0" y="0"/>
            <a:chExt cx="1920240" cy="365760"/>
          </a:xfrm>
        </p:grpSpPr>
        <p:sp>
          <p:nvSpPr>
            <p:cNvPr id="360" name="Google Shape;360;p4"/>
            <p:cNvSpPr/>
            <p:nvPr/>
          </p:nvSpPr>
          <p:spPr>
            <a:xfrm>
              <a:off x="0" y="0"/>
              <a:ext cx="1920240" cy="365760"/>
            </a:xfrm>
            <a:custGeom>
              <a:rect b="b" l="l" r="r" t="t"/>
              <a:pathLst>
                <a:path extrusionOk="0" h="365760" w="1920240">
                  <a:moveTo>
                    <a:pt x="0" y="0"/>
                  </a:moveTo>
                  <a:lnTo>
                    <a:pt x="1920240" y="0"/>
                  </a:lnTo>
                  <a:lnTo>
                    <a:pt x="1920240" y="365760"/>
                  </a:lnTo>
                  <a:lnTo>
                    <a:pt x="0" y="3657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2296" l="0" r="0" t="-52296"/>
              </a:stretch>
            </a:blipFill>
            <a:ln>
              <a:noFill/>
            </a:ln>
          </p:spPr>
        </p:sp>
        <p:sp>
          <p:nvSpPr>
            <p:cNvPr id="361" name="Google Shape;361;p4"/>
            <p:cNvSpPr txBox="1"/>
            <p:nvPr/>
          </p:nvSpPr>
          <p:spPr>
            <a:xfrm>
              <a:off x="0" y="0"/>
              <a:ext cx="19202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75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Staff</a:t>
              </a:r>
              <a:endParaRPr/>
            </a:p>
          </p:txBody>
        </p:sp>
      </p:grpSp>
      <p:cxnSp>
        <p:nvCxnSpPr>
          <p:cNvPr id="362" name="Google Shape;362;p4"/>
          <p:cNvCxnSpPr/>
          <p:nvPr/>
        </p:nvCxnSpPr>
        <p:spPr>
          <a:xfrm rot="138480">
            <a:off x="4541082" y="7333297"/>
            <a:ext cx="615048" cy="0"/>
          </a:xfrm>
          <a:prstGeom prst="straightConnector1">
            <a:avLst/>
          </a:prstGeom>
          <a:noFill/>
          <a:ln cap="rnd" cmpd="sng" w="9525">
            <a:solidFill>
              <a:srgbClr val="D6E0E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63" name="Google Shape;363;p4"/>
          <p:cNvSpPr/>
          <p:nvPr/>
        </p:nvSpPr>
        <p:spPr>
          <a:xfrm>
            <a:off x="5956935" y="7328535"/>
            <a:ext cx="1459230" cy="704850"/>
          </a:xfrm>
          <a:custGeom>
            <a:rect b="b" l="l" r="r" t="t"/>
            <a:pathLst>
              <a:path extrusionOk="0" h="939800" w="1945640">
                <a:moveTo>
                  <a:pt x="0" y="150368"/>
                </a:moveTo>
                <a:cubicBezTo>
                  <a:pt x="0" y="67310"/>
                  <a:pt x="67310" y="0"/>
                  <a:pt x="150368" y="0"/>
                </a:cubicBezTo>
                <a:lnTo>
                  <a:pt x="1795272" y="0"/>
                </a:lnTo>
                <a:cubicBezTo>
                  <a:pt x="1878330" y="0"/>
                  <a:pt x="1945640" y="67310"/>
                  <a:pt x="1945640" y="150368"/>
                </a:cubicBezTo>
                <a:lnTo>
                  <a:pt x="1945640" y="789432"/>
                </a:lnTo>
                <a:cubicBezTo>
                  <a:pt x="1945640" y="872490"/>
                  <a:pt x="1878330" y="939800"/>
                  <a:pt x="1795272" y="939800"/>
                </a:cubicBezTo>
                <a:lnTo>
                  <a:pt x="150368" y="939800"/>
                </a:lnTo>
                <a:cubicBezTo>
                  <a:pt x="67310" y="939800"/>
                  <a:pt x="0" y="872490"/>
                  <a:pt x="0" y="789432"/>
                </a:cubicBezTo>
                <a:close/>
              </a:path>
            </a:pathLst>
          </a:custGeom>
          <a:solidFill>
            <a:srgbClr val="E8F5FB"/>
          </a:solidFill>
          <a:ln cap="sq" cmpd="sng" w="19050">
            <a:solidFill>
              <a:srgbClr val="D6E0E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4" name="Google Shape;364;p4"/>
          <p:cNvGrpSpPr/>
          <p:nvPr/>
        </p:nvGrpSpPr>
        <p:grpSpPr>
          <a:xfrm>
            <a:off x="5966460" y="7502652"/>
            <a:ext cx="1440180" cy="274320"/>
            <a:chOff x="0" y="0"/>
            <a:chExt cx="1920240" cy="365760"/>
          </a:xfrm>
        </p:grpSpPr>
        <p:sp>
          <p:nvSpPr>
            <p:cNvPr id="365" name="Google Shape;365;p4"/>
            <p:cNvSpPr/>
            <p:nvPr/>
          </p:nvSpPr>
          <p:spPr>
            <a:xfrm>
              <a:off x="0" y="0"/>
              <a:ext cx="1920240" cy="365760"/>
            </a:xfrm>
            <a:custGeom>
              <a:rect b="b" l="l" r="r" t="t"/>
              <a:pathLst>
                <a:path extrusionOk="0" h="365760" w="1920240">
                  <a:moveTo>
                    <a:pt x="0" y="0"/>
                  </a:moveTo>
                  <a:lnTo>
                    <a:pt x="1920240" y="0"/>
                  </a:lnTo>
                  <a:lnTo>
                    <a:pt x="1920240" y="365760"/>
                  </a:lnTo>
                  <a:lnTo>
                    <a:pt x="0" y="3657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2296" l="0" r="0" t="-52296"/>
              </a:stretch>
            </a:blipFill>
            <a:ln>
              <a:noFill/>
            </a:ln>
          </p:spPr>
        </p:sp>
        <p:sp>
          <p:nvSpPr>
            <p:cNvPr id="366" name="Google Shape;366;p4"/>
            <p:cNvSpPr txBox="1"/>
            <p:nvPr/>
          </p:nvSpPr>
          <p:spPr>
            <a:xfrm>
              <a:off x="0" y="0"/>
              <a:ext cx="19202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75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IoT</a:t>
              </a:r>
              <a:endParaRPr/>
            </a:p>
          </p:txBody>
        </p:sp>
      </p:grpSp>
      <p:cxnSp>
        <p:nvCxnSpPr>
          <p:cNvPr id="367" name="Google Shape;367;p4"/>
          <p:cNvCxnSpPr/>
          <p:nvPr/>
        </p:nvCxnSpPr>
        <p:spPr>
          <a:xfrm rot="138480">
            <a:off x="6667062" y="7333297"/>
            <a:ext cx="615048" cy="0"/>
          </a:xfrm>
          <a:prstGeom prst="straightConnector1">
            <a:avLst/>
          </a:prstGeom>
          <a:noFill/>
          <a:ln cap="rnd" cmpd="sng" w="9525">
            <a:solidFill>
              <a:srgbClr val="D6E0E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68" name="Google Shape;368;p4"/>
          <p:cNvSpPr/>
          <p:nvPr/>
        </p:nvSpPr>
        <p:spPr>
          <a:xfrm>
            <a:off x="8082915" y="7328535"/>
            <a:ext cx="1459230" cy="704850"/>
          </a:xfrm>
          <a:custGeom>
            <a:rect b="b" l="l" r="r" t="t"/>
            <a:pathLst>
              <a:path extrusionOk="0" h="939800" w="1945640">
                <a:moveTo>
                  <a:pt x="0" y="150368"/>
                </a:moveTo>
                <a:cubicBezTo>
                  <a:pt x="0" y="67310"/>
                  <a:pt x="67310" y="0"/>
                  <a:pt x="150368" y="0"/>
                </a:cubicBezTo>
                <a:lnTo>
                  <a:pt x="1795272" y="0"/>
                </a:lnTo>
                <a:cubicBezTo>
                  <a:pt x="1878330" y="0"/>
                  <a:pt x="1945640" y="67310"/>
                  <a:pt x="1945640" y="150368"/>
                </a:cubicBezTo>
                <a:lnTo>
                  <a:pt x="1945640" y="789432"/>
                </a:lnTo>
                <a:cubicBezTo>
                  <a:pt x="1945640" y="872490"/>
                  <a:pt x="1878330" y="939800"/>
                  <a:pt x="1795272" y="939800"/>
                </a:cubicBezTo>
                <a:lnTo>
                  <a:pt x="150368" y="939800"/>
                </a:lnTo>
                <a:cubicBezTo>
                  <a:pt x="67310" y="939800"/>
                  <a:pt x="0" y="872490"/>
                  <a:pt x="0" y="789432"/>
                </a:cubicBezTo>
                <a:close/>
              </a:path>
            </a:pathLst>
          </a:custGeom>
          <a:solidFill>
            <a:srgbClr val="E8F5FB"/>
          </a:solidFill>
          <a:ln cap="sq" cmpd="sng" w="19050">
            <a:solidFill>
              <a:srgbClr val="D6E0E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9" name="Google Shape;369;p4"/>
          <p:cNvGrpSpPr/>
          <p:nvPr/>
        </p:nvGrpSpPr>
        <p:grpSpPr>
          <a:xfrm>
            <a:off x="8092440" y="7502652"/>
            <a:ext cx="1440180" cy="274320"/>
            <a:chOff x="0" y="0"/>
            <a:chExt cx="1920240" cy="365760"/>
          </a:xfrm>
        </p:grpSpPr>
        <p:sp>
          <p:nvSpPr>
            <p:cNvPr id="370" name="Google Shape;370;p4"/>
            <p:cNvSpPr/>
            <p:nvPr/>
          </p:nvSpPr>
          <p:spPr>
            <a:xfrm>
              <a:off x="0" y="0"/>
              <a:ext cx="1920240" cy="365760"/>
            </a:xfrm>
            <a:custGeom>
              <a:rect b="b" l="l" r="r" t="t"/>
              <a:pathLst>
                <a:path extrusionOk="0" h="365760" w="1920240">
                  <a:moveTo>
                    <a:pt x="0" y="0"/>
                  </a:moveTo>
                  <a:lnTo>
                    <a:pt x="1920240" y="0"/>
                  </a:lnTo>
                  <a:lnTo>
                    <a:pt x="1920240" y="365760"/>
                  </a:lnTo>
                  <a:lnTo>
                    <a:pt x="0" y="3657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2296" l="0" r="0" t="-52296"/>
              </a:stretch>
            </a:blipFill>
            <a:ln>
              <a:noFill/>
            </a:ln>
          </p:spPr>
        </p:sp>
        <p:sp>
          <p:nvSpPr>
            <p:cNvPr id="371" name="Google Shape;371;p4"/>
            <p:cNvSpPr txBox="1"/>
            <p:nvPr/>
          </p:nvSpPr>
          <p:spPr>
            <a:xfrm>
              <a:off x="0" y="0"/>
              <a:ext cx="19202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75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Guest</a:t>
              </a:r>
              <a:endParaRPr/>
            </a:p>
          </p:txBody>
        </p:sp>
      </p:grpSp>
      <p:cxnSp>
        <p:nvCxnSpPr>
          <p:cNvPr id="372" name="Google Shape;372;p4"/>
          <p:cNvCxnSpPr/>
          <p:nvPr/>
        </p:nvCxnSpPr>
        <p:spPr>
          <a:xfrm rot="138480">
            <a:off x="8793042" y="7333297"/>
            <a:ext cx="615048" cy="0"/>
          </a:xfrm>
          <a:prstGeom prst="straightConnector1">
            <a:avLst/>
          </a:prstGeom>
          <a:noFill/>
          <a:ln cap="rnd" cmpd="sng" w="9525">
            <a:solidFill>
              <a:srgbClr val="D6E0E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73" name="Google Shape;373;p4"/>
          <p:cNvSpPr/>
          <p:nvPr/>
        </p:nvSpPr>
        <p:spPr>
          <a:xfrm>
            <a:off x="2239899" y="4777359"/>
            <a:ext cx="1006602" cy="1006602"/>
          </a:xfrm>
          <a:custGeom>
            <a:rect b="b" l="l" r="r" t="t"/>
            <a:pathLst>
              <a:path extrusionOk="0" h="1342136" w="1342136">
                <a:moveTo>
                  <a:pt x="0" y="671068"/>
                </a:moveTo>
                <a:cubicBezTo>
                  <a:pt x="0" y="300482"/>
                  <a:pt x="300482" y="0"/>
                  <a:pt x="671068" y="0"/>
                </a:cubicBezTo>
                <a:cubicBezTo>
                  <a:pt x="1041654" y="0"/>
                  <a:pt x="1342136" y="300482"/>
                  <a:pt x="1342136" y="671068"/>
                </a:cubicBezTo>
                <a:cubicBezTo>
                  <a:pt x="1342136" y="1041654"/>
                  <a:pt x="1041654" y="1342136"/>
                  <a:pt x="671068" y="1342136"/>
                </a:cubicBezTo>
                <a:cubicBezTo>
                  <a:pt x="300482" y="1342136"/>
                  <a:pt x="0" y="1041654"/>
                  <a:pt x="0" y="671068"/>
                </a:cubicBezTo>
                <a:close/>
              </a:path>
            </a:pathLst>
          </a:custGeom>
          <a:solidFill>
            <a:srgbClr val="1D6FA5"/>
          </a:solidFill>
          <a:ln cap="sq" cmpd="sng" w="1905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74" name="Google Shape;374;p4"/>
          <p:cNvGrpSpPr/>
          <p:nvPr/>
        </p:nvGrpSpPr>
        <p:grpSpPr>
          <a:xfrm>
            <a:off x="2276856" y="5150072"/>
            <a:ext cx="932688" cy="254032"/>
            <a:chOff x="0" y="-9525"/>
            <a:chExt cx="1243584" cy="338709"/>
          </a:xfrm>
        </p:grpSpPr>
        <p:sp>
          <p:nvSpPr>
            <p:cNvPr id="375" name="Google Shape;375;p4"/>
            <p:cNvSpPr/>
            <p:nvPr/>
          </p:nvSpPr>
          <p:spPr>
            <a:xfrm>
              <a:off x="0" y="0"/>
              <a:ext cx="1243584" cy="329184"/>
            </a:xfrm>
            <a:custGeom>
              <a:rect b="b" l="l" r="r" t="t"/>
              <a:pathLst>
                <a:path extrusionOk="0" h="329184" w="1243584">
                  <a:moveTo>
                    <a:pt x="0" y="0"/>
                  </a:moveTo>
                  <a:lnTo>
                    <a:pt x="1243584" y="0"/>
                  </a:lnTo>
                  <a:lnTo>
                    <a:pt x="1243584" y="329184"/>
                  </a:lnTo>
                  <a:lnTo>
                    <a:pt x="0" y="32918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3610" l="0" r="0" t="-23610"/>
              </a:stretch>
            </a:blipFill>
            <a:ln>
              <a:noFill/>
            </a:ln>
          </p:spPr>
        </p:sp>
        <p:sp>
          <p:nvSpPr>
            <p:cNvPr id="376" name="Google Shape;376;p4"/>
            <p:cNvSpPr txBox="1"/>
            <p:nvPr/>
          </p:nvSpPr>
          <p:spPr>
            <a:xfrm>
              <a:off x="0" y="-9525"/>
              <a:ext cx="1243584" cy="3387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10" u="none" cap="none" strike="noStrike">
                  <a:solidFill>
                    <a:srgbClr val="FFFFFF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EDGE</a:t>
              </a:r>
              <a:endParaRPr/>
            </a:p>
          </p:txBody>
        </p:sp>
      </p:grpSp>
      <p:sp>
        <p:nvSpPr>
          <p:cNvPr id="377" name="Google Shape;377;p4"/>
          <p:cNvSpPr/>
          <p:nvPr/>
        </p:nvSpPr>
        <p:spPr>
          <a:xfrm>
            <a:off x="5188839" y="4777359"/>
            <a:ext cx="1006602" cy="1006602"/>
          </a:xfrm>
          <a:custGeom>
            <a:rect b="b" l="l" r="r" t="t"/>
            <a:pathLst>
              <a:path extrusionOk="0" h="1342136" w="1342136">
                <a:moveTo>
                  <a:pt x="0" y="671068"/>
                </a:moveTo>
                <a:cubicBezTo>
                  <a:pt x="0" y="300482"/>
                  <a:pt x="300482" y="0"/>
                  <a:pt x="671068" y="0"/>
                </a:cubicBezTo>
                <a:cubicBezTo>
                  <a:pt x="1041654" y="0"/>
                  <a:pt x="1342136" y="300482"/>
                  <a:pt x="1342136" y="671068"/>
                </a:cubicBezTo>
                <a:cubicBezTo>
                  <a:pt x="1342136" y="1041654"/>
                  <a:pt x="1041654" y="1342136"/>
                  <a:pt x="671068" y="1342136"/>
                </a:cubicBezTo>
                <a:cubicBezTo>
                  <a:pt x="300482" y="1342136"/>
                  <a:pt x="0" y="1041654"/>
                  <a:pt x="0" y="671068"/>
                </a:cubicBezTo>
                <a:close/>
              </a:path>
            </a:pathLst>
          </a:custGeom>
          <a:solidFill>
            <a:srgbClr val="1FA7C8"/>
          </a:solidFill>
          <a:ln cap="sq" cmpd="sng" w="1905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78" name="Google Shape;378;p4"/>
          <p:cNvGrpSpPr/>
          <p:nvPr/>
        </p:nvGrpSpPr>
        <p:grpSpPr>
          <a:xfrm>
            <a:off x="5225796" y="5150072"/>
            <a:ext cx="932688" cy="254032"/>
            <a:chOff x="0" y="-9525"/>
            <a:chExt cx="1243584" cy="338709"/>
          </a:xfrm>
        </p:grpSpPr>
        <p:sp>
          <p:nvSpPr>
            <p:cNvPr id="379" name="Google Shape;379;p4"/>
            <p:cNvSpPr/>
            <p:nvPr/>
          </p:nvSpPr>
          <p:spPr>
            <a:xfrm>
              <a:off x="0" y="0"/>
              <a:ext cx="1243584" cy="329184"/>
            </a:xfrm>
            <a:custGeom>
              <a:rect b="b" l="l" r="r" t="t"/>
              <a:pathLst>
                <a:path extrusionOk="0" h="329184" w="1243584">
                  <a:moveTo>
                    <a:pt x="0" y="0"/>
                  </a:moveTo>
                  <a:lnTo>
                    <a:pt x="1243584" y="0"/>
                  </a:lnTo>
                  <a:lnTo>
                    <a:pt x="1243584" y="329184"/>
                  </a:lnTo>
                  <a:lnTo>
                    <a:pt x="0" y="32918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3610" l="0" r="0" t="-23610"/>
              </a:stretch>
            </a:blipFill>
            <a:ln>
              <a:noFill/>
            </a:ln>
          </p:spPr>
        </p:sp>
        <p:sp>
          <p:nvSpPr>
            <p:cNvPr id="380" name="Google Shape;380;p4"/>
            <p:cNvSpPr txBox="1"/>
            <p:nvPr/>
          </p:nvSpPr>
          <p:spPr>
            <a:xfrm>
              <a:off x="0" y="-9525"/>
              <a:ext cx="1243584" cy="3387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10" u="none" cap="none" strike="noStrike">
                  <a:solidFill>
                    <a:srgbClr val="FFFFFF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CTRL</a:t>
              </a:r>
              <a:endParaRPr/>
            </a:p>
          </p:txBody>
        </p:sp>
      </p:grpSp>
      <p:sp>
        <p:nvSpPr>
          <p:cNvPr id="381" name="Google Shape;381;p4"/>
          <p:cNvSpPr/>
          <p:nvPr/>
        </p:nvSpPr>
        <p:spPr>
          <a:xfrm>
            <a:off x="8137779" y="4777359"/>
            <a:ext cx="1006602" cy="1006602"/>
          </a:xfrm>
          <a:custGeom>
            <a:rect b="b" l="l" r="r" t="t"/>
            <a:pathLst>
              <a:path extrusionOk="0" h="1342136" w="1342136">
                <a:moveTo>
                  <a:pt x="0" y="671068"/>
                </a:moveTo>
                <a:cubicBezTo>
                  <a:pt x="0" y="300482"/>
                  <a:pt x="300482" y="0"/>
                  <a:pt x="671068" y="0"/>
                </a:cubicBezTo>
                <a:cubicBezTo>
                  <a:pt x="1041654" y="0"/>
                  <a:pt x="1342136" y="300482"/>
                  <a:pt x="1342136" y="671068"/>
                </a:cubicBezTo>
                <a:cubicBezTo>
                  <a:pt x="1342136" y="1041654"/>
                  <a:pt x="1041654" y="1342136"/>
                  <a:pt x="671068" y="1342136"/>
                </a:cubicBezTo>
                <a:cubicBezTo>
                  <a:pt x="300482" y="1342136"/>
                  <a:pt x="0" y="1041654"/>
                  <a:pt x="0" y="671068"/>
                </a:cubicBezTo>
                <a:close/>
              </a:path>
            </a:pathLst>
          </a:custGeom>
          <a:solidFill>
            <a:srgbClr val="1D6FA5"/>
          </a:solidFill>
          <a:ln cap="sq" cmpd="sng" w="1905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82" name="Google Shape;382;p4"/>
          <p:cNvGrpSpPr/>
          <p:nvPr/>
        </p:nvGrpSpPr>
        <p:grpSpPr>
          <a:xfrm>
            <a:off x="8174736" y="5150072"/>
            <a:ext cx="932688" cy="254032"/>
            <a:chOff x="0" y="-9525"/>
            <a:chExt cx="1243584" cy="338709"/>
          </a:xfrm>
        </p:grpSpPr>
        <p:sp>
          <p:nvSpPr>
            <p:cNvPr id="383" name="Google Shape;383;p4"/>
            <p:cNvSpPr/>
            <p:nvPr/>
          </p:nvSpPr>
          <p:spPr>
            <a:xfrm>
              <a:off x="0" y="0"/>
              <a:ext cx="1243584" cy="329184"/>
            </a:xfrm>
            <a:custGeom>
              <a:rect b="b" l="l" r="r" t="t"/>
              <a:pathLst>
                <a:path extrusionOk="0" h="329184" w="1243584">
                  <a:moveTo>
                    <a:pt x="0" y="0"/>
                  </a:moveTo>
                  <a:lnTo>
                    <a:pt x="1243584" y="0"/>
                  </a:lnTo>
                  <a:lnTo>
                    <a:pt x="1243584" y="329184"/>
                  </a:lnTo>
                  <a:lnTo>
                    <a:pt x="0" y="32918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3610" l="0" r="0" t="-23610"/>
              </a:stretch>
            </a:blipFill>
            <a:ln>
              <a:noFill/>
            </a:ln>
          </p:spPr>
        </p:sp>
        <p:sp>
          <p:nvSpPr>
            <p:cNvPr id="384" name="Google Shape;384;p4"/>
            <p:cNvSpPr txBox="1"/>
            <p:nvPr/>
          </p:nvSpPr>
          <p:spPr>
            <a:xfrm>
              <a:off x="0" y="-9525"/>
              <a:ext cx="1243584" cy="3387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10" u="none" cap="none" strike="noStrike">
                  <a:solidFill>
                    <a:srgbClr val="FFFFFF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EDGE</a:t>
              </a:r>
              <a:endParaRPr/>
            </a:p>
          </p:txBody>
        </p:sp>
      </p:grpSp>
      <p:cxnSp>
        <p:nvCxnSpPr>
          <p:cNvPr id="385" name="Google Shape;385;p4"/>
          <p:cNvCxnSpPr/>
          <p:nvPr/>
        </p:nvCxnSpPr>
        <p:spPr>
          <a:xfrm rot="52620">
            <a:off x="3207906" y="5271135"/>
            <a:ext cx="1992097" cy="0"/>
          </a:xfrm>
          <a:prstGeom prst="straightConnector1">
            <a:avLst/>
          </a:prstGeom>
          <a:noFill/>
          <a:ln cap="rnd" cmpd="sng" w="19050">
            <a:solidFill>
              <a:srgbClr val="D6E0E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86" name="Google Shape;386;p4"/>
          <p:cNvCxnSpPr/>
          <p:nvPr/>
        </p:nvCxnSpPr>
        <p:spPr>
          <a:xfrm rot="53700">
            <a:off x="6184278" y="5271135"/>
            <a:ext cx="1950958" cy="0"/>
          </a:xfrm>
          <a:prstGeom prst="straightConnector1">
            <a:avLst/>
          </a:prstGeom>
          <a:noFill/>
          <a:ln cap="rnd" cmpd="sng" w="19050">
            <a:solidFill>
              <a:srgbClr val="D6E0E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87" name="Google Shape;387;p4"/>
          <p:cNvCxnSpPr/>
          <p:nvPr/>
        </p:nvCxnSpPr>
        <p:spPr>
          <a:xfrm rot="5346840">
            <a:off x="1942052" y="6544628"/>
            <a:ext cx="1602296" cy="0"/>
          </a:xfrm>
          <a:prstGeom prst="straightConnector1">
            <a:avLst/>
          </a:prstGeom>
          <a:noFill/>
          <a:ln cap="rnd" cmpd="sng" w="9525">
            <a:solidFill>
              <a:srgbClr val="D6E0E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8" name="Google Shape;388;p4"/>
          <p:cNvCxnSpPr/>
          <p:nvPr/>
        </p:nvCxnSpPr>
        <p:spPr>
          <a:xfrm rot="5346840">
            <a:off x="7839932" y="6544628"/>
            <a:ext cx="1602296" cy="0"/>
          </a:xfrm>
          <a:prstGeom prst="straightConnector1">
            <a:avLst/>
          </a:prstGeom>
          <a:noFill/>
          <a:ln cap="rnd" cmpd="sng" w="9525">
            <a:solidFill>
              <a:srgbClr val="D6E0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9" name="Google Shape;389;p4"/>
          <p:cNvSpPr/>
          <p:nvPr/>
        </p:nvSpPr>
        <p:spPr>
          <a:xfrm>
            <a:off x="11306175" y="2870835"/>
            <a:ext cx="2007870" cy="540258"/>
          </a:xfrm>
          <a:custGeom>
            <a:rect b="b" l="l" r="r" t="t"/>
            <a:pathLst>
              <a:path extrusionOk="0" h="720344" w="2677160">
                <a:moveTo>
                  <a:pt x="0" y="151638"/>
                </a:moveTo>
                <a:cubicBezTo>
                  <a:pt x="0" y="67945"/>
                  <a:pt x="67945" y="0"/>
                  <a:pt x="151638" y="0"/>
                </a:cubicBezTo>
                <a:lnTo>
                  <a:pt x="2525522" y="0"/>
                </a:lnTo>
                <a:cubicBezTo>
                  <a:pt x="2609215" y="0"/>
                  <a:pt x="2677160" y="67945"/>
                  <a:pt x="2677160" y="151638"/>
                </a:cubicBezTo>
                <a:lnTo>
                  <a:pt x="2677160" y="568706"/>
                </a:lnTo>
                <a:cubicBezTo>
                  <a:pt x="2677160" y="652399"/>
                  <a:pt x="2609215" y="720344"/>
                  <a:pt x="2525522" y="720344"/>
                </a:cubicBezTo>
                <a:lnTo>
                  <a:pt x="151638" y="720344"/>
                </a:lnTo>
                <a:cubicBezTo>
                  <a:pt x="67945" y="720344"/>
                  <a:pt x="0" y="652399"/>
                  <a:pt x="0" y="568706"/>
                </a:cubicBezTo>
                <a:close/>
              </a:path>
            </a:pathLst>
          </a:custGeom>
          <a:solidFill>
            <a:srgbClr val="DCEC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0" name="Google Shape;390;p4"/>
          <p:cNvGrpSpPr/>
          <p:nvPr/>
        </p:nvGrpSpPr>
        <p:grpSpPr>
          <a:xfrm>
            <a:off x="11315700" y="2894076"/>
            <a:ext cx="1988820" cy="466344"/>
            <a:chOff x="0" y="0"/>
            <a:chExt cx="2651760" cy="621792"/>
          </a:xfrm>
        </p:grpSpPr>
        <p:sp>
          <p:nvSpPr>
            <p:cNvPr id="391" name="Google Shape;391;p4"/>
            <p:cNvSpPr/>
            <p:nvPr/>
          </p:nvSpPr>
          <p:spPr>
            <a:xfrm>
              <a:off x="0" y="0"/>
              <a:ext cx="2651760" cy="621792"/>
            </a:xfrm>
            <a:custGeom>
              <a:rect b="b" l="l" r="r" t="t"/>
              <a:pathLst>
                <a:path extrusionOk="0" h="621792" w="2651760">
                  <a:moveTo>
                    <a:pt x="0" y="0"/>
                  </a:moveTo>
                  <a:lnTo>
                    <a:pt x="2651760" y="0"/>
                  </a:lnTo>
                  <a:lnTo>
                    <a:pt x="2651760" y="621792"/>
                  </a:lnTo>
                  <a:lnTo>
                    <a:pt x="0" y="6217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3098" l="0" r="0" t="-33098"/>
              </a:stretch>
            </a:blipFill>
            <a:ln>
              <a:noFill/>
            </a:ln>
          </p:spPr>
        </p:sp>
        <p:sp>
          <p:nvSpPr>
            <p:cNvPr id="392" name="Google Shape;392;p4"/>
            <p:cNvSpPr txBox="1"/>
            <p:nvPr/>
          </p:nvSpPr>
          <p:spPr>
            <a:xfrm>
              <a:off x="0" y="0"/>
              <a:ext cx="2651760" cy="6217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25" u="none" cap="none" strike="noStrike">
                  <a:solidFill>
                    <a:srgbClr val="1D6FA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Automation</a:t>
              </a:r>
              <a:endParaRPr/>
            </a:p>
          </p:txBody>
        </p:sp>
      </p:grpSp>
      <p:sp>
        <p:nvSpPr>
          <p:cNvPr id="393" name="Google Shape;393;p4"/>
          <p:cNvSpPr/>
          <p:nvPr/>
        </p:nvSpPr>
        <p:spPr>
          <a:xfrm>
            <a:off x="13500735" y="2870835"/>
            <a:ext cx="2145030" cy="540258"/>
          </a:xfrm>
          <a:custGeom>
            <a:rect b="b" l="l" r="r" t="t"/>
            <a:pathLst>
              <a:path extrusionOk="0" h="720344" w="2860040">
                <a:moveTo>
                  <a:pt x="0" y="151638"/>
                </a:moveTo>
                <a:cubicBezTo>
                  <a:pt x="0" y="67945"/>
                  <a:pt x="67945" y="0"/>
                  <a:pt x="151638" y="0"/>
                </a:cubicBezTo>
                <a:lnTo>
                  <a:pt x="2708402" y="0"/>
                </a:lnTo>
                <a:cubicBezTo>
                  <a:pt x="2792095" y="0"/>
                  <a:pt x="2860040" y="67945"/>
                  <a:pt x="2860040" y="151638"/>
                </a:cubicBezTo>
                <a:lnTo>
                  <a:pt x="2860040" y="568706"/>
                </a:lnTo>
                <a:cubicBezTo>
                  <a:pt x="2860040" y="652399"/>
                  <a:pt x="2792095" y="720344"/>
                  <a:pt x="2708402" y="720344"/>
                </a:cubicBezTo>
                <a:lnTo>
                  <a:pt x="151638" y="720344"/>
                </a:lnTo>
                <a:cubicBezTo>
                  <a:pt x="67945" y="720344"/>
                  <a:pt x="0" y="652399"/>
                  <a:pt x="0" y="568706"/>
                </a:cubicBezTo>
                <a:close/>
              </a:path>
            </a:pathLst>
          </a:custGeom>
          <a:solidFill>
            <a:srgbClr val="DCEC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4" name="Google Shape;394;p4"/>
          <p:cNvGrpSpPr/>
          <p:nvPr/>
        </p:nvGrpSpPr>
        <p:grpSpPr>
          <a:xfrm>
            <a:off x="13510260" y="2894076"/>
            <a:ext cx="2125980" cy="466344"/>
            <a:chOff x="0" y="0"/>
            <a:chExt cx="2834640" cy="621792"/>
          </a:xfrm>
        </p:grpSpPr>
        <p:sp>
          <p:nvSpPr>
            <p:cNvPr id="395" name="Google Shape;395;p4"/>
            <p:cNvSpPr/>
            <p:nvPr/>
          </p:nvSpPr>
          <p:spPr>
            <a:xfrm>
              <a:off x="0" y="0"/>
              <a:ext cx="2834640" cy="621792"/>
            </a:xfrm>
            <a:custGeom>
              <a:rect b="b" l="l" r="r" t="t"/>
              <a:pathLst>
                <a:path extrusionOk="0" h="621792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621792"/>
                  </a:lnTo>
                  <a:lnTo>
                    <a:pt x="0" y="6217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8829" l="0" r="0" t="-38829"/>
              </a:stretch>
            </a:blipFill>
            <a:ln>
              <a:noFill/>
            </a:ln>
          </p:spPr>
        </p:sp>
        <p:sp>
          <p:nvSpPr>
            <p:cNvPr id="396" name="Google Shape;396;p4"/>
            <p:cNvSpPr txBox="1"/>
            <p:nvPr/>
          </p:nvSpPr>
          <p:spPr>
            <a:xfrm>
              <a:off x="0" y="0"/>
              <a:ext cx="2834640" cy="6217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25" u="none" cap="none" strike="noStrike">
                  <a:solidFill>
                    <a:srgbClr val="1D6FA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Host Mobility</a:t>
              </a:r>
              <a:endParaRPr/>
            </a:p>
          </p:txBody>
        </p:sp>
      </p:grpSp>
      <p:sp>
        <p:nvSpPr>
          <p:cNvPr id="397" name="Google Shape;397;p4"/>
          <p:cNvSpPr/>
          <p:nvPr/>
        </p:nvSpPr>
        <p:spPr>
          <a:xfrm>
            <a:off x="11306175" y="3762375"/>
            <a:ext cx="2007870" cy="540258"/>
          </a:xfrm>
          <a:custGeom>
            <a:rect b="b" l="l" r="r" t="t"/>
            <a:pathLst>
              <a:path extrusionOk="0" h="720344" w="2677160">
                <a:moveTo>
                  <a:pt x="0" y="151638"/>
                </a:moveTo>
                <a:cubicBezTo>
                  <a:pt x="0" y="67945"/>
                  <a:pt x="67945" y="0"/>
                  <a:pt x="151638" y="0"/>
                </a:cubicBezTo>
                <a:lnTo>
                  <a:pt x="2525522" y="0"/>
                </a:lnTo>
                <a:cubicBezTo>
                  <a:pt x="2609215" y="0"/>
                  <a:pt x="2677160" y="67945"/>
                  <a:pt x="2677160" y="151638"/>
                </a:cubicBezTo>
                <a:lnTo>
                  <a:pt x="2677160" y="568706"/>
                </a:lnTo>
                <a:cubicBezTo>
                  <a:pt x="2677160" y="652399"/>
                  <a:pt x="2609215" y="720344"/>
                  <a:pt x="2525522" y="720344"/>
                </a:cubicBezTo>
                <a:lnTo>
                  <a:pt x="151638" y="720344"/>
                </a:lnTo>
                <a:cubicBezTo>
                  <a:pt x="67945" y="720344"/>
                  <a:pt x="0" y="652399"/>
                  <a:pt x="0" y="568706"/>
                </a:cubicBezTo>
                <a:close/>
              </a:path>
            </a:pathLst>
          </a:custGeom>
          <a:solidFill>
            <a:srgbClr val="E7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8" name="Google Shape;398;p4"/>
          <p:cNvGrpSpPr/>
          <p:nvPr/>
        </p:nvGrpSpPr>
        <p:grpSpPr>
          <a:xfrm>
            <a:off x="11315700" y="3785616"/>
            <a:ext cx="1988820" cy="466344"/>
            <a:chOff x="0" y="0"/>
            <a:chExt cx="2651760" cy="621792"/>
          </a:xfrm>
        </p:grpSpPr>
        <p:sp>
          <p:nvSpPr>
            <p:cNvPr id="399" name="Google Shape;399;p4"/>
            <p:cNvSpPr/>
            <p:nvPr/>
          </p:nvSpPr>
          <p:spPr>
            <a:xfrm>
              <a:off x="0" y="0"/>
              <a:ext cx="2651760" cy="621792"/>
            </a:xfrm>
            <a:custGeom>
              <a:rect b="b" l="l" r="r" t="t"/>
              <a:pathLst>
                <a:path extrusionOk="0" h="621792" w="2651760">
                  <a:moveTo>
                    <a:pt x="0" y="0"/>
                  </a:moveTo>
                  <a:lnTo>
                    <a:pt x="2651760" y="0"/>
                  </a:lnTo>
                  <a:lnTo>
                    <a:pt x="2651760" y="621792"/>
                  </a:lnTo>
                  <a:lnTo>
                    <a:pt x="0" y="6217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3098" l="0" r="0" t="-33098"/>
              </a:stretch>
            </a:blipFill>
            <a:ln>
              <a:noFill/>
            </a:ln>
          </p:spPr>
        </p:sp>
        <p:sp>
          <p:nvSpPr>
            <p:cNvPr id="400" name="Google Shape;400;p4"/>
            <p:cNvSpPr txBox="1"/>
            <p:nvPr/>
          </p:nvSpPr>
          <p:spPr>
            <a:xfrm>
              <a:off x="0" y="0"/>
              <a:ext cx="2651760" cy="6217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25" u="none" cap="none" strike="noStrike">
                  <a:solidFill>
                    <a:srgbClr val="2E8B72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Identity</a:t>
              </a:r>
              <a:endParaRPr/>
            </a:p>
          </p:txBody>
        </p:sp>
      </p:grpSp>
      <p:sp>
        <p:nvSpPr>
          <p:cNvPr id="401" name="Google Shape;401;p4"/>
          <p:cNvSpPr/>
          <p:nvPr/>
        </p:nvSpPr>
        <p:spPr>
          <a:xfrm>
            <a:off x="13500735" y="3762375"/>
            <a:ext cx="2145030" cy="540258"/>
          </a:xfrm>
          <a:custGeom>
            <a:rect b="b" l="l" r="r" t="t"/>
            <a:pathLst>
              <a:path extrusionOk="0" h="720344" w="2860040">
                <a:moveTo>
                  <a:pt x="0" y="151638"/>
                </a:moveTo>
                <a:cubicBezTo>
                  <a:pt x="0" y="67945"/>
                  <a:pt x="67945" y="0"/>
                  <a:pt x="151638" y="0"/>
                </a:cubicBezTo>
                <a:lnTo>
                  <a:pt x="2708402" y="0"/>
                </a:lnTo>
                <a:cubicBezTo>
                  <a:pt x="2792095" y="0"/>
                  <a:pt x="2860040" y="67945"/>
                  <a:pt x="2860040" y="151638"/>
                </a:cubicBezTo>
                <a:lnTo>
                  <a:pt x="2860040" y="568706"/>
                </a:lnTo>
                <a:cubicBezTo>
                  <a:pt x="2860040" y="652399"/>
                  <a:pt x="2792095" y="720344"/>
                  <a:pt x="2708402" y="720344"/>
                </a:cubicBezTo>
                <a:lnTo>
                  <a:pt x="151638" y="720344"/>
                </a:lnTo>
                <a:cubicBezTo>
                  <a:pt x="67945" y="720344"/>
                  <a:pt x="0" y="652399"/>
                  <a:pt x="0" y="568706"/>
                </a:cubicBezTo>
                <a:close/>
              </a:path>
            </a:pathLst>
          </a:custGeom>
          <a:solidFill>
            <a:srgbClr val="E7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02" name="Google Shape;402;p4"/>
          <p:cNvGrpSpPr/>
          <p:nvPr/>
        </p:nvGrpSpPr>
        <p:grpSpPr>
          <a:xfrm>
            <a:off x="13510260" y="3785616"/>
            <a:ext cx="2125980" cy="466344"/>
            <a:chOff x="0" y="0"/>
            <a:chExt cx="2834640" cy="621792"/>
          </a:xfrm>
        </p:grpSpPr>
        <p:sp>
          <p:nvSpPr>
            <p:cNvPr id="403" name="Google Shape;403;p4"/>
            <p:cNvSpPr/>
            <p:nvPr/>
          </p:nvSpPr>
          <p:spPr>
            <a:xfrm>
              <a:off x="0" y="0"/>
              <a:ext cx="2834640" cy="621792"/>
            </a:xfrm>
            <a:custGeom>
              <a:rect b="b" l="l" r="r" t="t"/>
              <a:pathLst>
                <a:path extrusionOk="0" h="621792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621792"/>
                  </a:lnTo>
                  <a:lnTo>
                    <a:pt x="0" y="6217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8829" l="0" r="0" t="-38829"/>
              </a:stretch>
            </a:blipFill>
            <a:ln>
              <a:noFill/>
            </a:ln>
          </p:spPr>
        </p:sp>
        <p:sp>
          <p:nvSpPr>
            <p:cNvPr id="404" name="Google Shape;404;p4"/>
            <p:cNvSpPr txBox="1"/>
            <p:nvPr/>
          </p:nvSpPr>
          <p:spPr>
            <a:xfrm>
              <a:off x="0" y="0"/>
              <a:ext cx="2834640" cy="6217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25" u="none" cap="none" strike="noStrike">
                  <a:solidFill>
                    <a:srgbClr val="2E8B72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Segmentation</a:t>
              </a:r>
              <a:endParaRPr/>
            </a:p>
          </p:txBody>
        </p:sp>
      </p:grpSp>
      <p:sp>
        <p:nvSpPr>
          <p:cNvPr id="405" name="Google Shape;405;p4"/>
          <p:cNvSpPr/>
          <p:nvPr/>
        </p:nvSpPr>
        <p:spPr>
          <a:xfrm>
            <a:off x="11306175" y="4653915"/>
            <a:ext cx="2007870" cy="540258"/>
          </a:xfrm>
          <a:custGeom>
            <a:rect b="b" l="l" r="r" t="t"/>
            <a:pathLst>
              <a:path extrusionOk="0" h="720344" w="2677160">
                <a:moveTo>
                  <a:pt x="0" y="151638"/>
                </a:moveTo>
                <a:cubicBezTo>
                  <a:pt x="0" y="67945"/>
                  <a:pt x="67945" y="0"/>
                  <a:pt x="151638" y="0"/>
                </a:cubicBezTo>
                <a:lnTo>
                  <a:pt x="2525522" y="0"/>
                </a:lnTo>
                <a:cubicBezTo>
                  <a:pt x="2609215" y="0"/>
                  <a:pt x="2677160" y="67945"/>
                  <a:pt x="2677160" y="151638"/>
                </a:cubicBezTo>
                <a:lnTo>
                  <a:pt x="2677160" y="568706"/>
                </a:lnTo>
                <a:cubicBezTo>
                  <a:pt x="2677160" y="652399"/>
                  <a:pt x="2609215" y="720344"/>
                  <a:pt x="2525522" y="720344"/>
                </a:cubicBezTo>
                <a:lnTo>
                  <a:pt x="151638" y="720344"/>
                </a:lnTo>
                <a:cubicBezTo>
                  <a:pt x="67945" y="720344"/>
                  <a:pt x="0" y="652399"/>
                  <a:pt x="0" y="568706"/>
                </a:cubicBezTo>
                <a:close/>
              </a:path>
            </a:pathLst>
          </a:custGeom>
          <a:solidFill>
            <a:srgbClr val="FFF1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06" name="Google Shape;406;p4"/>
          <p:cNvGrpSpPr/>
          <p:nvPr/>
        </p:nvGrpSpPr>
        <p:grpSpPr>
          <a:xfrm>
            <a:off x="11315700" y="4677156"/>
            <a:ext cx="1988820" cy="466344"/>
            <a:chOff x="0" y="0"/>
            <a:chExt cx="2651760" cy="621792"/>
          </a:xfrm>
        </p:grpSpPr>
        <p:sp>
          <p:nvSpPr>
            <p:cNvPr id="407" name="Google Shape;407;p4"/>
            <p:cNvSpPr/>
            <p:nvPr/>
          </p:nvSpPr>
          <p:spPr>
            <a:xfrm>
              <a:off x="0" y="0"/>
              <a:ext cx="2651760" cy="621792"/>
            </a:xfrm>
            <a:custGeom>
              <a:rect b="b" l="l" r="r" t="t"/>
              <a:pathLst>
                <a:path extrusionOk="0" h="621792" w="2651760">
                  <a:moveTo>
                    <a:pt x="0" y="0"/>
                  </a:moveTo>
                  <a:lnTo>
                    <a:pt x="2651760" y="0"/>
                  </a:lnTo>
                  <a:lnTo>
                    <a:pt x="2651760" y="621792"/>
                  </a:lnTo>
                  <a:lnTo>
                    <a:pt x="0" y="6217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3098" l="0" r="0" t="-33098"/>
              </a:stretch>
            </a:blipFill>
            <a:ln>
              <a:noFill/>
            </a:ln>
          </p:spPr>
        </p:sp>
        <p:sp>
          <p:nvSpPr>
            <p:cNvPr id="408" name="Google Shape;408;p4"/>
            <p:cNvSpPr txBox="1"/>
            <p:nvPr/>
          </p:nvSpPr>
          <p:spPr>
            <a:xfrm>
              <a:off x="0" y="0"/>
              <a:ext cx="2651760" cy="6217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25" u="none" cap="none" strike="noStrike">
                  <a:solidFill>
                    <a:srgbClr val="E48A2A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Policy</a:t>
              </a:r>
              <a:endParaRPr/>
            </a:p>
          </p:txBody>
        </p:sp>
      </p:grpSp>
      <p:sp>
        <p:nvSpPr>
          <p:cNvPr id="409" name="Google Shape;409;p4"/>
          <p:cNvSpPr/>
          <p:nvPr/>
        </p:nvSpPr>
        <p:spPr>
          <a:xfrm>
            <a:off x="13500735" y="4653915"/>
            <a:ext cx="2145030" cy="540258"/>
          </a:xfrm>
          <a:custGeom>
            <a:rect b="b" l="l" r="r" t="t"/>
            <a:pathLst>
              <a:path extrusionOk="0" h="720344" w="2860040">
                <a:moveTo>
                  <a:pt x="0" y="151638"/>
                </a:moveTo>
                <a:cubicBezTo>
                  <a:pt x="0" y="67945"/>
                  <a:pt x="67945" y="0"/>
                  <a:pt x="151638" y="0"/>
                </a:cubicBezTo>
                <a:lnTo>
                  <a:pt x="2708402" y="0"/>
                </a:lnTo>
                <a:cubicBezTo>
                  <a:pt x="2792095" y="0"/>
                  <a:pt x="2860040" y="67945"/>
                  <a:pt x="2860040" y="151638"/>
                </a:cubicBezTo>
                <a:lnTo>
                  <a:pt x="2860040" y="568706"/>
                </a:lnTo>
                <a:cubicBezTo>
                  <a:pt x="2860040" y="652399"/>
                  <a:pt x="2792095" y="720344"/>
                  <a:pt x="2708402" y="720344"/>
                </a:cubicBezTo>
                <a:lnTo>
                  <a:pt x="151638" y="720344"/>
                </a:lnTo>
                <a:cubicBezTo>
                  <a:pt x="67945" y="720344"/>
                  <a:pt x="0" y="652399"/>
                  <a:pt x="0" y="568706"/>
                </a:cubicBezTo>
                <a:close/>
              </a:path>
            </a:pathLst>
          </a:custGeom>
          <a:solidFill>
            <a:srgbClr val="FFF1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10" name="Google Shape;410;p4"/>
          <p:cNvGrpSpPr/>
          <p:nvPr/>
        </p:nvGrpSpPr>
        <p:grpSpPr>
          <a:xfrm>
            <a:off x="13510260" y="4677156"/>
            <a:ext cx="2125980" cy="466344"/>
            <a:chOff x="0" y="0"/>
            <a:chExt cx="2834640" cy="621792"/>
          </a:xfrm>
        </p:grpSpPr>
        <p:sp>
          <p:nvSpPr>
            <p:cNvPr id="411" name="Google Shape;411;p4"/>
            <p:cNvSpPr/>
            <p:nvPr/>
          </p:nvSpPr>
          <p:spPr>
            <a:xfrm>
              <a:off x="0" y="0"/>
              <a:ext cx="2834640" cy="621792"/>
            </a:xfrm>
            <a:custGeom>
              <a:rect b="b" l="l" r="r" t="t"/>
              <a:pathLst>
                <a:path extrusionOk="0" h="621792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621792"/>
                  </a:lnTo>
                  <a:lnTo>
                    <a:pt x="0" y="6217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8829" l="0" r="0" t="-38829"/>
              </a:stretch>
            </a:blipFill>
            <a:ln>
              <a:noFill/>
            </a:ln>
          </p:spPr>
        </p:sp>
        <p:sp>
          <p:nvSpPr>
            <p:cNvPr id="412" name="Google Shape;412;p4"/>
            <p:cNvSpPr txBox="1"/>
            <p:nvPr/>
          </p:nvSpPr>
          <p:spPr>
            <a:xfrm>
              <a:off x="0" y="0"/>
              <a:ext cx="2834640" cy="6217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25" u="none" cap="none" strike="noStrike">
                  <a:solidFill>
                    <a:srgbClr val="E48A2A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Security</a:t>
              </a:r>
              <a:endParaRPr/>
            </a:p>
          </p:txBody>
        </p:sp>
      </p:grpSp>
      <p:sp>
        <p:nvSpPr>
          <p:cNvPr id="413" name="Google Shape;413;p4"/>
          <p:cNvSpPr/>
          <p:nvPr/>
        </p:nvSpPr>
        <p:spPr>
          <a:xfrm>
            <a:off x="11306175" y="5819775"/>
            <a:ext cx="4339590" cy="2282190"/>
          </a:xfrm>
          <a:custGeom>
            <a:rect b="b" l="l" r="r" t="t"/>
            <a:pathLst>
              <a:path extrusionOk="0" h="3042920" w="5786120">
                <a:moveTo>
                  <a:pt x="0" y="147574"/>
                </a:moveTo>
                <a:cubicBezTo>
                  <a:pt x="0" y="66040"/>
                  <a:pt x="66040" y="0"/>
                  <a:pt x="147574" y="0"/>
                </a:cubicBezTo>
                <a:lnTo>
                  <a:pt x="5638546" y="0"/>
                </a:lnTo>
                <a:cubicBezTo>
                  <a:pt x="5720080" y="0"/>
                  <a:pt x="5786120" y="66040"/>
                  <a:pt x="5786120" y="147574"/>
                </a:cubicBezTo>
                <a:lnTo>
                  <a:pt x="5786120" y="2895346"/>
                </a:lnTo>
                <a:cubicBezTo>
                  <a:pt x="5786120" y="2976880"/>
                  <a:pt x="5720080" y="3042920"/>
                  <a:pt x="5638546" y="3042920"/>
                </a:cubicBezTo>
                <a:lnTo>
                  <a:pt x="147574" y="3042920"/>
                </a:lnTo>
                <a:cubicBezTo>
                  <a:pt x="66040" y="3042920"/>
                  <a:pt x="0" y="2976880"/>
                  <a:pt x="0" y="2895346"/>
                </a:cubicBezTo>
                <a:close/>
              </a:path>
            </a:pathLst>
          </a:custGeom>
          <a:solidFill>
            <a:srgbClr val="0D2B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14" name="Google Shape;414;p4"/>
          <p:cNvGrpSpPr/>
          <p:nvPr/>
        </p:nvGrpSpPr>
        <p:grpSpPr>
          <a:xfrm>
            <a:off x="11727180" y="6240780"/>
            <a:ext cx="3497580" cy="480060"/>
            <a:chOff x="0" y="0"/>
            <a:chExt cx="4663440" cy="640080"/>
          </a:xfrm>
        </p:grpSpPr>
        <p:sp>
          <p:nvSpPr>
            <p:cNvPr id="415" name="Google Shape;415;p4"/>
            <p:cNvSpPr/>
            <p:nvPr/>
          </p:nvSpPr>
          <p:spPr>
            <a:xfrm>
              <a:off x="0" y="0"/>
              <a:ext cx="4663440" cy="640080"/>
            </a:xfrm>
            <a:custGeom>
              <a:rect b="b" l="l" r="r" t="t"/>
              <a:pathLst>
                <a:path extrusionOk="0" h="640080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640080"/>
                  </a:lnTo>
                  <a:lnTo>
                    <a:pt x="0" y="6400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91965" l="0" r="0" t="-91965"/>
              </a:stretch>
            </a:blipFill>
            <a:ln>
              <a:noFill/>
            </a:ln>
          </p:spPr>
        </p:sp>
        <p:sp>
          <p:nvSpPr>
            <p:cNvPr id="416" name="Google Shape;416;p4"/>
            <p:cNvSpPr txBox="1"/>
            <p:nvPr/>
          </p:nvSpPr>
          <p:spPr>
            <a:xfrm>
              <a:off x="0" y="9525"/>
              <a:ext cx="4663440" cy="6305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50" u="none" cap="none" strike="noStrike">
                  <a:solidFill>
                    <a:srgbClr val="FFFFFF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Centralized Control</a:t>
              </a:r>
              <a:endParaRPr/>
            </a:p>
          </p:txBody>
        </p:sp>
      </p:grpSp>
      <p:grpSp>
        <p:nvGrpSpPr>
          <p:cNvPr id="417" name="Google Shape;417;p4"/>
          <p:cNvGrpSpPr/>
          <p:nvPr/>
        </p:nvGrpSpPr>
        <p:grpSpPr>
          <a:xfrm>
            <a:off x="11727180" y="6885432"/>
            <a:ext cx="3497580" cy="384048"/>
            <a:chOff x="0" y="0"/>
            <a:chExt cx="4663440" cy="512064"/>
          </a:xfrm>
        </p:grpSpPr>
        <p:sp>
          <p:nvSpPr>
            <p:cNvPr id="418" name="Google Shape;418;p4"/>
            <p:cNvSpPr/>
            <p:nvPr/>
          </p:nvSpPr>
          <p:spPr>
            <a:xfrm>
              <a:off x="0" y="0"/>
              <a:ext cx="4663440" cy="512064"/>
            </a:xfrm>
            <a:custGeom>
              <a:rect b="b" l="l" r="r" t="t"/>
              <a:pathLst>
                <a:path extrusionOk="0" h="512064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512064"/>
                  </a:lnTo>
                  <a:lnTo>
                    <a:pt x="0" y="51206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27456" l="0" r="0" t="-127456"/>
              </a:stretch>
            </a:blipFill>
            <a:ln>
              <a:noFill/>
            </a:ln>
          </p:spPr>
        </p:sp>
        <p:sp>
          <p:nvSpPr>
            <p:cNvPr id="419" name="Google Shape;419;p4"/>
            <p:cNvSpPr txBox="1"/>
            <p:nvPr/>
          </p:nvSpPr>
          <p:spPr>
            <a:xfrm>
              <a:off x="0" y="9525"/>
              <a:ext cx="4663440" cy="5025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3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75" u="none" cap="none" strike="noStrike">
                  <a:solidFill>
                    <a:srgbClr val="CFE8F7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Controller → Policy → Fabric</a:t>
              </a:r>
              <a:endParaRPr/>
            </a:p>
          </p:txBody>
        </p:sp>
      </p:grpSp>
      <p:grpSp>
        <p:nvGrpSpPr>
          <p:cNvPr id="420" name="Google Shape;420;p4"/>
          <p:cNvGrpSpPr/>
          <p:nvPr/>
        </p:nvGrpSpPr>
        <p:grpSpPr>
          <a:xfrm>
            <a:off x="12550140" y="9484328"/>
            <a:ext cx="4389120" cy="254032"/>
            <a:chOff x="0" y="-9525"/>
            <a:chExt cx="5852160" cy="338709"/>
          </a:xfrm>
        </p:grpSpPr>
        <p:sp>
          <p:nvSpPr>
            <p:cNvPr id="421" name="Google Shape;421;p4"/>
            <p:cNvSpPr/>
            <p:nvPr/>
          </p:nvSpPr>
          <p:spPr>
            <a:xfrm>
              <a:off x="0" y="0"/>
              <a:ext cx="5852160" cy="329184"/>
            </a:xfrm>
            <a:custGeom>
              <a:rect b="b" l="l" r="r" t="t"/>
              <a:pathLst>
                <a:path extrusionOk="0" h="329184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329184"/>
                  </a:lnTo>
                  <a:lnTo>
                    <a:pt x="0" y="32918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96404" l="0" r="0" t="-296404"/>
              </a:stretch>
            </a:blipFill>
            <a:ln>
              <a:noFill/>
            </a:ln>
          </p:spPr>
        </p:sp>
        <p:sp>
          <p:nvSpPr>
            <p:cNvPr id="422" name="Google Shape;422;p4"/>
            <p:cNvSpPr txBox="1"/>
            <p:nvPr/>
          </p:nvSpPr>
          <p:spPr>
            <a:xfrm>
              <a:off x="0" y="-9525"/>
              <a:ext cx="5852160" cy="3387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5" u="none" cap="none" strike="noStrike">
                  <a:solidFill>
                    <a:srgbClr val="8795A4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Source: Cisco CCNP Enterprise • Chapter 23</a:t>
              </a:r>
              <a:endParaRPr/>
            </a:p>
          </p:txBody>
        </p:sp>
      </p:grpSp>
      <p:sp>
        <p:nvSpPr>
          <p:cNvPr id="423" name="Google Shape;423;p4"/>
          <p:cNvSpPr txBox="1"/>
          <p:nvPr/>
        </p:nvSpPr>
        <p:spPr>
          <a:xfrm>
            <a:off x="16527780" y="9806940"/>
            <a:ext cx="10287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B7785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9FC"/>
        </a:solidFill>
      </p:bgPr>
    </p:bg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2" name="Google Shape;432;p5"/>
          <p:cNvCxnSpPr/>
          <p:nvPr/>
        </p:nvCxnSpPr>
        <p:spPr>
          <a:xfrm rot="3840">
            <a:off x="607685" y="9802178"/>
            <a:ext cx="17026900" cy="0"/>
          </a:xfrm>
          <a:prstGeom prst="straightConnector1">
            <a:avLst/>
          </a:prstGeom>
          <a:noFill/>
          <a:ln cap="rnd" cmpd="sng" w="9525">
            <a:solidFill>
              <a:srgbClr val="D6E0EA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33" name="Google Shape;433;p5"/>
          <p:cNvGrpSpPr/>
          <p:nvPr/>
        </p:nvGrpSpPr>
        <p:grpSpPr>
          <a:xfrm>
            <a:off x="754380" y="9868376"/>
            <a:ext cx="11658600" cy="254032"/>
            <a:chOff x="0" y="-9525"/>
            <a:chExt cx="15544800" cy="338709"/>
          </a:xfrm>
        </p:grpSpPr>
        <p:sp>
          <p:nvSpPr>
            <p:cNvPr id="434" name="Google Shape;434;p5"/>
            <p:cNvSpPr/>
            <p:nvPr/>
          </p:nvSpPr>
          <p:spPr>
            <a:xfrm>
              <a:off x="0" y="0"/>
              <a:ext cx="15544800" cy="329184"/>
            </a:xfrm>
            <a:custGeom>
              <a:rect b="b" l="l" r="r" t="t"/>
              <a:pathLst>
                <a:path extrusionOk="0" h="329184" w="15544800">
                  <a:moveTo>
                    <a:pt x="0" y="0"/>
                  </a:moveTo>
                  <a:lnTo>
                    <a:pt x="15544800" y="0"/>
                  </a:lnTo>
                  <a:lnTo>
                    <a:pt x="15544800" y="329184"/>
                  </a:lnTo>
                  <a:lnTo>
                    <a:pt x="0" y="32918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870132" l="0" r="0" t="-870132"/>
              </a:stretch>
            </a:blipFill>
            <a:ln>
              <a:noFill/>
            </a:ln>
          </p:spPr>
        </p:sp>
        <p:sp>
          <p:nvSpPr>
            <p:cNvPr id="435" name="Google Shape;435;p5"/>
            <p:cNvSpPr txBox="1"/>
            <p:nvPr/>
          </p:nvSpPr>
          <p:spPr>
            <a:xfrm>
              <a:off x="0" y="-9525"/>
              <a:ext cx="15544800" cy="3387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5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FABRIC TECHNOLOGIES  •  CCNP ENTERPRISE / CHAPTER 23</a:t>
              </a:r>
              <a:endParaRPr/>
            </a:p>
          </p:txBody>
        </p:sp>
      </p:grpSp>
      <p:grpSp>
        <p:nvGrpSpPr>
          <p:cNvPr id="436" name="Google Shape;436;p5"/>
          <p:cNvGrpSpPr/>
          <p:nvPr/>
        </p:nvGrpSpPr>
        <p:grpSpPr>
          <a:xfrm>
            <a:off x="822960" y="480060"/>
            <a:ext cx="6172200" cy="301752"/>
            <a:chOff x="0" y="0"/>
            <a:chExt cx="8229600" cy="402336"/>
          </a:xfrm>
        </p:grpSpPr>
        <p:sp>
          <p:nvSpPr>
            <p:cNvPr id="437" name="Google Shape;437;p5"/>
            <p:cNvSpPr/>
            <p:nvPr/>
          </p:nvSpPr>
          <p:spPr>
            <a:xfrm>
              <a:off x="0" y="0"/>
              <a:ext cx="8229600" cy="402336"/>
            </a:xfrm>
            <a:custGeom>
              <a:rect b="b" l="l" r="r" t="t"/>
              <a:pathLst>
                <a:path extrusionOk="0" h="402336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402336"/>
                  </a:lnTo>
                  <a:lnTo>
                    <a:pt x="0" y="40233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48534" l="0" r="0" t="-348534"/>
              </a:stretch>
            </a:blipFill>
            <a:ln>
              <a:noFill/>
            </a:ln>
          </p:spPr>
        </p:sp>
        <p:sp>
          <p:nvSpPr>
            <p:cNvPr id="438" name="Google Shape;438;p5"/>
            <p:cNvSpPr txBox="1"/>
            <p:nvPr/>
          </p:nvSpPr>
          <p:spPr>
            <a:xfrm>
              <a:off x="0" y="0"/>
              <a:ext cx="8229600" cy="4023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75" u="none" cap="none" strike="noStrike">
                  <a:solidFill>
                    <a:srgbClr val="1FA7C8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04 / ARCHITECTURE</a:t>
              </a:r>
              <a:endParaRPr/>
            </a:p>
          </p:txBody>
        </p:sp>
      </p:grpSp>
      <p:grpSp>
        <p:nvGrpSpPr>
          <p:cNvPr id="439" name="Google Shape;439;p5"/>
          <p:cNvGrpSpPr/>
          <p:nvPr/>
        </p:nvGrpSpPr>
        <p:grpSpPr>
          <a:xfrm>
            <a:off x="822960" y="884396"/>
            <a:ext cx="16322040" cy="761524"/>
            <a:chOff x="0" y="-9525"/>
            <a:chExt cx="21762720" cy="1015365"/>
          </a:xfrm>
        </p:grpSpPr>
        <p:sp>
          <p:nvSpPr>
            <p:cNvPr id="440" name="Google Shape;440;p5"/>
            <p:cNvSpPr/>
            <p:nvPr/>
          </p:nvSpPr>
          <p:spPr>
            <a:xfrm>
              <a:off x="0" y="0"/>
              <a:ext cx="21762720" cy="1005840"/>
            </a:xfrm>
            <a:custGeom>
              <a:rect b="b" l="l" r="r" t="t"/>
              <a:pathLst>
                <a:path extrusionOk="0" h="100584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005840"/>
                  </a:lnTo>
                  <a:lnTo>
                    <a:pt x="0" y="10058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71585" l="0" r="0" t="-371585"/>
              </a:stretch>
            </a:blipFill>
            <a:ln>
              <a:noFill/>
            </a:ln>
          </p:spPr>
        </p:sp>
        <p:sp>
          <p:nvSpPr>
            <p:cNvPr id="441" name="Google Shape;441;p5"/>
            <p:cNvSpPr txBox="1"/>
            <p:nvPr/>
          </p:nvSpPr>
          <p:spPr>
            <a:xfrm>
              <a:off x="0" y="-9525"/>
              <a:ext cx="21762720" cy="10153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200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SD-Access Architecture</a:t>
              </a:r>
              <a:endParaRPr/>
            </a:p>
          </p:txBody>
        </p:sp>
      </p:grpSp>
      <p:grpSp>
        <p:nvGrpSpPr>
          <p:cNvPr id="442" name="Google Shape;442;p5"/>
          <p:cNvGrpSpPr/>
          <p:nvPr/>
        </p:nvGrpSpPr>
        <p:grpSpPr>
          <a:xfrm>
            <a:off x="822960" y="1728216"/>
            <a:ext cx="16459200" cy="521208"/>
            <a:chOff x="0" y="0"/>
            <a:chExt cx="21945600" cy="694944"/>
          </a:xfrm>
        </p:grpSpPr>
        <p:sp>
          <p:nvSpPr>
            <p:cNvPr id="443" name="Google Shape;443;p5"/>
            <p:cNvSpPr/>
            <p:nvPr/>
          </p:nvSpPr>
          <p:spPr>
            <a:xfrm>
              <a:off x="0" y="0"/>
              <a:ext cx="21945600" cy="694944"/>
            </a:xfrm>
            <a:custGeom>
              <a:rect b="b" l="l" r="r" t="t"/>
              <a:pathLst>
                <a:path extrusionOk="0" h="69494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94944"/>
                  </a:lnTo>
                  <a:lnTo>
                    <a:pt x="0" y="69494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65309" l="0" r="0" t="-565309"/>
              </a:stretch>
            </a:blipFill>
            <a:ln>
              <a:noFill/>
            </a:ln>
          </p:spPr>
        </p:sp>
        <p:sp>
          <p:nvSpPr>
            <p:cNvPr id="444" name="Google Shape;444;p5"/>
            <p:cNvSpPr txBox="1"/>
            <p:nvPr/>
          </p:nvSpPr>
          <p:spPr>
            <a:xfrm>
              <a:off x="0" y="0"/>
              <a:ext cx="21945600" cy="6949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75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4 Layer หลักของ Fabric</a:t>
              </a:r>
              <a:endParaRPr/>
            </a:p>
          </p:txBody>
        </p:sp>
      </p:grpSp>
      <p:sp>
        <p:nvSpPr>
          <p:cNvPr id="445" name="Google Shape;445;p5"/>
          <p:cNvSpPr/>
          <p:nvPr/>
        </p:nvSpPr>
        <p:spPr>
          <a:xfrm>
            <a:off x="1293495" y="2527935"/>
            <a:ext cx="15586709" cy="1184910"/>
          </a:xfrm>
          <a:custGeom>
            <a:rect b="b" l="l" r="r" t="t"/>
            <a:pathLst>
              <a:path extrusionOk="0" h="1579880" w="20782279">
                <a:moveTo>
                  <a:pt x="0" y="148717"/>
                </a:moveTo>
                <a:cubicBezTo>
                  <a:pt x="0" y="66548"/>
                  <a:pt x="66548" y="0"/>
                  <a:pt x="148717" y="0"/>
                </a:cubicBezTo>
                <a:lnTo>
                  <a:pt x="20633562" y="0"/>
                </a:lnTo>
                <a:cubicBezTo>
                  <a:pt x="20715731" y="0"/>
                  <a:pt x="20782279" y="66548"/>
                  <a:pt x="20782279" y="148717"/>
                </a:cubicBezTo>
                <a:lnTo>
                  <a:pt x="20782279" y="1431163"/>
                </a:lnTo>
                <a:cubicBezTo>
                  <a:pt x="20782279" y="1513332"/>
                  <a:pt x="20715731" y="1579880"/>
                  <a:pt x="20633562" y="1579880"/>
                </a:cubicBezTo>
                <a:lnTo>
                  <a:pt x="148717" y="1579880"/>
                </a:lnTo>
                <a:cubicBezTo>
                  <a:pt x="66548" y="1579880"/>
                  <a:pt x="0" y="1513332"/>
                  <a:pt x="0" y="1431163"/>
                </a:cubicBezTo>
                <a:close/>
              </a:path>
            </a:pathLst>
          </a:custGeom>
          <a:solidFill>
            <a:srgbClr val="F6FBFD"/>
          </a:solidFill>
          <a:ln cap="sq" cmpd="sng" w="19050">
            <a:solidFill>
              <a:srgbClr val="D6E0E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5"/>
          <p:cNvSpPr/>
          <p:nvPr/>
        </p:nvSpPr>
        <p:spPr>
          <a:xfrm>
            <a:off x="1526667" y="2692527"/>
            <a:ext cx="3036570" cy="855726"/>
          </a:xfrm>
          <a:custGeom>
            <a:rect b="b" l="l" r="r" t="t"/>
            <a:pathLst>
              <a:path extrusionOk="0" h="1140968" w="4048760">
                <a:moveTo>
                  <a:pt x="0" y="149606"/>
                </a:moveTo>
                <a:cubicBezTo>
                  <a:pt x="0" y="67056"/>
                  <a:pt x="67056" y="0"/>
                  <a:pt x="149606" y="0"/>
                </a:cubicBezTo>
                <a:lnTo>
                  <a:pt x="3899154" y="0"/>
                </a:lnTo>
                <a:cubicBezTo>
                  <a:pt x="3981831" y="0"/>
                  <a:pt x="4048760" y="67056"/>
                  <a:pt x="4048760" y="149606"/>
                </a:cubicBezTo>
                <a:lnTo>
                  <a:pt x="4048760" y="991362"/>
                </a:lnTo>
                <a:cubicBezTo>
                  <a:pt x="4048760" y="1074039"/>
                  <a:pt x="3981704" y="1140968"/>
                  <a:pt x="3899154" y="1140968"/>
                </a:cubicBezTo>
                <a:lnTo>
                  <a:pt x="149606" y="1140968"/>
                </a:lnTo>
                <a:cubicBezTo>
                  <a:pt x="67056" y="1140968"/>
                  <a:pt x="0" y="1073912"/>
                  <a:pt x="0" y="991362"/>
                </a:cubicBezTo>
                <a:close/>
              </a:path>
            </a:pathLst>
          </a:custGeom>
          <a:solidFill>
            <a:srgbClr val="1FA7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47" name="Google Shape;447;p5"/>
          <p:cNvGrpSpPr/>
          <p:nvPr/>
        </p:nvGrpSpPr>
        <p:grpSpPr>
          <a:xfrm>
            <a:off x="1536192" y="2811780"/>
            <a:ext cx="3017520" cy="356616"/>
            <a:chOff x="0" y="0"/>
            <a:chExt cx="4023360" cy="475488"/>
          </a:xfrm>
        </p:grpSpPr>
        <p:sp>
          <p:nvSpPr>
            <p:cNvPr id="448" name="Google Shape;448;p5"/>
            <p:cNvSpPr/>
            <p:nvPr/>
          </p:nvSpPr>
          <p:spPr>
            <a:xfrm>
              <a:off x="0" y="0"/>
              <a:ext cx="4023360" cy="475488"/>
            </a:xfrm>
            <a:custGeom>
              <a:rect b="b" l="l" r="r" t="t"/>
              <a:pathLst>
                <a:path extrusionOk="0" h="475488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475488"/>
                  </a:lnTo>
                  <a:lnTo>
                    <a:pt x="0" y="47548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14875" l="0" r="0" t="-114875"/>
              </a:stretch>
            </a:blipFill>
            <a:ln>
              <a:noFill/>
            </a:ln>
          </p:spPr>
        </p:sp>
        <p:sp>
          <p:nvSpPr>
            <p:cNvPr id="449" name="Google Shape;449;p5"/>
            <p:cNvSpPr txBox="1"/>
            <p:nvPr/>
          </p:nvSpPr>
          <p:spPr>
            <a:xfrm>
              <a:off x="0" y="0"/>
              <a:ext cx="4023360" cy="4754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979" u="none" cap="none" strike="noStrike">
                  <a:solidFill>
                    <a:srgbClr val="FFFFFF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Management Layer</a:t>
              </a:r>
              <a:endParaRPr/>
            </a:p>
          </p:txBody>
        </p:sp>
      </p:grpSp>
      <p:grpSp>
        <p:nvGrpSpPr>
          <p:cNvPr id="450" name="Google Shape;450;p5"/>
          <p:cNvGrpSpPr/>
          <p:nvPr/>
        </p:nvGrpSpPr>
        <p:grpSpPr>
          <a:xfrm>
            <a:off x="5006340" y="2784348"/>
            <a:ext cx="8778240" cy="411480"/>
            <a:chOff x="0" y="0"/>
            <a:chExt cx="11704320" cy="548640"/>
          </a:xfrm>
        </p:grpSpPr>
        <p:sp>
          <p:nvSpPr>
            <p:cNvPr id="451" name="Google Shape;451;p5"/>
            <p:cNvSpPr/>
            <p:nvPr/>
          </p:nvSpPr>
          <p:spPr>
            <a:xfrm>
              <a:off x="0" y="0"/>
              <a:ext cx="11704320" cy="548640"/>
            </a:xfrm>
            <a:custGeom>
              <a:rect b="b" l="l" r="r" t="t"/>
              <a:pathLst>
                <a:path extrusionOk="0" h="54864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548640"/>
                  </a:lnTo>
                  <a:lnTo>
                    <a:pt x="0" y="5486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65697" l="0" r="0" t="-365697"/>
              </a:stretch>
            </a:blipFill>
            <a:ln>
              <a:noFill/>
            </a:ln>
          </p:spPr>
        </p:sp>
        <p:sp>
          <p:nvSpPr>
            <p:cNvPr id="452" name="Google Shape;452;p5"/>
            <p:cNvSpPr txBox="1"/>
            <p:nvPr/>
          </p:nvSpPr>
          <p:spPr>
            <a:xfrm>
              <a:off x="0" y="9525"/>
              <a:ext cx="11704320" cy="5391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50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Dashboard / UI / UX</a:t>
              </a:r>
              <a:endParaRPr/>
            </a:p>
          </p:txBody>
        </p:sp>
      </p:grpSp>
      <p:sp>
        <p:nvSpPr>
          <p:cNvPr id="453" name="Google Shape;453;p5"/>
          <p:cNvSpPr/>
          <p:nvPr/>
        </p:nvSpPr>
        <p:spPr>
          <a:xfrm>
            <a:off x="1293495" y="4132707"/>
            <a:ext cx="15586709" cy="1184910"/>
          </a:xfrm>
          <a:custGeom>
            <a:rect b="b" l="l" r="r" t="t"/>
            <a:pathLst>
              <a:path extrusionOk="0" h="1579880" w="20782279">
                <a:moveTo>
                  <a:pt x="0" y="148717"/>
                </a:moveTo>
                <a:cubicBezTo>
                  <a:pt x="0" y="66548"/>
                  <a:pt x="66548" y="0"/>
                  <a:pt x="148717" y="0"/>
                </a:cubicBezTo>
                <a:lnTo>
                  <a:pt x="20633562" y="0"/>
                </a:lnTo>
                <a:cubicBezTo>
                  <a:pt x="20715731" y="0"/>
                  <a:pt x="20782279" y="66548"/>
                  <a:pt x="20782279" y="148717"/>
                </a:cubicBezTo>
                <a:lnTo>
                  <a:pt x="20782279" y="1431163"/>
                </a:lnTo>
                <a:cubicBezTo>
                  <a:pt x="20782279" y="1513332"/>
                  <a:pt x="20715731" y="1579880"/>
                  <a:pt x="20633562" y="1579880"/>
                </a:cubicBezTo>
                <a:lnTo>
                  <a:pt x="148717" y="1579880"/>
                </a:lnTo>
                <a:cubicBezTo>
                  <a:pt x="66548" y="1579880"/>
                  <a:pt x="0" y="1513332"/>
                  <a:pt x="0" y="1431163"/>
                </a:cubicBezTo>
                <a:close/>
              </a:path>
            </a:pathLst>
          </a:custGeom>
          <a:solidFill>
            <a:srgbClr val="EAF6F4"/>
          </a:solidFill>
          <a:ln cap="sq" cmpd="sng" w="19050">
            <a:solidFill>
              <a:srgbClr val="D6E0E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5"/>
          <p:cNvSpPr/>
          <p:nvPr/>
        </p:nvSpPr>
        <p:spPr>
          <a:xfrm>
            <a:off x="1526667" y="4297299"/>
            <a:ext cx="3036570" cy="855726"/>
          </a:xfrm>
          <a:custGeom>
            <a:rect b="b" l="l" r="r" t="t"/>
            <a:pathLst>
              <a:path extrusionOk="0" h="1140968" w="4048760">
                <a:moveTo>
                  <a:pt x="0" y="149606"/>
                </a:moveTo>
                <a:cubicBezTo>
                  <a:pt x="0" y="67056"/>
                  <a:pt x="67056" y="0"/>
                  <a:pt x="149606" y="0"/>
                </a:cubicBezTo>
                <a:lnTo>
                  <a:pt x="3899154" y="0"/>
                </a:lnTo>
                <a:cubicBezTo>
                  <a:pt x="3981831" y="0"/>
                  <a:pt x="4048760" y="67056"/>
                  <a:pt x="4048760" y="149606"/>
                </a:cubicBezTo>
                <a:lnTo>
                  <a:pt x="4048760" y="991362"/>
                </a:lnTo>
                <a:cubicBezTo>
                  <a:pt x="4048760" y="1074039"/>
                  <a:pt x="3981704" y="1140968"/>
                  <a:pt x="3899154" y="1140968"/>
                </a:cubicBezTo>
                <a:lnTo>
                  <a:pt x="149606" y="1140968"/>
                </a:lnTo>
                <a:cubicBezTo>
                  <a:pt x="67056" y="1140968"/>
                  <a:pt x="0" y="1073912"/>
                  <a:pt x="0" y="991362"/>
                </a:cubicBezTo>
                <a:close/>
              </a:path>
            </a:pathLst>
          </a:custGeom>
          <a:solidFill>
            <a:srgbClr val="1F8A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55" name="Google Shape;455;p5"/>
          <p:cNvGrpSpPr/>
          <p:nvPr/>
        </p:nvGrpSpPr>
        <p:grpSpPr>
          <a:xfrm>
            <a:off x="1536192" y="4416552"/>
            <a:ext cx="3017520" cy="356616"/>
            <a:chOff x="0" y="0"/>
            <a:chExt cx="4023360" cy="475488"/>
          </a:xfrm>
        </p:grpSpPr>
        <p:sp>
          <p:nvSpPr>
            <p:cNvPr id="456" name="Google Shape;456;p5"/>
            <p:cNvSpPr/>
            <p:nvPr/>
          </p:nvSpPr>
          <p:spPr>
            <a:xfrm>
              <a:off x="0" y="0"/>
              <a:ext cx="4023360" cy="475488"/>
            </a:xfrm>
            <a:custGeom>
              <a:rect b="b" l="l" r="r" t="t"/>
              <a:pathLst>
                <a:path extrusionOk="0" h="475488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475488"/>
                  </a:lnTo>
                  <a:lnTo>
                    <a:pt x="0" y="47548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14875" l="0" r="0" t="-114875"/>
              </a:stretch>
            </a:blipFill>
            <a:ln>
              <a:noFill/>
            </a:ln>
          </p:spPr>
        </p:sp>
        <p:sp>
          <p:nvSpPr>
            <p:cNvPr id="457" name="Google Shape;457;p5"/>
            <p:cNvSpPr txBox="1"/>
            <p:nvPr/>
          </p:nvSpPr>
          <p:spPr>
            <a:xfrm>
              <a:off x="0" y="0"/>
              <a:ext cx="4023360" cy="4754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979" u="none" cap="none" strike="noStrike">
                  <a:solidFill>
                    <a:srgbClr val="FFFFFF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Controller Layer</a:t>
              </a:r>
              <a:endParaRPr/>
            </a:p>
          </p:txBody>
        </p:sp>
      </p:grpSp>
      <p:grpSp>
        <p:nvGrpSpPr>
          <p:cNvPr id="458" name="Google Shape;458;p5"/>
          <p:cNvGrpSpPr/>
          <p:nvPr/>
        </p:nvGrpSpPr>
        <p:grpSpPr>
          <a:xfrm>
            <a:off x="5006340" y="4389120"/>
            <a:ext cx="8778240" cy="411480"/>
            <a:chOff x="0" y="0"/>
            <a:chExt cx="11704320" cy="548640"/>
          </a:xfrm>
        </p:grpSpPr>
        <p:sp>
          <p:nvSpPr>
            <p:cNvPr id="459" name="Google Shape;459;p5"/>
            <p:cNvSpPr/>
            <p:nvPr/>
          </p:nvSpPr>
          <p:spPr>
            <a:xfrm>
              <a:off x="0" y="0"/>
              <a:ext cx="11704320" cy="548640"/>
            </a:xfrm>
            <a:custGeom>
              <a:rect b="b" l="l" r="r" t="t"/>
              <a:pathLst>
                <a:path extrusionOk="0" h="54864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548640"/>
                  </a:lnTo>
                  <a:lnTo>
                    <a:pt x="0" y="5486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65697" l="0" r="0" t="-365697"/>
              </a:stretch>
            </a:blipFill>
            <a:ln>
              <a:noFill/>
            </a:ln>
          </p:spPr>
        </p:sp>
        <p:sp>
          <p:nvSpPr>
            <p:cNvPr id="460" name="Google Shape;460;p5"/>
            <p:cNvSpPr txBox="1"/>
            <p:nvPr/>
          </p:nvSpPr>
          <p:spPr>
            <a:xfrm>
              <a:off x="0" y="9525"/>
              <a:ext cx="11704320" cy="5391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50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Automation • Identity • Policy</a:t>
              </a:r>
              <a:endParaRPr/>
            </a:p>
          </p:txBody>
        </p:sp>
      </p:grpSp>
      <p:grpSp>
        <p:nvGrpSpPr>
          <p:cNvPr id="461" name="Google Shape;461;p5"/>
          <p:cNvGrpSpPr/>
          <p:nvPr/>
        </p:nvGrpSpPr>
        <p:grpSpPr>
          <a:xfrm>
            <a:off x="14950440" y="4389120"/>
            <a:ext cx="754380" cy="411480"/>
            <a:chOff x="0" y="0"/>
            <a:chExt cx="1005840" cy="548640"/>
          </a:xfrm>
        </p:grpSpPr>
        <p:sp>
          <p:nvSpPr>
            <p:cNvPr id="462" name="Google Shape;462;p5"/>
            <p:cNvSpPr/>
            <p:nvPr/>
          </p:nvSpPr>
          <p:spPr>
            <a:xfrm>
              <a:off x="0" y="0"/>
              <a:ext cx="1005840" cy="548640"/>
            </a:xfrm>
            <a:custGeom>
              <a:rect b="b" l="l" r="r" t="t"/>
              <a:pathLst>
                <a:path extrusionOk="0" h="5486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548640"/>
                  </a:lnTo>
                  <a:lnTo>
                    <a:pt x="0" y="5486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19983" r="-19983" t="0"/>
              </a:stretch>
            </a:blipFill>
            <a:ln>
              <a:noFill/>
            </a:ln>
          </p:spPr>
        </p:sp>
        <p:sp>
          <p:nvSpPr>
            <p:cNvPr id="463" name="Google Shape;463;p5"/>
            <p:cNvSpPr txBox="1"/>
            <p:nvPr/>
          </p:nvSpPr>
          <p:spPr>
            <a:xfrm>
              <a:off x="0" y="0"/>
              <a:ext cx="1005840" cy="548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6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850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↑</a:t>
              </a:r>
              <a:endParaRPr/>
            </a:p>
          </p:txBody>
        </p:sp>
      </p:grpSp>
      <p:sp>
        <p:nvSpPr>
          <p:cNvPr id="464" name="Google Shape;464;p5"/>
          <p:cNvSpPr/>
          <p:nvPr/>
        </p:nvSpPr>
        <p:spPr>
          <a:xfrm>
            <a:off x="1293495" y="5737479"/>
            <a:ext cx="15586709" cy="1184910"/>
          </a:xfrm>
          <a:custGeom>
            <a:rect b="b" l="l" r="r" t="t"/>
            <a:pathLst>
              <a:path extrusionOk="0" h="1579880" w="20782279">
                <a:moveTo>
                  <a:pt x="0" y="148717"/>
                </a:moveTo>
                <a:cubicBezTo>
                  <a:pt x="0" y="66548"/>
                  <a:pt x="66548" y="0"/>
                  <a:pt x="148717" y="0"/>
                </a:cubicBezTo>
                <a:lnTo>
                  <a:pt x="20633562" y="0"/>
                </a:lnTo>
                <a:cubicBezTo>
                  <a:pt x="20715731" y="0"/>
                  <a:pt x="20782279" y="66548"/>
                  <a:pt x="20782279" y="148717"/>
                </a:cubicBezTo>
                <a:lnTo>
                  <a:pt x="20782279" y="1431163"/>
                </a:lnTo>
                <a:cubicBezTo>
                  <a:pt x="20782279" y="1513332"/>
                  <a:pt x="20715731" y="1579880"/>
                  <a:pt x="20633562" y="1579880"/>
                </a:cubicBezTo>
                <a:lnTo>
                  <a:pt x="148717" y="1579880"/>
                </a:lnTo>
                <a:cubicBezTo>
                  <a:pt x="66548" y="1579880"/>
                  <a:pt x="0" y="1513332"/>
                  <a:pt x="0" y="1431163"/>
                </a:cubicBezTo>
                <a:close/>
              </a:path>
            </a:pathLst>
          </a:custGeom>
          <a:solidFill>
            <a:srgbClr val="EAF2FA"/>
          </a:solidFill>
          <a:ln cap="sq" cmpd="sng" w="19050">
            <a:solidFill>
              <a:srgbClr val="D6E0E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5"/>
          <p:cNvSpPr/>
          <p:nvPr/>
        </p:nvSpPr>
        <p:spPr>
          <a:xfrm>
            <a:off x="1526667" y="5902071"/>
            <a:ext cx="3036570" cy="855726"/>
          </a:xfrm>
          <a:custGeom>
            <a:rect b="b" l="l" r="r" t="t"/>
            <a:pathLst>
              <a:path extrusionOk="0" h="1140968" w="4048760">
                <a:moveTo>
                  <a:pt x="0" y="149606"/>
                </a:moveTo>
                <a:cubicBezTo>
                  <a:pt x="0" y="67056"/>
                  <a:pt x="67056" y="0"/>
                  <a:pt x="149606" y="0"/>
                </a:cubicBezTo>
                <a:lnTo>
                  <a:pt x="3899154" y="0"/>
                </a:lnTo>
                <a:cubicBezTo>
                  <a:pt x="3981831" y="0"/>
                  <a:pt x="4048760" y="67056"/>
                  <a:pt x="4048760" y="149606"/>
                </a:cubicBezTo>
                <a:lnTo>
                  <a:pt x="4048760" y="991362"/>
                </a:lnTo>
                <a:cubicBezTo>
                  <a:pt x="4048760" y="1074039"/>
                  <a:pt x="3981704" y="1140968"/>
                  <a:pt x="3899154" y="1140968"/>
                </a:cubicBezTo>
                <a:lnTo>
                  <a:pt x="149606" y="1140968"/>
                </a:lnTo>
                <a:cubicBezTo>
                  <a:pt x="67056" y="1140968"/>
                  <a:pt x="0" y="1073912"/>
                  <a:pt x="0" y="991362"/>
                </a:cubicBezTo>
                <a:close/>
              </a:path>
            </a:pathLst>
          </a:custGeom>
          <a:solidFill>
            <a:srgbClr val="1D6F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6" name="Google Shape;466;p5"/>
          <p:cNvGrpSpPr/>
          <p:nvPr/>
        </p:nvGrpSpPr>
        <p:grpSpPr>
          <a:xfrm>
            <a:off x="1536192" y="6021324"/>
            <a:ext cx="3017520" cy="356616"/>
            <a:chOff x="0" y="0"/>
            <a:chExt cx="4023360" cy="475488"/>
          </a:xfrm>
        </p:grpSpPr>
        <p:sp>
          <p:nvSpPr>
            <p:cNvPr id="467" name="Google Shape;467;p5"/>
            <p:cNvSpPr/>
            <p:nvPr/>
          </p:nvSpPr>
          <p:spPr>
            <a:xfrm>
              <a:off x="0" y="0"/>
              <a:ext cx="4023360" cy="475488"/>
            </a:xfrm>
            <a:custGeom>
              <a:rect b="b" l="l" r="r" t="t"/>
              <a:pathLst>
                <a:path extrusionOk="0" h="475488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475488"/>
                  </a:lnTo>
                  <a:lnTo>
                    <a:pt x="0" y="47548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14875" l="0" r="0" t="-114875"/>
              </a:stretch>
            </a:blipFill>
            <a:ln>
              <a:noFill/>
            </a:ln>
          </p:spPr>
        </p:sp>
        <p:sp>
          <p:nvSpPr>
            <p:cNvPr id="468" name="Google Shape;468;p5"/>
            <p:cNvSpPr txBox="1"/>
            <p:nvPr/>
          </p:nvSpPr>
          <p:spPr>
            <a:xfrm>
              <a:off x="0" y="0"/>
              <a:ext cx="4023360" cy="4754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979" u="none" cap="none" strike="noStrike">
                  <a:solidFill>
                    <a:srgbClr val="FFFFFF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Network Layer</a:t>
              </a:r>
              <a:endParaRPr/>
            </a:p>
          </p:txBody>
        </p:sp>
      </p:grpSp>
      <p:grpSp>
        <p:nvGrpSpPr>
          <p:cNvPr id="469" name="Google Shape;469;p5"/>
          <p:cNvGrpSpPr/>
          <p:nvPr/>
        </p:nvGrpSpPr>
        <p:grpSpPr>
          <a:xfrm>
            <a:off x="5006340" y="5993892"/>
            <a:ext cx="8778240" cy="411480"/>
            <a:chOff x="0" y="0"/>
            <a:chExt cx="11704320" cy="548640"/>
          </a:xfrm>
        </p:grpSpPr>
        <p:sp>
          <p:nvSpPr>
            <p:cNvPr id="470" name="Google Shape;470;p5"/>
            <p:cNvSpPr/>
            <p:nvPr/>
          </p:nvSpPr>
          <p:spPr>
            <a:xfrm>
              <a:off x="0" y="0"/>
              <a:ext cx="11704320" cy="548640"/>
            </a:xfrm>
            <a:custGeom>
              <a:rect b="b" l="l" r="r" t="t"/>
              <a:pathLst>
                <a:path extrusionOk="0" h="54864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548640"/>
                  </a:lnTo>
                  <a:lnTo>
                    <a:pt x="0" y="5486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65697" l="0" r="0" t="-365697"/>
              </a:stretch>
            </a:blipFill>
            <a:ln>
              <a:noFill/>
            </a:ln>
          </p:spPr>
        </p:sp>
        <p:sp>
          <p:nvSpPr>
            <p:cNvPr id="471" name="Google Shape;471;p5"/>
            <p:cNvSpPr txBox="1"/>
            <p:nvPr/>
          </p:nvSpPr>
          <p:spPr>
            <a:xfrm>
              <a:off x="0" y="9525"/>
              <a:ext cx="11704320" cy="5391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50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Overlay + Underlay</a:t>
              </a:r>
              <a:endParaRPr/>
            </a:p>
          </p:txBody>
        </p:sp>
      </p:grpSp>
      <p:grpSp>
        <p:nvGrpSpPr>
          <p:cNvPr id="472" name="Google Shape;472;p5"/>
          <p:cNvGrpSpPr/>
          <p:nvPr/>
        </p:nvGrpSpPr>
        <p:grpSpPr>
          <a:xfrm>
            <a:off x="14950440" y="5993892"/>
            <a:ext cx="754380" cy="411480"/>
            <a:chOff x="0" y="0"/>
            <a:chExt cx="1005840" cy="548640"/>
          </a:xfrm>
        </p:grpSpPr>
        <p:sp>
          <p:nvSpPr>
            <p:cNvPr id="473" name="Google Shape;473;p5"/>
            <p:cNvSpPr/>
            <p:nvPr/>
          </p:nvSpPr>
          <p:spPr>
            <a:xfrm>
              <a:off x="0" y="0"/>
              <a:ext cx="1005840" cy="548640"/>
            </a:xfrm>
            <a:custGeom>
              <a:rect b="b" l="l" r="r" t="t"/>
              <a:pathLst>
                <a:path extrusionOk="0" h="5486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548640"/>
                  </a:lnTo>
                  <a:lnTo>
                    <a:pt x="0" y="5486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19983" r="-19983" t="0"/>
              </a:stretch>
            </a:blipFill>
            <a:ln>
              <a:noFill/>
            </a:ln>
          </p:spPr>
        </p:sp>
        <p:sp>
          <p:nvSpPr>
            <p:cNvPr id="474" name="Google Shape;474;p5"/>
            <p:cNvSpPr txBox="1"/>
            <p:nvPr/>
          </p:nvSpPr>
          <p:spPr>
            <a:xfrm>
              <a:off x="0" y="0"/>
              <a:ext cx="1005840" cy="548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6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850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↑</a:t>
              </a:r>
              <a:endParaRPr/>
            </a:p>
          </p:txBody>
        </p:sp>
      </p:grpSp>
      <p:sp>
        <p:nvSpPr>
          <p:cNvPr id="475" name="Google Shape;475;p5"/>
          <p:cNvSpPr/>
          <p:nvPr/>
        </p:nvSpPr>
        <p:spPr>
          <a:xfrm>
            <a:off x="1293495" y="7342251"/>
            <a:ext cx="15586709" cy="1184910"/>
          </a:xfrm>
          <a:custGeom>
            <a:rect b="b" l="l" r="r" t="t"/>
            <a:pathLst>
              <a:path extrusionOk="0" h="1579880" w="20782279">
                <a:moveTo>
                  <a:pt x="0" y="148717"/>
                </a:moveTo>
                <a:cubicBezTo>
                  <a:pt x="0" y="66548"/>
                  <a:pt x="66548" y="0"/>
                  <a:pt x="148717" y="0"/>
                </a:cubicBezTo>
                <a:lnTo>
                  <a:pt x="20633562" y="0"/>
                </a:lnTo>
                <a:cubicBezTo>
                  <a:pt x="20715731" y="0"/>
                  <a:pt x="20782279" y="66548"/>
                  <a:pt x="20782279" y="148717"/>
                </a:cubicBezTo>
                <a:lnTo>
                  <a:pt x="20782279" y="1431163"/>
                </a:lnTo>
                <a:cubicBezTo>
                  <a:pt x="20782279" y="1513332"/>
                  <a:pt x="20715731" y="1579880"/>
                  <a:pt x="20633562" y="1579880"/>
                </a:cubicBezTo>
                <a:lnTo>
                  <a:pt x="148717" y="1579880"/>
                </a:lnTo>
                <a:cubicBezTo>
                  <a:pt x="66548" y="1579880"/>
                  <a:pt x="0" y="1513332"/>
                  <a:pt x="0" y="1431163"/>
                </a:cubicBezTo>
                <a:close/>
              </a:path>
            </a:pathLst>
          </a:custGeom>
          <a:solidFill>
            <a:srgbClr val="EEF3F7"/>
          </a:solidFill>
          <a:ln cap="sq" cmpd="sng" w="19050">
            <a:solidFill>
              <a:srgbClr val="D6E0E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5"/>
          <p:cNvSpPr/>
          <p:nvPr/>
        </p:nvSpPr>
        <p:spPr>
          <a:xfrm>
            <a:off x="1526667" y="7506843"/>
            <a:ext cx="3036570" cy="855726"/>
          </a:xfrm>
          <a:custGeom>
            <a:rect b="b" l="l" r="r" t="t"/>
            <a:pathLst>
              <a:path extrusionOk="0" h="1140968" w="4048760">
                <a:moveTo>
                  <a:pt x="0" y="149606"/>
                </a:moveTo>
                <a:cubicBezTo>
                  <a:pt x="0" y="67056"/>
                  <a:pt x="67056" y="0"/>
                  <a:pt x="149606" y="0"/>
                </a:cubicBezTo>
                <a:lnTo>
                  <a:pt x="3899154" y="0"/>
                </a:lnTo>
                <a:cubicBezTo>
                  <a:pt x="3981831" y="0"/>
                  <a:pt x="4048760" y="67056"/>
                  <a:pt x="4048760" y="149606"/>
                </a:cubicBezTo>
                <a:lnTo>
                  <a:pt x="4048760" y="991362"/>
                </a:lnTo>
                <a:cubicBezTo>
                  <a:pt x="4048760" y="1074039"/>
                  <a:pt x="3981704" y="1140968"/>
                  <a:pt x="3899154" y="1140968"/>
                </a:cubicBezTo>
                <a:lnTo>
                  <a:pt x="149606" y="1140968"/>
                </a:lnTo>
                <a:cubicBezTo>
                  <a:pt x="67056" y="1140968"/>
                  <a:pt x="0" y="1073912"/>
                  <a:pt x="0" y="991362"/>
                </a:cubicBezTo>
                <a:close/>
              </a:path>
            </a:pathLst>
          </a:custGeom>
          <a:solidFill>
            <a:srgbClr val="0D2B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77" name="Google Shape;477;p5"/>
          <p:cNvGrpSpPr/>
          <p:nvPr/>
        </p:nvGrpSpPr>
        <p:grpSpPr>
          <a:xfrm>
            <a:off x="1536192" y="7626096"/>
            <a:ext cx="3017520" cy="356616"/>
            <a:chOff x="0" y="0"/>
            <a:chExt cx="4023360" cy="475488"/>
          </a:xfrm>
        </p:grpSpPr>
        <p:sp>
          <p:nvSpPr>
            <p:cNvPr id="478" name="Google Shape;478;p5"/>
            <p:cNvSpPr/>
            <p:nvPr/>
          </p:nvSpPr>
          <p:spPr>
            <a:xfrm>
              <a:off x="0" y="0"/>
              <a:ext cx="4023360" cy="475488"/>
            </a:xfrm>
            <a:custGeom>
              <a:rect b="b" l="l" r="r" t="t"/>
              <a:pathLst>
                <a:path extrusionOk="0" h="475488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475488"/>
                  </a:lnTo>
                  <a:lnTo>
                    <a:pt x="0" y="47548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14875" l="0" r="0" t="-114875"/>
              </a:stretch>
            </a:blipFill>
            <a:ln>
              <a:noFill/>
            </a:ln>
          </p:spPr>
        </p:sp>
        <p:sp>
          <p:nvSpPr>
            <p:cNvPr id="479" name="Google Shape;479;p5"/>
            <p:cNvSpPr txBox="1"/>
            <p:nvPr/>
          </p:nvSpPr>
          <p:spPr>
            <a:xfrm>
              <a:off x="0" y="0"/>
              <a:ext cx="4023360" cy="4754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979" u="none" cap="none" strike="noStrike">
                  <a:solidFill>
                    <a:srgbClr val="FFFFFF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Physical Layer</a:t>
              </a:r>
              <a:endParaRPr/>
            </a:p>
          </p:txBody>
        </p:sp>
      </p:grpSp>
      <p:grpSp>
        <p:nvGrpSpPr>
          <p:cNvPr id="480" name="Google Shape;480;p5"/>
          <p:cNvGrpSpPr/>
          <p:nvPr/>
        </p:nvGrpSpPr>
        <p:grpSpPr>
          <a:xfrm>
            <a:off x="5006340" y="7598664"/>
            <a:ext cx="8778240" cy="411480"/>
            <a:chOff x="0" y="0"/>
            <a:chExt cx="11704320" cy="548640"/>
          </a:xfrm>
        </p:grpSpPr>
        <p:sp>
          <p:nvSpPr>
            <p:cNvPr id="481" name="Google Shape;481;p5"/>
            <p:cNvSpPr/>
            <p:nvPr/>
          </p:nvSpPr>
          <p:spPr>
            <a:xfrm>
              <a:off x="0" y="0"/>
              <a:ext cx="11704320" cy="548640"/>
            </a:xfrm>
            <a:custGeom>
              <a:rect b="b" l="l" r="r" t="t"/>
              <a:pathLst>
                <a:path extrusionOk="0" h="54864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548640"/>
                  </a:lnTo>
                  <a:lnTo>
                    <a:pt x="0" y="5486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65697" l="0" r="0" t="-365697"/>
              </a:stretch>
            </a:blipFill>
            <a:ln>
              <a:noFill/>
            </a:ln>
          </p:spPr>
        </p:sp>
        <p:sp>
          <p:nvSpPr>
            <p:cNvPr id="482" name="Google Shape;482;p5"/>
            <p:cNvSpPr txBox="1"/>
            <p:nvPr/>
          </p:nvSpPr>
          <p:spPr>
            <a:xfrm>
              <a:off x="0" y="9525"/>
              <a:ext cx="11704320" cy="5391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50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Switch • Router • WLC • AP</a:t>
              </a:r>
              <a:endParaRPr/>
            </a:p>
          </p:txBody>
        </p:sp>
      </p:grpSp>
      <p:grpSp>
        <p:nvGrpSpPr>
          <p:cNvPr id="483" name="Google Shape;483;p5"/>
          <p:cNvGrpSpPr/>
          <p:nvPr/>
        </p:nvGrpSpPr>
        <p:grpSpPr>
          <a:xfrm>
            <a:off x="14950440" y="7598664"/>
            <a:ext cx="754380" cy="411480"/>
            <a:chOff x="0" y="0"/>
            <a:chExt cx="1005840" cy="548640"/>
          </a:xfrm>
        </p:grpSpPr>
        <p:sp>
          <p:nvSpPr>
            <p:cNvPr id="484" name="Google Shape;484;p5"/>
            <p:cNvSpPr/>
            <p:nvPr/>
          </p:nvSpPr>
          <p:spPr>
            <a:xfrm>
              <a:off x="0" y="0"/>
              <a:ext cx="1005840" cy="548640"/>
            </a:xfrm>
            <a:custGeom>
              <a:rect b="b" l="l" r="r" t="t"/>
              <a:pathLst>
                <a:path extrusionOk="0" h="5486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548640"/>
                  </a:lnTo>
                  <a:lnTo>
                    <a:pt x="0" y="5486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19983" r="-19983" t="0"/>
              </a:stretch>
            </a:blipFill>
            <a:ln>
              <a:noFill/>
            </a:ln>
          </p:spPr>
        </p:sp>
        <p:sp>
          <p:nvSpPr>
            <p:cNvPr id="485" name="Google Shape;485;p5"/>
            <p:cNvSpPr txBox="1"/>
            <p:nvPr/>
          </p:nvSpPr>
          <p:spPr>
            <a:xfrm>
              <a:off x="0" y="0"/>
              <a:ext cx="1005840" cy="548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6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850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↑</a:t>
              </a:r>
              <a:endParaRPr/>
            </a:p>
          </p:txBody>
        </p:sp>
      </p:grpSp>
      <p:grpSp>
        <p:nvGrpSpPr>
          <p:cNvPr id="486" name="Google Shape;486;p5"/>
          <p:cNvGrpSpPr/>
          <p:nvPr/>
        </p:nvGrpSpPr>
        <p:grpSpPr>
          <a:xfrm>
            <a:off x="13647420" y="1810512"/>
            <a:ext cx="2125980" cy="342900"/>
            <a:chOff x="0" y="0"/>
            <a:chExt cx="2834640" cy="457200"/>
          </a:xfrm>
        </p:grpSpPr>
        <p:sp>
          <p:nvSpPr>
            <p:cNvPr id="487" name="Google Shape;487;p5"/>
            <p:cNvSpPr/>
            <p:nvPr/>
          </p:nvSpPr>
          <p:spPr>
            <a:xfrm>
              <a:off x="0" y="0"/>
              <a:ext cx="2834640" cy="457200"/>
            </a:xfrm>
            <a:custGeom>
              <a:rect b="b" l="l" r="r" t="t"/>
              <a:pathLst>
                <a:path extrusionOk="0" h="457200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70808" l="0" r="0" t="-70808"/>
              </a:stretch>
            </a:blipFill>
            <a:ln>
              <a:noFill/>
            </a:ln>
          </p:spPr>
        </p:sp>
        <p:sp>
          <p:nvSpPr>
            <p:cNvPr id="488" name="Google Shape;488;p5"/>
            <p:cNvSpPr txBox="1"/>
            <p:nvPr/>
          </p:nvSpPr>
          <p:spPr>
            <a:xfrm>
              <a:off x="0" y="0"/>
              <a:ext cx="283464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25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ผู้ดูแลระบบ</a:t>
              </a:r>
              <a:endParaRPr/>
            </a:p>
          </p:txBody>
        </p:sp>
      </p:grpSp>
      <p:cxnSp>
        <p:nvCxnSpPr>
          <p:cNvPr id="489" name="Google Shape;489;p5"/>
          <p:cNvCxnSpPr/>
          <p:nvPr/>
        </p:nvCxnSpPr>
        <p:spPr>
          <a:xfrm rot="5099220">
            <a:off x="14548495" y="2335911"/>
            <a:ext cx="392411" cy="0"/>
          </a:xfrm>
          <a:prstGeom prst="straightConnector1">
            <a:avLst/>
          </a:prstGeom>
          <a:noFill/>
          <a:ln cap="rnd" cmpd="sng" w="19050">
            <a:solidFill>
              <a:srgbClr val="1FA7C8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490" name="Google Shape;490;p5"/>
          <p:cNvGrpSpPr/>
          <p:nvPr/>
        </p:nvGrpSpPr>
        <p:grpSpPr>
          <a:xfrm>
            <a:off x="12550140" y="9484328"/>
            <a:ext cx="4389120" cy="254032"/>
            <a:chOff x="0" y="-9525"/>
            <a:chExt cx="5852160" cy="338709"/>
          </a:xfrm>
        </p:grpSpPr>
        <p:sp>
          <p:nvSpPr>
            <p:cNvPr id="491" name="Google Shape;491;p5"/>
            <p:cNvSpPr/>
            <p:nvPr/>
          </p:nvSpPr>
          <p:spPr>
            <a:xfrm>
              <a:off x="0" y="0"/>
              <a:ext cx="5852160" cy="329184"/>
            </a:xfrm>
            <a:custGeom>
              <a:rect b="b" l="l" r="r" t="t"/>
              <a:pathLst>
                <a:path extrusionOk="0" h="329184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329184"/>
                  </a:lnTo>
                  <a:lnTo>
                    <a:pt x="0" y="32918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96404" l="0" r="0" t="-296404"/>
              </a:stretch>
            </a:blipFill>
            <a:ln>
              <a:noFill/>
            </a:ln>
          </p:spPr>
        </p:sp>
        <p:sp>
          <p:nvSpPr>
            <p:cNvPr id="492" name="Google Shape;492;p5"/>
            <p:cNvSpPr txBox="1"/>
            <p:nvPr/>
          </p:nvSpPr>
          <p:spPr>
            <a:xfrm>
              <a:off x="0" y="-9525"/>
              <a:ext cx="5852160" cy="3387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5" u="none" cap="none" strike="noStrike">
                  <a:solidFill>
                    <a:srgbClr val="8795A4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Source: Cisco CCNP Enterprise • Chapter 23</a:t>
              </a:r>
              <a:endParaRPr/>
            </a:p>
          </p:txBody>
        </p:sp>
      </p:grpSp>
      <p:sp>
        <p:nvSpPr>
          <p:cNvPr id="493" name="Google Shape;493;p5"/>
          <p:cNvSpPr txBox="1"/>
          <p:nvPr/>
        </p:nvSpPr>
        <p:spPr>
          <a:xfrm>
            <a:off x="16527780" y="9806940"/>
            <a:ext cx="10287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B7785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9FC"/>
        </a:solidFill>
      </p:bgPr>
    </p:bg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2" name="Google Shape;502;p6"/>
          <p:cNvCxnSpPr/>
          <p:nvPr/>
        </p:nvCxnSpPr>
        <p:spPr>
          <a:xfrm rot="3840">
            <a:off x="607685" y="9802178"/>
            <a:ext cx="17026900" cy="0"/>
          </a:xfrm>
          <a:prstGeom prst="straightConnector1">
            <a:avLst/>
          </a:prstGeom>
          <a:noFill/>
          <a:ln cap="rnd" cmpd="sng" w="9525">
            <a:solidFill>
              <a:srgbClr val="D6E0EA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03" name="Google Shape;503;p6"/>
          <p:cNvGrpSpPr/>
          <p:nvPr/>
        </p:nvGrpSpPr>
        <p:grpSpPr>
          <a:xfrm>
            <a:off x="754380" y="9868376"/>
            <a:ext cx="11658600" cy="254032"/>
            <a:chOff x="0" y="-9525"/>
            <a:chExt cx="15544800" cy="338709"/>
          </a:xfrm>
        </p:grpSpPr>
        <p:sp>
          <p:nvSpPr>
            <p:cNvPr id="504" name="Google Shape;504;p6"/>
            <p:cNvSpPr/>
            <p:nvPr/>
          </p:nvSpPr>
          <p:spPr>
            <a:xfrm>
              <a:off x="0" y="0"/>
              <a:ext cx="15544800" cy="329184"/>
            </a:xfrm>
            <a:custGeom>
              <a:rect b="b" l="l" r="r" t="t"/>
              <a:pathLst>
                <a:path extrusionOk="0" h="329184" w="15544800">
                  <a:moveTo>
                    <a:pt x="0" y="0"/>
                  </a:moveTo>
                  <a:lnTo>
                    <a:pt x="15544800" y="0"/>
                  </a:lnTo>
                  <a:lnTo>
                    <a:pt x="15544800" y="329184"/>
                  </a:lnTo>
                  <a:lnTo>
                    <a:pt x="0" y="32918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870132" l="0" r="0" t="-870132"/>
              </a:stretch>
            </a:blipFill>
            <a:ln>
              <a:noFill/>
            </a:ln>
          </p:spPr>
        </p:sp>
        <p:sp>
          <p:nvSpPr>
            <p:cNvPr id="505" name="Google Shape;505;p6"/>
            <p:cNvSpPr txBox="1"/>
            <p:nvPr/>
          </p:nvSpPr>
          <p:spPr>
            <a:xfrm>
              <a:off x="0" y="-9525"/>
              <a:ext cx="15544800" cy="3387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5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FABRIC TECHNOLOGIES  •  CCNP ENTERPRISE / CHAPTER 23</a:t>
              </a:r>
              <a:endParaRPr/>
            </a:p>
          </p:txBody>
        </p:sp>
      </p:grpSp>
      <p:grpSp>
        <p:nvGrpSpPr>
          <p:cNvPr id="506" name="Google Shape;506;p6"/>
          <p:cNvGrpSpPr/>
          <p:nvPr/>
        </p:nvGrpSpPr>
        <p:grpSpPr>
          <a:xfrm>
            <a:off x="822960" y="480060"/>
            <a:ext cx="6172200" cy="301752"/>
            <a:chOff x="0" y="0"/>
            <a:chExt cx="8229600" cy="402336"/>
          </a:xfrm>
        </p:grpSpPr>
        <p:sp>
          <p:nvSpPr>
            <p:cNvPr id="507" name="Google Shape;507;p6"/>
            <p:cNvSpPr/>
            <p:nvPr/>
          </p:nvSpPr>
          <p:spPr>
            <a:xfrm>
              <a:off x="0" y="0"/>
              <a:ext cx="8229600" cy="402336"/>
            </a:xfrm>
            <a:custGeom>
              <a:rect b="b" l="l" r="r" t="t"/>
              <a:pathLst>
                <a:path extrusionOk="0" h="402336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402336"/>
                  </a:lnTo>
                  <a:lnTo>
                    <a:pt x="0" y="40233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48534" l="0" r="0" t="-348534"/>
              </a:stretch>
            </a:blipFill>
            <a:ln>
              <a:noFill/>
            </a:ln>
          </p:spPr>
        </p:sp>
        <p:sp>
          <p:nvSpPr>
            <p:cNvPr id="508" name="Google Shape;508;p6"/>
            <p:cNvSpPr txBox="1"/>
            <p:nvPr/>
          </p:nvSpPr>
          <p:spPr>
            <a:xfrm>
              <a:off x="0" y="0"/>
              <a:ext cx="8229600" cy="4023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75" u="none" cap="none" strike="noStrike">
                  <a:solidFill>
                    <a:srgbClr val="1FA7C8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05 / FABRIC PLANES</a:t>
              </a:r>
              <a:endParaRPr/>
            </a:p>
          </p:txBody>
        </p:sp>
      </p:grpSp>
      <p:grpSp>
        <p:nvGrpSpPr>
          <p:cNvPr id="509" name="Google Shape;509;p6"/>
          <p:cNvGrpSpPr/>
          <p:nvPr/>
        </p:nvGrpSpPr>
        <p:grpSpPr>
          <a:xfrm>
            <a:off x="822960" y="884396"/>
            <a:ext cx="16322040" cy="761524"/>
            <a:chOff x="0" y="-9525"/>
            <a:chExt cx="21762720" cy="1015365"/>
          </a:xfrm>
        </p:grpSpPr>
        <p:sp>
          <p:nvSpPr>
            <p:cNvPr id="510" name="Google Shape;510;p6"/>
            <p:cNvSpPr/>
            <p:nvPr/>
          </p:nvSpPr>
          <p:spPr>
            <a:xfrm>
              <a:off x="0" y="0"/>
              <a:ext cx="21762720" cy="1005840"/>
            </a:xfrm>
            <a:custGeom>
              <a:rect b="b" l="l" r="r" t="t"/>
              <a:pathLst>
                <a:path extrusionOk="0" h="100584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005840"/>
                  </a:lnTo>
                  <a:lnTo>
                    <a:pt x="0" y="10058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71585" l="0" r="0" t="-371585"/>
              </a:stretch>
            </a:blipFill>
            <a:ln>
              <a:noFill/>
            </a:ln>
          </p:spPr>
        </p:sp>
        <p:sp>
          <p:nvSpPr>
            <p:cNvPr id="511" name="Google Shape;511;p6"/>
            <p:cNvSpPr txBox="1"/>
            <p:nvPr/>
          </p:nvSpPr>
          <p:spPr>
            <a:xfrm>
              <a:off x="0" y="-9525"/>
              <a:ext cx="21762720" cy="10153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200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3 Planes ของ SD-Access Fabric</a:t>
              </a:r>
              <a:endParaRPr/>
            </a:p>
          </p:txBody>
        </p:sp>
      </p:grpSp>
      <p:grpSp>
        <p:nvGrpSpPr>
          <p:cNvPr id="512" name="Google Shape;512;p6"/>
          <p:cNvGrpSpPr/>
          <p:nvPr/>
        </p:nvGrpSpPr>
        <p:grpSpPr>
          <a:xfrm>
            <a:off x="822960" y="1728216"/>
            <a:ext cx="16459200" cy="521208"/>
            <a:chOff x="0" y="0"/>
            <a:chExt cx="21945600" cy="694944"/>
          </a:xfrm>
        </p:grpSpPr>
        <p:sp>
          <p:nvSpPr>
            <p:cNvPr id="513" name="Google Shape;513;p6"/>
            <p:cNvSpPr/>
            <p:nvPr/>
          </p:nvSpPr>
          <p:spPr>
            <a:xfrm>
              <a:off x="0" y="0"/>
              <a:ext cx="21945600" cy="694944"/>
            </a:xfrm>
            <a:custGeom>
              <a:rect b="b" l="l" r="r" t="t"/>
              <a:pathLst>
                <a:path extrusionOk="0" h="69494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94944"/>
                  </a:lnTo>
                  <a:lnTo>
                    <a:pt x="0" y="69494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65309" l="0" r="0" t="-565309"/>
              </a:stretch>
            </a:blipFill>
            <a:ln>
              <a:noFill/>
            </a:ln>
          </p:spPr>
        </p:sp>
        <p:sp>
          <p:nvSpPr>
            <p:cNvPr id="514" name="Google Shape;514;p6"/>
            <p:cNvSpPr txBox="1"/>
            <p:nvPr/>
          </p:nvSpPr>
          <p:spPr>
            <a:xfrm>
              <a:off x="0" y="0"/>
              <a:ext cx="21945600" cy="6949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75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แต่ละ Plane มีหน้าที่ต่างกัน: “หา” → “ส่ง” → “กำหนดสิทธิ์”</a:t>
              </a:r>
              <a:endParaRPr/>
            </a:p>
          </p:txBody>
        </p:sp>
      </p:grpSp>
      <p:sp>
        <p:nvSpPr>
          <p:cNvPr id="515" name="Google Shape;515;p6"/>
          <p:cNvSpPr/>
          <p:nvPr/>
        </p:nvSpPr>
        <p:spPr>
          <a:xfrm>
            <a:off x="1156335" y="2733675"/>
            <a:ext cx="4202430" cy="5299710"/>
          </a:xfrm>
          <a:custGeom>
            <a:rect b="b" l="l" r="r" t="t"/>
            <a:pathLst>
              <a:path extrusionOk="0" h="7066280" w="5603240">
                <a:moveTo>
                  <a:pt x="0" y="146939"/>
                </a:moveTo>
                <a:cubicBezTo>
                  <a:pt x="0" y="65786"/>
                  <a:pt x="65786" y="0"/>
                  <a:pt x="146939" y="0"/>
                </a:cubicBezTo>
                <a:lnTo>
                  <a:pt x="5456301" y="0"/>
                </a:lnTo>
                <a:cubicBezTo>
                  <a:pt x="5537454" y="0"/>
                  <a:pt x="5603240" y="65786"/>
                  <a:pt x="5603240" y="146939"/>
                </a:cubicBezTo>
                <a:lnTo>
                  <a:pt x="5603240" y="6919341"/>
                </a:lnTo>
                <a:cubicBezTo>
                  <a:pt x="5603240" y="7000494"/>
                  <a:pt x="5537454" y="7066280"/>
                  <a:pt x="5456301" y="7066280"/>
                </a:cubicBezTo>
                <a:lnTo>
                  <a:pt x="146939" y="7066280"/>
                </a:lnTo>
                <a:cubicBezTo>
                  <a:pt x="65786" y="7066280"/>
                  <a:pt x="0" y="7000494"/>
                  <a:pt x="0" y="6919341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D6E0E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6"/>
          <p:cNvSpPr/>
          <p:nvPr/>
        </p:nvSpPr>
        <p:spPr>
          <a:xfrm>
            <a:off x="1526667" y="3104007"/>
            <a:ext cx="787146" cy="787146"/>
          </a:xfrm>
          <a:custGeom>
            <a:rect b="b" l="l" r="r" t="t"/>
            <a:pathLst>
              <a:path extrusionOk="0" h="1049528" w="1049528">
                <a:moveTo>
                  <a:pt x="0" y="524764"/>
                </a:moveTo>
                <a:cubicBezTo>
                  <a:pt x="0" y="234950"/>
                  <a:pt x="234950" y="0"/>
                  <a:pt x="524764" y="0"/>
                </a:cubicBezTo>
                <a:cubicBezTo>
                  <a:pt x="814578" y="0"/>
                  <a:pt x="1049528" y="234950"/>
                  <a:pt x="1049528" y="524764"/>
                </a:cubicBezTo>
                <a:cubicBezTo>
                  <a:pt x="1049528" y="814578"/>
                  <a:pt x="814578" y="1049528"/>
                  <a:pt x="524764" y="1049528"/>
                </a:cubicBezTo>
                <a:cubicBezTo>
                  <a:pt x="234950" y="1049528"/>
                  <a:pt x="0" y="814578"/>
                  <a:pt x="0" y="524764"/>
                </a:cubicBezTo>
                <a:close/>
              </a:path>
            </a:pathLst>
          </a:custGeom>
          <a:solidFill>
            <a:srgbClr val="1D6FA5"/>
          </a:solidFill>
          <a:ln cap="sq" cmpd="sng" w="1905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17" name="Google Shape;517;p6"/>
          <p:cNvGrpSpPr/>
          <p:nvPr/>
        </p:nvGrpSpPr>
        <p:grpSpPr>
          <a:xfrm>
            <a:off x="2468880" y="3216116"/>
            <a:ext cx="2400300" cy="350044"/>
            <a:chOff x="0" y="-9525"/>
            <a:chExt cx="3200400" cy="466725"/>
          </a:xfrm>
        </p:grpSpPr>
        <p:sp>
          <p:nvSpPr>
            <p:cNvPr id="518" name="Google Shape;518;p6"/>
            <p:cNvSpPr/>
            <p:nvPr/>
          </p:nvSpPr>
          <p:spPr>
            <a:xfrm>
              <a:off x="0" y="0"/>
              <a:ext cx="3200400" cy="457200"/>
            </a:xfrm>
            <a:custGeom>
              <a:rect b="b" l="l" r="r" t="t"/>
              <a:pathLst>
                <a:path extrusionOk="0" h="457200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86396" l="0" r="0" t="-86396"/>
              </a:stretch>
            </a:blipFill>
            <a:ln>
              <a:noFill/>
            </a:ln>
          </p:spPr>
        </p:sp>
        <p:sp>
          <p:nvSpPr>
            <p:cNvPr id="519" name="Google Shape;519;p6"/>
            <p:cNvSpPr txBox="1"/>
            <p:nvPr/>
          </p:nvSpPr>
          <p:spPr>
            <a:xfrm>
              <a:off x="0" y="-9525"/>
              <a:ext cx="3200400" cy="466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1D6FA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CONTROL PLANE</a:t>
              </a:r>
              <a:endParaRPr/>
            </a:p>
          </p:txBody>
        </p:sp>
      </p:grpSp>
      <p:grpSp>
        <p:nvGrpSpPr>
          <p:cNvPr id="520" name="Google Shape;520;p6"/>
          <p:cNvGrpSpPr/>
          <p:nvPr/>
        </p:nvGrpSpPr>
        <p:grpSpPr>
          <a:xfrm>
            <a:off x="1687068" y="4361688"/>
            <a:ext cx="3154680" cy="685800"/>
            <a:chOff x="0" y="0"/>
            <a:chExt cx="4206240" cy="914400"/>
          </a:xfrm>
        </p:grpSpPr>
        <p:sp>
          <p:nvSpPr>
            <p:cNvPr id="521" name="Google Shape;521;p6"/>
            <p:cNvSpPr/>
            <p:nvPr/>
          </p:nvSpPr>
          <p:spPr>
            <a:xfrm>
              <a:off x="0" y="0"/>
              <a:ext cx="4206240" cy="914400"/>
            </a:xfrm>
            <a:custGeom>
              <a:rect b="b" l="l" r="r" t="t"/>
              <a:pathLst>
                <a:path extrusionOk="0" h="91440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914400"/>
                  </a:lnTo>
                  <a:lnTo>
                    <a:pt x="0" y="9144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9631" l="0" r="0" t="-39631"/>
              </a:stretch>
            </a:blipFill>
            <a:ln>
              <a:noFill/>
            </a:ln>
          </p:spPr>
        </p:sp>
        <p:sp>
          <p:nvSpPr>
            <p:cNvPr id="522" name="Google Shape;522;p6"/>
            <p:cNvSpPr txBox="1"/>
            <p:nvPr/>
          </p:nvSpPr>
          <p:spPr>
            <a:xfrm>
              <a:off x="0" y="0"/>
              <a:ext cx="4206240" cy="9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050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LISP</a:t>
              </a:r>
              <a:endParaRPr/>
            </a:p>
          </p:txBody>
        </p:sp>
      </p:grpSp>
      <p:grpSp>
        <p:nvGrpSpPr>
          <p:cNvPr id="523" name="Google Shape;523;p6"/>
          <p:cNvGrpSpPr/>
          <p:nvPr/>
        </p:nvGrpSpPr>
        <p:grpSpPr>
          <a:xfrm>
            <a:off x="1687068" y="5280660"/>
            <a:ext cx="3154680" cy="411480"/>
            <a:chOff x="0" y="0"/>
            <a:chExt cx="4206240" cy="548640"/>
          </a:xfrm>
        </p:grpSpPr>
        <p:sp>
          <p:nvSpPr>
            <p:cNvPr id="524" name="Google Shape;524;p6"/>
            <p:cNvSpPr/>
            <p:nvPr/>
          </p:nvSpPr>
          <p:spPr>
            <a:xfrm>
              <a:off x="0" y="0"/>
              <a:ext cx="4206240" cy="548640"/>
            </a:xfrm>
            <a:custGeom>
              <a:rect b="b" l="l" r="r" t="t"/>
              <a:pathLst>
                <a:path extrusionOk="0" h="54864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548640"/>
                  </a:lnTo>
                  <a:lnTo>
                    <a:pt x="0" y="5486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99388" l="0" r="0" t="-99388"/>
              </a:stretch>
            </a:blipFill>
            <a:ln>
              <a:noFill/>
            </a:ln>
          </p:spPr>
        </p:sp>
        <p:sp>
          <p:nvSpPr>
            <p:cNvPr id="525" name="Google Shape;525;p6"/>
            <p:cNvSpPr txBox="1"/>
            <p:nvPr/>
          </p:nvSpPr>
          <p:spPr>
            <a:xfrm>
              <a:off x="0" y="0"/>
              <a:ext cx="4206240" cy="548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00" u="none" cap="none" strike="noStrike">
                  <a:solidFill>
                    <a:srgbClr val="203040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ค้นหา Endpoint</a:t>
              </a:r>
              <a:endParaRPr/>
            </a:p>
          </p:txBody>
        </p:sp>
      </p:grpSp>
      <p:sp>
        <p:nvSpPr>
          <p:cNvPr id="526" name="Google Shape;526;p6"/>
          <p:cNvSpPr/>
          <p:nvPr/>
        </p:nvSpPr>
        <p:spPr>
          <a:xfrm>
            <a:off x="2020443" y="6231255"/>
            <a:ext cx="2419350" cy="540258"/>
          </a:xfrm>
          <a:custGeom>
            <a:rect b="b" l="l" r="r" t="t"/>
            <a:pathLst>
              <a:path extrusionOk="0" h="720344" w="3225800">
                <a:moveTo>
                  <a:pt x="0" y="151638"/>
                </a:moveTo>
                <a:cubicBezTo>
                  <a:pt x="0" y="67945"/>
                  <a:pt x="67945" y="0"/>
                  <a:pt x="151638" y="0"/>
                </a:cubicBezTo>
                <a:lnTo>
                  <a:pt x="3074162" y="0"/>
                </a:lnTo>
                <a:cubicBezTo>
                  <a:pt x="3157855" y="0"/>
                  <a:pt x="3225800" y="67945"/>
                  <a:pt x="3225800" y="151638"/>
                </a:cubicBezTo>
                <a:lnTo>
                  <a:pt x="3225800" y="568706"/>
                </a:lnTo>
                <a:cubicBezTo>
                  <a:pt x="3225800" y="652399"/>
                  <a:pt x="3157855" y="720344"/>
                  <a:pt x="3074162" y="720344"/>
                </a:cubicBezTo>
                <a:lnTo>
                  <a:pt x="151638" y="720344"/>
                </a:lnTo>
                <a:cubicBezTo>
                  <a:pt x="67945" y="720344"/>
                  <a:pt x="0" y="652399"/>
                  <a:pt x="0" y="568706"/>
                </a:cubicBezTo>
                <a:close/>
              </a:path>
            </a:pathLst>
          </a:custGeom>
          <a:solidFill>
            <a:srgbClr val="E8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27" name="Google Shape;527;p6"/>
          <p:cNvGrpSpPr/>
          <p:nvPr/>
        </p:nvGrpSpPr>
        <p:grpSpPr>
          <a:xfrm>
            <a:off x="2029968" y="6254496"/>
            <a:ext cx="2400300" cy="466344"/>
            <a:chOff x="0" y="0"/>
            <a:chExt cx="3200400" cy="621792"/>
          </a:xfrm>
        </p:grpSpPr>
        <p:sp>
          <p:nvSpPr>
            <p:cNvPr id="528" name="Google Shape;528;p6"/>
            <p:cNvSpPr/>
            <p:nvPr/>
          </p:nvSpPr>
          <p:spPr>
            <a:xfrm>
              <a:off x="0" y="0"/>
              <a:ext cx="3200400" cy="621792"/>
            </a:xfrm>
            <a:custGeom>
              <a:rect b="b" l="l" r="r" t="t"/>
              <a:pathLst>
                <a:path extrusionOk="0" h="621792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621792"/>
                  </a:lnTo>
                  <a:lnTo>
                    <a:pt x="0" y="6217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0289" l="0" r="0" t="-50289"/>
              </a:stretch>
            </a:blipFill>
            <a:ln>
              <a:noFill/>
            </a:ln>
          </p:spPr>
        </p:sp>
        <p:sp>
          <p:nvSpPr>
            <p:cNvPr id="529" name="Google Shape;529;p6"/>
            <p:cNvSpPr txBox="1"/>
            <p:nvPr/>
          </p:nvSpPr>
          <p:spPr>
            <a:xfrm>
              <a:off x="0" y="0"/>
              <a:ext cx="3200400" cy="6217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25" u="none" cap="none" strike="noStrike">
                  <a:solidFill>
                    <a:srgbClr val="1D6FA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EID ↔ RLOC</a:t>
              </a:r>
              <a:endParaRPr/>
            </a:p>
          </p:txBody>
        </p:sp>
      </p:grpSp>
      <p:sp>
        <p:nvSpPr>
          <p:cNvPr id="530" name="Google Shape;530;p6"/>
          <p:cNvSpPr/>
          <p:nvPr/>
        </p:nvSpPr>
        <p:spPr>
          <a:xfrm>
            <a:off x="6094095" y="2733675"/>
            <a:ext cx="4202430" cy="5299710"/>
          </a:xfrm>
          <a:custGeom>
            <a:rect b="b" l="l" r="r" t="t"/>
            <a:pathLst>
              <a:path extrusionOk="0" h="7066280" w="5603240">
                <a:moveTo>
                  <a:pt x="0" y="146939"/>
                </a:moveTo>
                <a:cubicBezTo>
                  <a:pt x="0" y="65786"/>
                  <a:pt x="65786" y="0"/>
                  <a:pt x="146939" y="0"/>
                </a:cubicBezTo>
                <a:lnTo>
                  <a:pt x="5456301" y="0"/>
                </a:lnTo>
                <a:cubicBezTo>
                  <a:pt x="5537454" y="0"/>
                  <a:pt x="5603240" y="65786"/>
                  <a:pt x="5603240" y="146939"/>
                </a:cubicBezTo>
                <a:lnTo>
                  <a:pt x="5603240" y="6919341"/>
                </a:lnTo>
                <a:cubicBezTo>
                  <a:pt x="5603240" y="7000494"/>
                  <a:pt x="5537454" y="7066280"/>
                  <a:pt x="5456301" y="7066280"/>
                </a:cubicBezTo>
                <a:lnTo>
                  <a:pt x="146939" y="7066280"/>
                </a:lnTo>
                <a:cubicBezTo>
                  <a:pt x="65786" y="7066280"/>
                  <a:pt x="0" y="7000494"/>
                  <a:pt x="0" y="6919341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D6E0E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6"/>
          <p:cNvSpPr/>
          <p:nvPr/>
        </p:nvSpPr>
        <p:spPr>
          <a:xfrm>
            <a:off x="6464427" y="3104007"/>
            <a:ext cx="787146" cy="787146"/>
          </a:xfrm>
          <a:custGeom>
            <a:rect b="b" l="l" r="r" t="t"/>
            <a:pathLst>
              <a:path extrusionOk="0" h="1049528" w="1049528">
                <a:moveTo>
                  <a:pt x="0" y="524764"/>
                </a:moveTo>
                <a:cubicBezTo>
                  <a:pt x="0" y="234950"/>
                  <a:pt x="234950" y="0"/>
                  <a:pt x="524764" y="0"/>
                </a:cubicBezTo>
                <a:cubicBezTo>
                  <a:pt x="814578" y="0"/>
                  <a:pt x="1049528" y="234950"/>
                  <a:pt x="1049528" y="524764"/>
                </a:cubicBezTo>
                <a:cubicBezTo>
                  <a:pt x="1049528" y="814578"/>
                  <a:pt x="814578" y="1049528"/>
                  <a:pt x="524764" y="1049528"/>
                </a:cubicBezTo>
                <a:cubicBezTo>
                  <a:pt x="234950" y="1049528"/>
                  <a:pt x="0" y="814578"/>
                  <a:pt x="0" y="524764"/>
                </a:cubicBezTo>
                <a:close/>
              </a:path>
            </a:pathLst>
          </a:custGeom>
          <a:solidFill>
            <a:srgbClr val="1FA7C8"/>
          </a:solidFill>
          <a:ln cap="sq" cmpd="sng" w="1905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32" name="Google Shape;532;p6"/>
          <p:cNvGrpSpPr/>
          <p:nvPr/>
        </p:nvGrpSpPr>
        <p:grpSpPr>
          <a:xfrm>
            <a:off x="7406640" y="3216116"/>
            <a:ext cx="2400300" cy="350044"/>
            <a:chOff x="0" y="-9525"/>
            <a:chExt cx="3200400" cy="466725"/>
          </a:xfrm>
        </p:grpSpPr>
        <p:sp>
          <p:nvSpPr>
            <p:cNvPr id="533" name="Google Shape;533;p6"/>
            <p:cNvSpPr/>
            <p:nvPr/>
          </p:nvSpPr>
          <p:spPr>
            <a:xfrm>
              <a:off x="0" y="0"/>
              <a:ext cx="3200400" cy="457200"/>
            </a:xfrm>
            <a:custGeom>
              <a:rect b="b" l="l" r="r" t="t"/>
              <a:pathLst>
                <a:path extrusionOk="0" h="457200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86396" l="0" r="0" t="-86396"/>
              </a:stretch>
            </a:blipFill>
            <a:ln>
              <a:noFill/>
            </a:ln>
          </p:spPr>
        </p:sp>
        <p:sp>
          <p:nvSpPr>
            <p:cNvPr id="534" name="Google Shape;534;p6"/>
            <p:cNvSpPr txBox="1"/>
            <p:nvPr/>
          </p:nvSpPr>
          <p:spPr>
            <a:xfrm>
              <a:off x="0" y="-9525"/>
              <a:ext cx="3200400" cy="466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1FA7C8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DATA PLANE</a:t>
              </a:r>
              <a:endParaRPr/>
            </a:p>
          </p:txBody>
        </p:sp>
      </p:grpSp>
      <p:grpSp>
        <p:nvGrpSpPr>
          <p:cNvPr id="535" name="Google Shape;535;p6"/>
          <p:cNvGrpSpPr/>
          <p:nvPr/>
        </p:nvGrpSpPr>
        <p:grpSpPr>
          <a:xfrm>
            <a:off x="6624828" y="4361688"/>
            <a:ext cx="3154680" cy="685800"/>
            <a:chOff x="0" y="0"/>
            <a:chExt cx="4206240" cy="914400"/>
          </a:xfrm>
        </p:grpSpPr>
        <p:sp>
          <p:nvSpPr>
            <p:cNvPr id="536" name="Google Shape;536;p6"/>
            <p:cNvSpPr/>
            <p:nvPr/>
          </p:nvSpPr>
          <p:spPr>
            <a:xfrm>
              <a:off x="0" y="0"/>
              <a:ext cx="4206240" cy="914400"/>
            </a:xfrm>
            <a:custGeom>
              <a:rect b="b" l="l" r="r" t="t"/>
              <a:pathLst>
                <a:path extrusionOk="0" h="91440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914400"/>
                  </a:lnTo>
                  <a:lnTo>
                    <a:pt x="0" y="9144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9631" l="0" r="0" t="-39631"/>
              </a:stretch>
            </a:blipFill>
            <a:ln>
              <a:noFill/>
            </a:ln>
          </p:spPr>
        </p:sp>
        <p:sp>
          <p:nvSpPr>
            <p:cNvPr id="537" name="Google Shape;537;p6"/>
            <p:cNvSpPr txBox="1"/>
            <p:nvPr/>
          </p:nvSpPr>
          <p:spPr>
            <a:xfrm>
              <a:off x="0" y="0"/>
              <a:ext cx="4206240" cy="9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050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VXLAN</a:t>
              </a:r>
              <a:endParaRPr/>
            </a:p>
          </p:txBody>
        </p:sp>
      </p:grpSp>
      <p:grpSp>
        <p:nvGrpSpPr>
          <p:cNvPr id="538" name="Google Shape;538;p6"/>
          <p:cNvGrpSpPr/>
          <p:nvPr/>
        </p:nvGrpSpPr>
        <p:grpSpPr>
          <a:xfrm>
            <a:off x="6624828" y="5280660"/>
            <a:ext cx="3154680" cy="411480"/>
            <a:chOff x="0" y="0"/>
            <a:chExt cx="4206240" cy="548640"/>
          </a:xfrm>
        </p:grpSpPr>
        <p:sp>
          <p:nvSpPr>
            <p:cNvPr id="539" name="Google Shape;539;p6"/>
            <p:cNvSpPr/>
            <p:nvPr/>
          </p:nvSpPr>
          <p:spPr>
            <a:xfrm>
              <a:off x="0" y="0"/>
              <a:ext cx="4206240" cy="548640"/>
            </a:xfrm>
            <a:custGeom>
              <a:rect b="b" l="l" r="r" t="t"/>
              <a:pathLst>
                <a:path extrusionOk="0" h="54864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548640"/>
                  </a:lnTo>
                  <a:lnTo>
                    <a:pt x="0" y="5486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99388" l="0" r="0" t="-99388"/>
              </a:stretch>
            </a:blipFill>
            <a:ln>
              <a:noFill/>
            </a:ln>
          </p:spPr>
        </p:sp>
        <p:sp>
          <p:nvSpPr>
            <p:cNvPr id="540" name="Google Shape;540;p6"/>
            <p:cNvSpPr txBox="1"/>
            <p:nvPr/>
          </p:nvSpPr>
          <p:spPr>
            <a:xfrm>
              <a:off x="0" y="0"/>
              <a:ext cx="4206240" cy="548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00" u="none" cap="none" strike="noStrike">
                  <a:solidFill>
                    <a:srgbClr val="203040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ส่ง Traffic</a:t>
              </a:r>
              <a:endParaRPr/>
            </a:p>
          </p:txBody>
        </p:sp>
      </p:grpSp>
      <p:sp>
        <p:nvSpPr>
          <p:cNvPr id="541" name="Google Shape;541;p6"/>
          <p:cNvSpPr/>
          <p:nvPr/>
        </p:nvSpPr>
        <p:spPr>
          <a:xfrm>
            <a:off x="6958203" y="6231255"/>
            <a:ext cx="2419350" cy="540258"/>
          </a:xfrm>
          <a:custGeom>
            <a:rect b="b" l="l" r="r" t="t"/>
            <a:pathLst>
              <a:path extrusionOk="0" h="720344" w="3225800">
                <a:moveTo>
                  <a:pt x="0" y="151638"/>
                </a:moveTo>
                <a:cubicBezTo>
                  <a:pt x="0" y="67945"/>
                  <a:pt x="67945" y="0"/>
                  <a:pt x="151638" y="0"/>
                </a:cubicBezTo>
                <a:lnTo>
                  <a:pt x="3074162" y="0"/>
                </a:lnTo>
                <a:cubicBezTo>
                  <a:pt x="3157855" y="0"/>
                  <a:pt x="3225800" y="67945"/>
                  <a:pt x="3225800" y="151638"/>
                </a:cubicBezTo>
                <a:lnTo>
                  <a:pt x="3225800" y="568706"/>
                </a:lnTo>
                <a:cubicBezTo>
                  <a:pt x="3225800" y="652399"/>
                  <a:pt x="3157855" y="720344"/>
                  <a:pt x="3074162" y="720344"/>
                </a:cubicBezTo>
                <a:lnTo>
                  <a:pt x="151638" y="720344"/>
                </a:lnTo>
                <a:cubicBezTo>
                  <a:pt x="67945" y="720344"/>
                  <a:pt x="0" y="652399"/>
                  <a:pt x="0" y="568706"/>
                </a:cubicBezTo>
                <a:close/>
              </a:path>
            </a:pathLst>
          </a:custGeom>
          <a:solidFill>
            <a:srgbClr val="E8F9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42" name="Google Shape;542;p6"/>
          <p:cNvGrpSpPr/>
          <p:nvPr/>
        </p:nvGrpSpPr>
        <p:grpSpPr>
          <a:xfrm>
            <a:off x="6967728" y="6254496"/>
            <a:ext cx="2400300" cy="466344"/>
            <a:chOff x="0" y="0"/>
            <a:chExt cx="3200400" cy="621792"/>
          </a:xfrm>
        </p:grpSpPr>
        <p:sp>
          <p:nvSpPr>
            <p:cNvPr id="543" name="Google Shape;543;p6"/>
            <p:cNvSpPr/>
            <p:nvPr/>
          </p:nvSpPr>
          <p:spPr>
            <a:xfrm>
              <a:off x="0" y="0"/>
              <a:ext cx="3200400" cy="621792"/>
            </a:xfrm>
            <a:custGeom>
              <a:rect b="b" l="l" r="r" t="t"/>
              <a:pathLst>
                <a:path extrusionOk="0" h="621792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621792"/>
                  </a:lnTo>
                  <a:lnTo>
                    <a:pt x="0" y="6217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0289" l="0" r="0" t="-50289"/>
              </a:stretch>
            </a:blipFill>
            <a:ln>
              <a:noFill/>
            </a:ln>
          </p:spPr>
        </p:sp>
        <p:sp>
          <p:nvSpPr>
            <p:cNvPr id="544" name="Google Shape;544;p6"/>
            <p:cNvSpPr txBox="1"/>
            <p:nvPr/>
          </p:nvSpPr>
          <p:spPr>
            <a:xfrm>
              <a:off x="0" y="0"/>
              <a:ext cx="3200400" cy="6217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25" u="none" cap="none" strike="noStrike">
                  <a:solidFill>
                    <a:srgbClr val="1FA7C8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Encapsulation</a:t>
              </a:r>
              <a:endParaRPr/>
            </a:p>
          </p:txBody>
        </p:sp>
      </p:grpSp>
      <p:sp>
        <p:nvSpPr>
          <p:cNvPr id="545" name="Google Shape;545;p6"/>
          <p:cNvSpPr/>
          <p:nvPr/>
        </p:nvSpPr>
        <p:spPr>
          <a:xfrm>
            <a:off x="11031855" y="2733675"/>
            <a:ext cx="4202430" cy="5299710"/>
          </a:xfrm>
          <a:custGeom>
            <a:rect b="b" l="l" r="r" t="t"/>
            <a:pathLst>
              <a:path extrusionOk="0" h="7066280" w="5603240">
                <a:moveTo>
                  <a:pt x="0" y="146939"/>
                </a:moveTo>
                <a:cubicBezTo>
                  <a:pt x="0" y="65786"/>
                  <a:pt x="65786" y="0"/>
                  <a:pt x="146939" y="0"/>
                </a:cubicBezTo>
                <a:lnTo>
                  <a:pt x="5456301" y="0"/>
                </a:lnTo>
                <a:cubicBezTo>
                  <a:pt x="5537454" y="0"/>
                  <a:pt x="5603240" y="65786"/>
                  <a:pt x="5603240" y="146939"/>
                </a:cubicBezTo>
                <a:lnTo>
                  <a:pt x="5603240" y="6919341"/>
                </a:lnTo>
                <a:cubicBezTo>
                  <a:pt x="5603240" y="7000494"/>
                  <a:pt x="5537454" y="7066280"/>
                  <a:pt x="5456301" y="7066280"/>
                </a:cubicBezTo>
                <a:lnTo>
                  <a:pt x="146939" y="7066280"/>
                </a:lnTo>
                <a:cubicBezTo>
                  <a:pt x="65786" y="7066280"/>
                  <a:pt x="0" y="7000494"/>
                  <a:pt x="0" y="6919341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D6E0E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6"/>
          <p:cNvSpPr/>
          <p:nvPr/>
        </p:nvSpPr>
        <p:spPr>
          <a:xfrm>
            <a:off x="11402187" y="3104007"/>
            <a:ext cx="787146" cy="787146"/>
          </a:xfrm>
          <a:custGeom>
            <a:rect b="b" l="l" r="r" t="t"/>
            <a:pathLst>
              <a:path extrusionOk="0" h="1049528" w="1049528">
                <a:moveTo>
                  <a:pt x="0" y="524764"/>
                </a:moveTo>
                <a:cubicBezTo>
                  <a:pt x="0" y="234950"/>
                  <a:pt x="234950" y="0"/>
                  <a:pt x="524764" y="0"/>
                </a:cubicBezTo>
                <a:cubicBezTo>
                  <a:pt x="814578" y="0"/>
                  <a:pt x="1049528" y="234950"/>
                  <a:pt x="1049528" y="524764"/>
                </a:cubicBezTo>
                <a:cubicBezTo>
                  <a:pt x="1049528" y="814578"/>
                  <a:pt x="814578" y="1049528"/>
                  <a:pt x="524764" y="1049528"/>
                </a:cubicBezTo>
                <a:cubicBezTo>
                  <a:pt x="234950" y="1049528"/>
                  <a:pt x="0" y="814578"/>
                  <a:pt x="0" y="524764"/>
                </a:cubicBezTo>
                <a:close/>
              </a:path>
            </a:pathLst>
          </a:custGeom>
          <a:solidFill>
            <a:srgbClr val="1F8A8A"/>
          </a:solidFill>
          <a:ln cap="sq" cmpd="sng" w="1905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47" name="Google Shape;547;p6"/>
          <p:cNvGrpSpPr/>
          <p:nvPr/>
        </p:nvGrpSpPr>
        <p:grpSpPr>
          <a:xfrm>
            <a:off x="12344400" y="3216116"/>
            <a:ext cx="2400300" cy="350044"/>
            <a:chOff x="0" y="-9525"/>
            <a:chExt cx="3200400" cy="466725"/>
          </a:xfrm>
        </p:grpSpPr>
        <p:sp>
          <p:nvSpPr>
            <p:cNvPr id="548" name="Google Shape;548;p6"/>
            <p:cNvSpPr/>
            <p:nvPr/>
          </p:nvSpPr>
          <p:spPr>
            <a:xfrm>
              <a:off x="0" y="0"/>
              <a:ext cx="3200400" cy="457200"/>
            </a:xfrm>
            <a:custGeom>
              <a:rect b="b" l="l" r="r" t="t"/>
              <a:pathLst>
                <a:path extrusionOk="0" h="457200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86396" l="0" r="0" t="-86396"/>
              </a:stretch>
            </a:blipFill>
            <a:ln>
              <a:noFill/>
            </a:ln>
          </p:spPr>
        </p:sp>
        <p:sp>
          <p:nvSpPr>
            <p:cNvPr id="549" name="Google Shape;549;p6"/>
            <p:cNvSpPr txBox="1"/>
            <p:nvPr/>
          </p:nvSpPr>
          <p:spPr>
            <a:xfrm>
              <a:off x="0" y="-9525"/>
              <a:ext cx="3200400" cy="466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1F8A8A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POLICY PLANE</a:t>
              </a:r>
              <a:endParaRPr/>
            </a:p>
          </p:txBody>
        </p:sp>
      </p:grpSp>
      <p:grpSp>
        <p:nvGrpSpPr>
          <p:cNvPr id="550" name="Google Shape;550;p6"/>
          <p:cNvGrpSpPr/>
          <p:nvPr/>
        </p:nvGrpSpPr>
        <p:grpSpPr>
          <a:xfrm>
            <a:off x="11562588" y="4361688"/>
            <a:ext cx="3154680" cy="685800"/>
            <a:chOff x="0" y="0"/>
            <a:chExt cx="4206240" cy="914400"/>
          </a:xfrm>
        </p:grpSpPr>
        <p:sp>
          <p:nvSpPr>
            <p:cNvPr id="551" name="Google Shape;551;p6"/>
            <p:cNvSpPr/>
            <p:nvPr/>
          </p:nvSpPr>
          <p:spPr>
            <a:xfrm>
              <a:off x="0" y="0"/>
              <a:ext cx="4206240" cy="914400"/>
            </a:xfrm>
            <a:custGeom>
              <a:rect b="b" l="l" r="r" t="t"/>
              <a:pathLst>
                <a:path extrusionOk="0" h="91440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914400"/>
                  </a:lnTo>
                  <a:lnTo>
                    <a:pt x="0" y="9144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9631" l="0" r="0" t="-39631"/>
              </a:stretch>
            </a:blipFill>
            <a:ln>
              <a:noFill/>
            </a:ln>
          </p:spPr>
        </p:sp>
        <p:sp>
          <p:nvSpPr>
            <p:cNvPr id="552" name="Google Shape;552;p6"/>
            <p:cNvSpPr txBox="1"/>
            <p:nvPr/>
          </p:nvSpPr>
          <p:spPr>
            <a:xfrm>
              <a:off x="0" y="0"/>
              <a:ext cx="4206240" cy="9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050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TrustSec</a:t>
              </a:r>
              <a:endParaRPr/>
            </a:p>
          </p:txBody>
        </p:sp>
      </p:grpSp>
      <p:grpSp>
        <p:nvGrpSpPr>
          <p:cNvPr id="553" name="Google Shape;553;p6"/>
          <p:cNvGrpSpPr/>
          <p:nvPr/>
        </p:nvGrpSpPr>
        <p:grpSpPr>
          <a:xfrm>
            <a:off x="11562588" y="5280660"/>
            <a:ext cx="3154680" cy="411480"/>
            <a:chOff x="0" y="0"/>
            <a:chExt cx="4206240" cy="548640"/>
          </a:xfrm>
        </p:grpSpPr>
        <p:sp>
          <p:nvSpPr>
            <p:cNvPr id="554" name="Google Shape;554;p6"/>
            <p:cNvSpPr/>
            <p:nvPr/>
          </p:nvSpPr>
          <p:spPr>
            <a:xfrm>
              <a:off x="0" y="0"/>
              <a:ext cx="4206240" cy="548640"/>
            </a:xfrm>
            <a:custGeom>
              <a:rect b="b" l="l" r="r" t="t"/>
              <a:pathLst>
                <a:path extrusionOk="0" h="54864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548640"/>
                  </a:lnTo>
                  <a:lnTo>
                    <a:pt x="0" y="5486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99388" l="0" r="0" t="-99388"/>
              </a:stretch>
            </a:blipFill>
            <a:ln>
              <a:noFill/>
            </a:ln>
          </p:spPr>
        </p:sp>
        <p:sp>
          <p:nvSpPr>
            <p:cNvPr id="555" name="Google Shape;555;p6"/>
            <p:cNvSpPr txBox="1"/>
            <p:nvPr/>
          </p:nvSpPr>
          <p:spPr>
            <a:xfrm>
              <a:off x="0" y="0"/>
              <a:ext cx="4206240" cy="548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00" u="none" cap="none" strike="noStrike">
                  <a:solidFill>
                    <a:srgbClr val="203040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กำหนด Policy</a:t>
              </a:r>
              <a:endParaRPr/>
            </a:p>
          </p:txBody>
        </p:sp>
      </p:grpSp>
      <p:sp>
        <p:nvSpPr>
          <p:cNvPr id="556" name="Google Shape;556;p6"/>
          <p:cNvSpPr/>
          <p:nvPr/>
        </p:nvSpPr>
        <p:spPr>
          <a:xfrm>
            <a:off x="11895963" y="6231255"/>
            <a:ext cx="2419350" cy="540258"/>
          </a:xfrm>
          <a:custGeom>
            <a:rect b="b" l="l" r="r" t="t"/>
            <a:pathLst>
              <a:path extrusionOk="0" h="720344" w="3225800">
                <a:moveTo>
                  <a:pt x="0" y="151638"/>
                </a:moveTo>
                <a:cubicBezTo>
                  <a:pt x="0" y="67945"/>
                  <a:pt x="67945" y="0"/>
                  <a:pt x="151638" y="0"/>
                </a:cubicBezTo>
                <a:lnTo>
                  <a:pt x="3074162" y="0"/>
                </a:lnTo>
                <a:cubicBezTo>
                  <a:pt x="3157855" y="0"/>
                  <a:pt x="3225800" y="67945"/>
                  <a:pt x="3225800" y="151638"/>
                </a:cubicBezTo>
                <a:lnTo>
                  <a:pt x="3225800" y="568706"/>
                </a:lnTo>
                <a:cubicBezTo>
                  <a:pt x="3225800" y="652399"/>
                  <a:pt x="3157855" y="720344"/>
                  <a:pt x="3074162" y="720344"/>
                </a:cubicBezTo>
                <a:lnTo>
                  <a:pt x="151638" y="720344"/>
                </a:lnTo>
                <a:cubicBezTo>
                  <a:pt x="67945" y="720344"/>
                  <a:pt x="0" y="652399"/>
                  <a:pt x="0" y="568706"/>
                </a:cubicBezTo>
                <a:close/>
              </a:path>
            </a:pathLst>
          </a:custGeom>
          <a:solidFill>
            <a:srgbClr val="E9F7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57" name="Google Shape;557;p6"/>
          <p:cNvGrpSpPr/>
          <p:nvPr/>
        </p:nvGrpSpPr>
        <p:grpSpPr>
          <a:xfrm>
            <a:off x="11905488" y="6254496"/>
            <a:ext cx="2400300" cy="466344"/>
            <a:chOff x="0" y="0"/>
            <a:chExt cx="3200400" cy="621792"/>
          </a:xfrm>
        </p:grpSpPr>
        <p:sp>
          <p:nvSpPr>
            <p:cNvPr id="558" name="Google Shape;558;p6"/>
            <p:cNvSpPr/>
            <p:nvPr/>
          </p:nvSpPr>
          <p:spPr>
            <a:xfrm>
              <a:off x="0" y="0"/>
              <a:ext cx="3200400" cy="621792"/>
            </a:xfrm>
            <a:custGeom>
              <a:rect b="b" l="l" r="r" t="t"/>
              <a:pathLst>
                <a:path extrusionOk="0" h="621792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621792"/>
                  </a:lnTo>
                  <a:lnTo>
                    <a:pt x="0" y="6217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0289" l="0" r="0" t="-50289"/>
              </a:stretch>
            </a:blipFill>
            <a:ln>
              <a:noFill/>
            </a:ln>
          </p:spPr>
        </p:sp>
        <p:sp>
          <p:nvSpPr>
            <p:cNvPr id="559" name="Google Shape;559;p6"/>
            <p:cNvSpPr txBox="1"/>
            <p:nvPr/>
          </p:nvSpPr>
          <p:spPr>
            <a:xfrm>
              <a:off x="0" y="0"/>
              <a:ext cx="3200400" cy="6217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25" u="none" cap="none" strike="noStrike">
                  <a:solidFill>
                    <a:srgbClr val="1F8A8A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SGT / Group</a:t>
              </a:r>
              <a:endParaRPr/>
            </a:p>
          </p:txBody>
        </p:sp>
      </p:grpSp>
      <p:grpSp>
        <p:nvGrpSpPr>
          <p:cNvPr id="560" name="Google Shape;560;p6"/>
          <p:cNvGrpSpPr/>
          <p:nvPr/>
        </p:nvGrpSpPr>
        <p:grpSpPr>
          <a:xfrm>
            <a:off x="2331720" y="8407908"/>
            <a:ext cx="1371600" cy="342900"/>
            <a:chOff x="0" y="0"/>
            <a:chExt cx="1828800" cy="457200"/>
          </a:xfrm>
        </p:grpSpPr>
        <p:sp>
          <p:nvSpPr>
            <p:cNvPr id="561" name="Google Shape;561;p6"/>
            <p:cNvSpPr/>
            <p:nvPr/>
          </p:nvSpPr>
          <p:spPr>
            <a:xfrm>
              <a:off x="0" y="0"/>
              <a:ext cx="1828800" cy="457200"/>
            </a:xfrm>
            <a:custGeom>
              <a:rect b="b" l="l" r="r" t="t"/>
              <a:pathLst>
                <a:path extrusionOk="0" h="4572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7940" l="0" r="0" t="-27940"/>
              </a:stretch>
            </a:blipFill>
            <a:ln>
              <a:noFill/>
            </a:ln>
          </p:spPr>
        </p:sp>
        <p:sp>
          <p:nvSpPr>
            <p:cNvPr id="562" name="Google Shape;562;p6"/>
            <p:cNvSpPr txBox="1"/>
            <p:nvPr/>
          </p:nvSpPr>
          <p:spPr>
            <a:xfrm>
              <a:off x="0" y="0"/>
              <a:ext cx="18288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25" u="none" cap="none" strike="noStrike">
                  <a:solidFill>
                    <a:srgbClr val="1D6FA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LISP</a:t>
              </a:r>
              <a:endParaRPr/>
            </a:p>
          </p:txBody>
        </p:sp>
      </p:grpSp>
      <p:grpSp>
        <p:nvGrpSpPr>
          <p:cNvPr id="563" name="Google Shape;563;p6"/>
          <p:cNvGrpSpPr/>
          <p:nvPr/>
        </p:nvGrpSpPr>
        <p:grpSpPr>
          <a:xfrm>
            <a:off x="7242048" y="8407908"/>
            <a:ext cx="1645920" cy="342900"/>
            <a:chOff x="0" y="0"/>
            <a:chExt cx="2194560" cy="457200"/>
          </a:xfrm>
        </p:grpSpPr>
        <p:sp>
          <p:nvSpPr>
            <p:cNvPr id="564" name="Google Shape;564;p6"/>
            <p:cNvSpPr/>
            <p:nvPr/>
          </p:nvSpPr>
          <p:spPr>
            <a:xfrm>
              <a:off x="0" y="0"/>
              <a:ext cx="2194560" cy="457200"/>
            </a:xfrm>
            <a:custGeom>
              <a:rect b="b" l="l" r="r" t="t"/>
              <a:pathLst>
                <a:path extrusionOk="0" h="45720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3528" l="0" r="0" t="-43528"/>
              </a:stretch>
            </a:blipFill>
            <a:ln>
              <a:noFill/>
            </a:ln>
          </p:spPr>
        </p:sp>
        <p:sp>
          <p:nvSpPr>
            <p:cNvPr id="565" name="Google Shape;565;p6"/>
            <p:cNvSpPr txBox="1"/>
            <p:nvPr/>
          </p:nvSpPr>
          <p:spPr>
            <a:xfrm>
              <a:off x="0" y="0"/>
              <a:ext cx="21945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25" u="none" cap="none" strike="noStrike">
                  <a:solidFill>
                    <a:srgbClr val="1FA7C8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VXLAN</a:t>
              </a:r>
              <a:endParaRPr/>
            </a:p>
          </p:txBody>
        </p:sp>
      </p:grpSp>
      <p:grpSp>
        <p:nvGrpSpPr>
          <p:cNvPr id="566" name="Google Shape;566;p6"/>
          <p:cNvGrpSpPr/>
          <p:nvPr/>
        </p:nvGrpSpPr>
        <p:grpSpPr>
          <a:xfrm>
            <a:off x="12070080" y="8407908"/>
            <a:ext cx="1920240" cy="342900"/>
            <a:chOff x="0" y="0"/>
            <a:chExt cx="2560320" cy="457200"/>
          </a:xfrm>
        </p:grpSpPr>
        <p:sp>
          <p:nvSpPr>
            <p:cNvPr id="567" name="Google Shape;567;p6"/>
            <p:cNvSpPr/>
            <p:nvPr/>
          </p:nvSpPr>
          <p:spPr>
            <a:xfrm>
              <a:off x="0" y="0"/>
              <a:ext cx="2560320" cy="457200"/>
            </a:xfrm>
            <a:custGeom>
              <a:rect b="b" l="l" r="r" t="t"/>
              <a:pathLst>
                <a:path extrusionOk="0" h="45720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9118" l="0" r="0" t="-59118"/>
              </a:stretch>
            </a:blipFill>
            <a:ln>
              <a:noFill/>
            </a:ln>
          </p:spPr>
        </p:sp>
        <p:sp>
          <p:nvSpPr>
            <p:cNvPr id="568" name="Google Shape;568;p6"/>
            <p:cNvSpPr txBox="1"/>
            <p:nvPr/>
          </p:nvSpPr>
          <p:spPr>
            <a:xfrm>
              <a:off x="0" y="0"/>
              <a:ext cx="256032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25" u="none" cap="none" strike="noStrike">
                  <a:solidFill>
                    <a:srgbClr val="1F8A8A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TrustSec</a:t>
              </a:r>
              <a:endParaRPr/>
            </a:p>
          </p:txBody>
        </p:sp>
      </p:grpSp>
      <p:grpSp>
        <p:nvGrpSpPr>
          <p:cNvPr id="569" name="Google Shape;569;p6"/>
          <p:cNvGrpSpPr/>
          <p:nvPr/>
        </p:nvGrpSpPr>
        <p:grpSpPr>
          <a:xfrm>
            <a:off x="12550140" y="9484328"/>
            <a:ext cx="4389120" cy="254032"/>
            <a:chOff x="0" y="-9525"/>
            <a:chExt cx="5852160" cy="338709"/>
          </a:xfrm>
        </p:grpSpPr>
        <p:sp>
          <p:nvSpPr>
            <p:cNvPr id="570" name="Google Shape;570;p6"/>
            <p:cNvSpPr/>
            <p:nvPr/>
          </p:nvSpPr>
          <p:spPr>
            <a:xfrm>
              <a:off x="0" y="0"/>
              <a:ext cx="5852160" cy="329184"/>
            </a:xfrm>
            <a:custGeom>
              <a:rect b="b" l="l" r="r" t="t"/>
              <a:pathLst>
                <a:path extrusionOk="0" h="329184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329184"/>
                  </a:lnTo>
                  <a:lnTo>
                    <a:pt x="0" y="32918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96404" l="0" r="0" t="-296404"/>
              </a:stretch>
            </a:blipFill>
            <a:ln>
              <a:noFill/>
            </a:ln>
          </p:spPr>
        </p:sp>
        <p:sp>
          <p:nvSpPr>
            <p:cNvPr id="571" name="Google Shape;571;p6"/>
            <p:cNvSpPr txBox="1"/>
            <p:nvPr/>
          </p:nvSpPr>
          <p:spPr>
            <a:xfrm>
              <a:off x="0" y="-9525"/>
              <a:ext cx="5852160" cy="3387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5" u="none" cap="none" strike="noStrike">
                  <a:solidFill>
                    <a:srgbClr val="8795A4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Source: Cisco CCNP Enterprise • Chapter 23</a:t>
              </a:r>
              <a:endParaRPr/>
            </a:p>
          </p:txBody>
        </p:sp>
      </p:grpSp>
      <p:sp>
        <p:nvSpPr>
          <p:cNvPr id="572" name="Google Shape;572;p6"/>
          <p:cNvSpPr txBox="1"/>
          <p:nvPr/>
        </p:nvSpPr>
        <p:spPr>
          <a:xfrm>
            <a:off x="16527780" y="9806940"/>
            <a:ext cx="10287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B7785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9FC"/>
        </a:solidFill>
      </p:bgPr>
    </p:bg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1" name="Google Shape;581;p7"/>
          <p:cNvCxnSpPr/>
          <p:nvPr/>
        </p:nvCxnSpPr>
        <p:spPr>
          <a:xfrm rot="3840">
            <a:off x="607685" y="9802178"/>
            <a:ext cx="17026900" cy="0"/>
          </a:xfrm>
          <a:prstGeom prst="straightConnector1">
            <a:avLst/>
          </a:prstGeom>
          <a:noFill/>
          <a:ln cap="rnd" cmpd="sng" w="9525">
            <a:solidFill>
              <a:srgbClr val="D6E0EA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82" name="Google Shape;582;p7"/>
          <p:cNvGrpSpPr/>
          <p:nvPr/>
        </p:nvGrpSpPr>
        <p:grpSpPr>
          <a:xfrm>
            <a:off x="754380" y="9868376"/>
            <a:ext cx="11658600" cy="254032"/>
            <a:chOff x="0" y="-9525"/>
            <a:chExt cx="15544800" cy="338709"/>
          </a:xfrm>
        </p:grpSpPr>
        <p:sp>
          <p:nvSpPr>
            <p:cNvPr id="583" name="Google Shape;583;p7"/>
            <p:cNvSpPr/>
            <p:nvPr/>
          </p:nvSpPr>
          <p:spPr>
            <a:xfrm>
              <a:off x="0" y="0"/>
              <a:ext cx="15544800" cy="329184"/>
            </a:xfrm>
            <a:custGeom>
              <a:rect b="b" l="l" r="r" t="t"/>
              <a:pathLst>
                <a:path extrusionOk="0" h="329184" w="15544800">
                  <a:moveTo>
                    <a:pt x="0" y="0"/>
                  </a:moveTo>
                  <a:lnTo>
                    <a:pt x="15544800" y="0"/>
                  </a:lnTo>
                  <a:lnTo>
                    <a:pt x="15544800" y="329184"/>
                  </a:lnTo>
                  <a:lnTo>
                    <a:pt x="0" y="32918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870132" l="0" r="0" t="-870132"/>
              </a:stretch>
            </a:blipFill>
            <a:ln>
              <a:noFill/>
            </a:ln>
          </p:spPr>
        </p:sp>
        <p:sp>
          <p:nvSpPr>
            <p:cNvPr id="584" name="Google Shape;584;p7"/>
            <p:cNvSpPr txBox="1"/>
            <p:nvPr/>
          </p:nvSpPr>
          <p:spPr>
            <a:xfrm>
              <a:off x="0" y="-9525"/>
              <a:ext cx="15544800" cy="3387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5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FABRIC TECHNOLOGIES  •  CCNP ENTERPRISE / CHAPTER 23</a:t>
              </a:r>
              <a:endParaRPr/>
            </a:p>
          </p:txBody>
        </p:sp>
      </p:grpSp>
      <p:grpSp>
        <p:nvGrpSpPr>
          <p:cNvPr id="585" name="Google Shape;585;p7"/>
          <p:cNvGrpSpPr/>
          <p:nvPr/>
        </p:nvGrpSpPr>
        <p:grpSpPr>
          <a:xfrm>
            <a:off x="822960" y="480060"/>
            <a:ext cx="6172200" cy="301752"/>
            <a:chOff x="0" y="0"/>
            <a:chExt cx="8229600" cy="402336"/>
          </a:xfrm>
        </p:grpSpPr>
        <p:sp>
          <p:nvSpPr>
            <p:cNvPr id="586" name="Google Shape;586;p7"/>
            <p:cNvSpPr/>
            <p:nvPr/>
          </p:nvSpPr>
          <p:spPr>
            <a:xfrm>
              <a:off x="0" y="0"/>
              <a:ext cx="8229600" cy="402336"/>
            </a:xfrm>
            <a:custGeom>
              <a:rect b="b" l="l" r="r" t="t"/>
              <a:pathLst>
                <a:path extrusionOk="0" h="402336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402336"/>
                  </a:lnTo>
                  <a:lnTo>
                    <a:pt x="0" y="40233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48534" l="0" r="0" t="-348534"/>
              </a:stretch>
            </a:blipFill>
            <a:ln>
              <a:noFill/>
            </a:ln>
          </p:spPr>
        </p:sp>
        <p:sp>
          <p:nvSpPr>
            <p:cNvPr id="587" name="Google Shape;587;p7"/>
            <p:cNvSpPr txBox="1"/>
            <p:nvPr/>
          </p:nvSpPr>
          <p:spPr>
            <a:xfrm>
              <a:off x="0" y="0"/>
              <a:ext cx="8229600" cy="4023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75" u="none" cap="none" strike="noStrike">
                  <a:solidFill>
                    <a:srgbClr val="1FA7C8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06 / CONTROL PLANE</a:t>
              </a:r>
              <a:endParaRPr/>
            </a:p>
          </p:txBody>
        </p:sp>
      </p:grpSp>
      <p:grpSp>
        <p:nvGrpSpPr>
          <p:cNvPr id="588" name="Google Shape;588;p7"/>
          <p:cNvGrpSpPr/>
          <p:nvPr/>
        </p:nvGrpSpPr>
        <p:grpSpPr>
          <a:xfrm>
            <a:off x="822960" y="884396"/>
            <a:ext cx="16322040" cy="761524"/>
            <a:chOff x="0" y="-9525"/>
            <a:chExt cx="21762720" cy="1015365"/>
          </a:xfrm>
        </p:grpSpPr>
        <p:sp>
          <p:nvSpPr>
            <p:cNvPr id="589" name="Google Shape;589;p7"/>
            <p:cNvSpPr/>
            <p:nvPr/>
          </p:nvSpPr>
          <p:spPr>
            <a:xfrm>
              <a:off x="0" y="0"/>
              <a:ext cx="21762720" cy="1005840"/>
            </a:xfrm>
            <a:custGeom>
              <a:rect b="b" l="l" r="r" t="t"/>
              <a:pathLst>
                <a:path extrusionOk="0" h="100584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005840"/>
                  </a:lnTo>
                  <a:lnTo>
                    <a:pt x="0" y="10058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71585" l="0" r="0" t="-371585"/>
              </a:stretch>
            </a:blipFill>
            <a:ln>
              <a:noFill/>
            </a:ln>
          </p:spPr>
        </p:sp>
        <p:sp>
          <p:nvSpPr>
            <p:cNvPr id="590" name="Google Shape;590;p7"/>
            <p:cNvSpPr txBox="1"/>
            <p:nvPr/>
          </p:nvSpPr>
          <p:spPr>
            <a:xfrm>
              <a:off x="0" y="-9525"/>
              <a:ext cx="21762720" cy="10153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200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LISP</a:t>
              </a:r>
              <a:endParaRPr/>
            </a:p>
          </p:txBody>
        </p:sp>
      </p:grpSp>
      <p:grpSp>
        <p:nvGrpSpPr>
          <p:cNvPr id="591" name="Google Shape;591;p7"/>
          <p:cNvGrpSpPr/>
          <p:nvPr/>
        </p:nvGrpSpPr>
        <p:grpSpPr>
          <a:xfrm>
            <a:off x="822960" y="1728216"/>
            <a:ext cx="16459200" cy="521208"/>
            <a:chOff x="0" y="0"/>
            <a:chExt cx="21945600" cy="694944"/>
          </a:xfrm>
        </p:grpSpPr>
        <p:sp>
          <p:nvSpPr>
            <p:cNvPr id="592" name="Google Shape;592;p7"/>
            <p:cNvSpPr/>
            <p:nvPr/>
          </p:nvSpPr>
          <p:spPr>
            <a:xfrm>
              <a:off x="0" y="0"/>
              <a:ext cx="21945600" cy="694944"/>
            </a:xfrm>
            <a:custGeom>
              <a:rect b="b" l="l" r="r" t="t"/>
              <a:pathLst>
                <a:path extrusionOk="0" h="69494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94944"/>
                  </a:lnTo>
                  <a:lnTo>
                    <a:pt x="0" y="69494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65309" l="0" r="0" t="-565309"/>
              </a:stretch>
            </a:blipFill>
            <a:ln>
              <a:noFill/>
            </a:ln>
          </p:spPr>
        </p:sp>
        <p:sp>
          <p:nvSpPr>
            <p:cNvPr id="593" name="Google Shape;593;p7"/>
            <p:cNvSpPr txBox="1"/>
            <p:nvPr/>
          </p:nvSpPr>
          <p:spPr>
            <a:xfrm>
              <a:off x="0" y="0"/>
              <a:ext cx="21945600" cy="6949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75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EID บอก “ตัวตน” • RLOC บอก “ตำแหน่ง”</a:t>
              </a:r>
              <a:endParaRPr/>
            </a:p>
          </p:txBody>
        </p:sp>
      </p:grpSp>
      <p:sp>
        <p:nvSpPr>
          <p:cNvPr id="594" name="Google Shape;594;p7"/>
          <p:cNvSpPr/>
          <p:nvPr/>
        </p:nvSpPr>
        <p:spPr>
          <a:xfrm>
            <a:off x="1060323" y="4695063"/>
            <a:ext cx="1171194" cy="1171194"/>
          </a:xfrm>
          <a:custGeom>
            <a:rect b="b" l="l" r="r" t="t"/>
            <a:pathLst>
              <a:path extrusionOk="0" h="1561592" w="1561592">
                <a:moveTo>
                  <a:pt x="0" y="780796"/>
                </a:moveTo>
                <a:cubicBezTo>
                  <a:pt x="0" y="349631"/>
                  <a:pt x="349631" y="0"/>
                  <a:pt x="780796" y="0"/>
                </a:cubicBezTo>
                <a:cubicBezTo>
                  <a:pt x="1211961" y="0"/>
                  <a:pt x="1561592" y="349631"/>
                  <a:pt x="1561592" y="780796"/>
                </a:cubicBezTo>
                <a:cubicBezTo>
                  <a:pt x="1561592" y="1211961"/>
                  <a:pt x="1211961" y="1561592"/>
                  <a:pt x="780796" y="1561592"/>
                </a:cubicBezTo>
                <a:cubicBezTo>
                  <a:pt x="349631" y="1561592"/>
                  <a:pt x="0" y="1211961"/>
                  <a:pt x="0" y="780796"/>
                </a:cubicBezTo>
                <a:close/>
              </a:path>
            </a:pathLst>
          </a:custGeom>
          <a:solidFill>
            <a:srgbClr val="1D6FA5"/>
          </a:solidFill>
          <a:ln cap="sq" cmpd="sng" w="1905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95" name="Google Shape;595;p7"/>
          <p:cNvGrpSpPr/>
          <p:nvPr/>
        </p:nvGrpSpPr>
        <p:grpSpPr>
          <a:xfrm>
            <a:off x="1028700" y="5959316"/>
            <a:ext cx="1234440" cy="350044"/>
            <a:chOff x="0" y="-9525"/>
            <a:chExt cx="1645920" cy="466725"/>
          </a:xfrm>
        </p:grpSpPr>
        <p:sp>
          <p:nvSpPr>
            <p:cNvPr id="596" name="Google Shape;596;p7"/>
            <p:cNvSpPr/>
            <p:nvPr/>
          </p:nvSpPr>
          <p:spPr>
            <a:xfrm>
              <a:off x="0" y="0"/>
              <a:ext cx="1645920" cy="457200"/>
            </a:xfrm>
            <a:custGeom>
              <a:rect b="b" l="l" r="r" t="t"/>
              <a:pathLst>
                <a:path extrusionOk="0" h="457200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0146" l="0" r="0" t="-20146"/>
              </a:stretch>
            </a:blipFill>
            <a:ln>
              <a:noFill/>
            </a:ln>
          </p:spPr>
        </p:sp>
        <p:sp>
          <p:nvSpPr>
            <p:cNvPr id="597" name="Google Shape;597;p7"/>
            <p:cNvSpPr txBox="1"/>
            <p:nvPr/>
          </p:nvSpPr>
          <p:spPr>
            <a:xfrm>
              <a:off x="0" y="-9525"/>
              <a:ext cx="1645920" cy="466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PC-A</a:t>
              </a:r>
              <a:endParaRPr/>
            </a:p>
          </p:txBody>
        </p:sp>
      </p:grpSp>
      <p:sp>
        <p:nvSpPr>
          <p:cNvPr id="598" name="Google Shape;598;p7"/>
          <p:cNvSpPr/>
          <p:nvPr/>
        </p:nvSpPr>
        <p:spPr>
          <a:xfrm>
            <a:off x="2870835" y="4585335"/>
            <a:ext cx="1870710" cy="1253490"/>
          </a:xfrm>
          <a:custGeom>
            <a:rect b="b" l="l" r="r" t="t"/>
            <a:pathLst>
              <a:path extrusionOk="0" h="1671320" w="2494280">
                <a:moveTo>
                  <a:pt x="0" y="148590"/>
                </a:moveTo>
                <a:cubicBezTo>
                  <a:pt x="0" y="66548"/>
                  <a:pt x="66548" y="0"/>
                  <a:pt x="148590" y="0"/>
                </a:cubicBezTo>
                <a:lnTo>
                  <a:pt x="2345690" y="0"/>
                </a:lnTo>
                <a:cubicBezTo>
                  <a:pt x="2427732" y="0"/>
                  <a:pt x="2494280" y="66548"/>
                  <a:pt x="2494280" y="148590"/>
                </a:cubicBezTo>
                <a:lnTo>
                  <a:pt x="2494280" y="1522730"/>
                </a:lnTo>
                <a:cubicBezTo>
                  <a:pt x="2494280" y="1604772"/>
                  <a:pt x="2427732" y="1671320"/>
                  <a:pt x="2345690" y="1671320"/>
                </a:cubicBezTo>
                <a:lnTo>
                  <a:pt x="148590" y="1671320"/>
                </a:lnTo>
                <a:cubicBezTo>
                  <a:pt x="66548" y="1671320"/>
                  <a:pt x="0" y="1604772"/>
                  <a:pt x="0" y="1522730"/>
                </a:cubicBezTo>
                <a:close/>
              </a:path>
            </a:pathLst>
          </a:custGeom>
          <a:solidFill>
            <a:srgbClr val="E8F5FB"/>
          </a:solidFill>
          <a:ln cap="sq" cmpd="sng" w="19050">
            <a:solidFill>
              <a:srgbClr val="D6E0E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99" name="Google Shape;599;p7"/>
          <p:cNvGrpSpPr/>
          <p:nvPr/>
        </p:nvGrpSpPr>
        <p:grpSpPr>
          <a:xfrm>
            <a:off x="2880360" y="4971764"/>
            <a:ext cx="1851660" cy="350044"/>
            <a:chOff x="0" y="-9525"/>
            <a:chExt cx="2468880" cy="466725"/>
          </a:xfrm>
        </p:grpSpPr>
        <p:sp>
          <p:nvSpPr>
            <p:cNvPr id="600" name="Google Shape;600;p7"/>
            <p:cNvSpPr/>
            <p:nvPr/>
          </p:nvSpPr>
          <p:spPr>
            <a:xfrm>
              <a:off x="0" y="0"/>
              <a:ext cx="2468880" cy="457200"/>
            </a:xfrm>
            <a:custGeom>
              <a:rect b="b" l="l" r="r" t="t"/>
              <a:pathLst>
                <a:path extrusionOk="0" h="457200" w="2468880">
                  <a:moveTo>
                    <a:pt x="0" y="0"/>
                  </a:moveTo>
                  <a:lnTo>
                    <a:pt x="2468880" y="0"/>
                  </a:lnTo>
                  <a:lnTo>
                    <a:pt x="2468880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5219" l="0" r="0" t="-55219"/>
              </a:stretch>
            </a:blipFill>
            <a:ln>
              <a:noFill/>
            </a:ln>
          </p:spPr>
        </p:sp>
        <p:sp>
          <p:nvSpPr>
            <p:cNvPr id="601" name="Google Shape;601;p7"/>
            <p:cNvSpPr txBox="1"/>
            <p:nvPr/>
          </p:nvSpPr>
          <p:spPr>
            <a:xfrm>
              <a:off x="0" y="-9525"/>
              <a:ext cx="2468880" cy="466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950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Edge-1</a:t>
              </a:r>
              <a:endParaRPr/>
            </a:p>
          </p:txBody>
        </p:sp>
      </p:grpSp>
      <p:sp>
        <p:nvSpPr>
          <p:cNvPr id="602" name="Google Shape;602;p7"/>
          <p:cNvSpPr/>
          <p:nvPr/>
        </p:nvSpPr>
        <p:spPr>
          <a:xfrm>
            <a:off x="5819775" y="3830955"/>
            <a:ext cx="4133850" cy="2762250"/>
          </a:xfrm>
          <a:custGeom>
            <a:rect b="b" l="l" r="r" t="t"/>
            <a:pathLst>
              <a:path extrusionOk="0" h="3683000" w="5511800">
                <a:moveTo>
                  <a:pt x="0" y="147320"/>
                </a:moveTo>
                <a:cubicBezTo>
                  <a:pt x="0" y="65913"/>
                  <a:pt x="65913" y="0"/>
                  <a:pt x="147320" y="0"/>
                </a:cubicBezTo>
                <a:lnTo>
                  <a:pt x="5364480" y="0"/>
                </a:lnTo>
                <a:cubicBezTo>
                  <a:pt x="5445887" y="0"/>
                  <a:pt x="5511800" y="65913"/>
                  <a:pt x="5511800" y="147320"/>
                </a:cubicBezTo>
                <a:lnTo>
                  <a:pt x="5511800" y="3535680"/>
                </a:lnTo>
                <a:cubicBezTo>
                  <a:pt x="5511800" y="3617087"/>
                  <a:pt x="5445887" y="3683000"/>
                  <a:pt x="5364480" y="3683000"/>
                </a:cubicBezTo>
                <a:lnTo>
                  <a:pt x="147320" y="3683000"/>
                </a:lnTo>
                <a:cubicBezTo>
                  <a:pt x="65913" y="3683000"/>
                  <a:pt x="0" y="3617087"/>
                  <a:pt x="0" y="3535680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D6E0E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03" name="Google Shape;603;p7"/>
          <p:cNvGrpSpPr/>
          <p:nvPr/>
        </p:nvGrpSpPr>
        <p:grpSpPr>
          <a:xfrm>
            <a:off x="6240780" y="4361688"/>
            <a:ext cx="3291840" cy="480060"/>
            <a:chOff x="0" y="0"/>
            <a:chExt cx="4389120" cy="640080"/>
          </a:xfrm>
        </p:grpSpPr>
        <p:sp>
          <p:nvSpPr>
            <p:cNvPr id="604" name="Google Shape;604;p7"/>
            <p:cNvSpPr/>
            <p:nvPr/>
          </p:nvSpPr>
          <p:spPr>
            <a:xfrm>
              <a:off x="0" y="0"/>
              <a:ext cx="4389120" cy="640080"/>
            </a:xfrm>
            <a:custGeom>
              <a:rect b="b" l="l" r="r" t="t"/>
              <a:pathLst>
                <a:path extrusionOk="0" h="64008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40080"/>
                  </a:lnTo>
                  <a:lnTo>
                    <a:pt x="0" y="6400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83611" l="0" r="0" t="-83611"/>
              </a:stretch>
            </a:blipFill>
            <a:ln>
              <a:noFill/>
            </a:ln>
          </p:spPr>
        </p:sp>
        <p:sp>
          <p:nvSpPr>
            <p:cNvPr id="605" name="Google Shape;605;p7"/>
            <p:cNvSpPr txBox="1"/>
            <p:nvPr/>
          </p:nvSpPr>
          <p:spPr>
            <a:xfrm>
              <a:off x="0" y="0"/>
              <a:ext cx="4389120" cy="6400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1FA7C8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LISP Control Plane</a:t>
              </a:r>
              <a:endParaRPr/>
            </a:p>
          </p:txBody>
        </p:sp>
      </p:grpSp>
      <p:grpSp>
        <p:nvGrpSpPr>
          <p:cNvPr id="606" name="Google Shape;606;p7"/>
          <p:cNvGrpSpPr/>
          <p:nvPr/>
        </p:nvGrpSpPr>
        <p:grpSpPr>
          <a:xfrm>
            <a:off x="6377940" y="5006340"/>
            <a:ext cx="3017520" cy="342900"/>
            <a:chOff x="0" y="0"/>
            <a:chExt cx="4023360" cy="457200"/>
          </a:xfrm>
        </p:grpSpPr>
        <p:sp>
          <p:nvSpPr>
            <p:cNvPr id="607" name="Google Shape;607;p7"/>
            <p:cNvSpPr/>
            <p:nvPr/>
          </p:nvSpPr>
          <p:spPr>
            <a:xfrm>
              <a:off x="0" y="0"/>
              <a:ext cx="4023360" cy="457200"/>
            </a:xfrm>
            <a:custGeom>
              <a:rect b="b" l="l" r="r" t="t"/>
              <a:pathLst>
                <a:path extrusionOk="0" h="45720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21468" l="0" r="0" t="-121468"/>
              </a:stretch>
            </a:blipFill>
            <a:ln>
              <a:noFill/>
            </a:ln>
          </p:spPr>
        </p:sp>
        <p:sp>
          <p:nvSpPr>
            <p:cNvPr id="608" name="Google Shape;608;p7"/>
            <p:cNvSpPr txBox="1"/>
            <p:nvPr/>
          </p:nvSpPr>
          <p:spPr>
            <a:xfrm>
              <a:off x="0" y="0"/>
              <a:ext cx="40233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50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Mapping Database</a:t>
              </a:r>
              <a:endParaRPr/>
            </a:p>
          </p:txBody>
        </p:sp>
      </p:grpSp>
      <p:sp>
        <p:nvSpPr>
          <p:cNvPr id="609" name="Google Shape;609;p7"/>
          <p:cNvSpPr/>
          <p:nvPr/>
        </p:nvSpPr>
        <p:spPr>
          <a:xfrm>
            <a:off x="6848475" y="5751195"/>
            <a:ext cx="2213610" cy="540258"/>
          </a:xfrm>
          <a:custGeom>
            <a:rect b="b" l="l" r="r" t="t"/>
            <a:pathLst>
              <a:path extrusionOk="0" h="720344" w="2951480">
                <a:moveTo>
                  <a:pt x="0" y="151638"/>
                </a:moveTo>
                <a:cubicBezTo>
                  <a:pt x="0" y="67945"/>
                  <a:pt x="67945" y="0"/>
                  <a:pt x="151638" y="0"/>
                </a:cubicBezTo>
                <a:lnTo>
                  <a:pt x="2799842" y="0"/>
                </a:lnTo>
                <a:cubicBezTo>
                  <a:pt x="2883535" y="0"/>
                  <a:pt x="2951480" y="67945"/>
                  <a:pt x="2951480" y="151638"/>
                </a:cubicBezTo>
                <a:lnTo>
                  <a:pt x="2951480" y="568706"/>
                </a:lnTo>
                <a:cubicBezTo>
                  <a:pt x="2951480" y="652399"/>
                  <a:pt x="2883535" y="720344"/>
                  <a:pt x="2799842" y="720344"/>
                </a:cubicBezTo>
                <a:lnTo>
                  <a:pt x="151638" y="720344"/>
                </a:lnTo>
                <a:cubicBezTo>
                  <a:pt x="67945" y="720344"/>
                  <a:pt x="0" y="652399"/>
                  <a:pt x="0" y="568706"/>
                </a:cubicBezTo>
                <a:close/>
              </a:path>
            </a:pathLst>
          </a:custGeom>
          <a:solidFill>
            <a:srgbClr val="DCEC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10" name="Google Shape;610;p7"/>
          <p:cNvGrpSpPr/>
          <p:nvPr/>
        </p:nvGrpSpPr>
        <p:grpSpPr>
          <a:xfrm>
            <a:off x="6858000" y="5774436"/>
            <a:ext cx="2194560" cy="466344"/>
            <a:chOff x="0" y="0"/>
            <a:chExt cx="2926080" cy="621792"/>
          </a:xfrm>
        </p:grpSpPr>
        <p:sp>
          <p:nvSpPr>
            <p:cNvPr id="611" name="Google Shape;611;p7"/>
            <p:cNvSpPr/>
            <p:nvPr/>
          </p:nvSpPr>
          <p:spPr>
            <a:xfrm>
              <a:off x="0" y="0"/>
              <a:ext cx="2926080" cy="621792"/>
            </a:xfrm>
            <a:custGeom>
              <a:rect b="b" l="l" r="r" t="t"/>
              <a:pathLst>
                <a:path extrusionOk="0" h="621792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621792"/>
                  </a:lnTo>
                  <a:lnTo>
                    <a:pt x="0" y="6217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1693" l="0" r="0" t="-41693"/>
              </a:stretch>
            </a:blipFill>
            <a:ln>
              <a:noFill/>
            </a:ln>
          </p:spPr>
        </p:sp>
        <p:sp>
          <p:nvSpPr>
            <p:cNvPr id="612" name="Google Shape;612;p7"/>
            <p:cNvSpPr txBox="1"/>
            <p:nvPr/>
          </p:nvSpPr>
          <p:spPr>
            <a:xfrm>
              <a:off x="0" y="0"/>
              <a:ext cx="2926080" cy="6217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25" u="none" cap="none" strike="noStrike">
                  <a:solidFill>
                    <a:srgbClr val="1D6FA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EID  →  RLOC</a:t>
              </a:r>
              <a:endParaRPr/>
            </a:p>
          </p:txBody>
        </p:sp>
      </p:grpSp>
      <p:sp>
        <p:nvSpPr>
          <p:cNvPr id="613" name="Google Shape;613;p7"/>
          <p:cNvSpPr/>
          <p:nvPr/>
        </p:nvSpPr>
        <p:spPr>
          <a:xfrm>
            <a:off x="10963275" y="4585335"/>
            <a:ext cx="1870710" cy="1253490"/>
          </a:xfrm>
          <a:custGeom>
            <a:rect b="b" l="l" r="r" t="t"/>
            <a:pathLst>
              <a:path extrusionOk="0" h="1671320" w="2494280">
                <a:moveTo>
                  <a:pt x="0" y="148590"/>
                </a:moveTo>
                <a:cubicBezTo>
                  <a:pt x="0" y="66548"/>
                  <a:pt x="66548" y="0"/>
                  <a:pt x="148590" y="0"/>
                </a:cubicBezTo>
                <a:lnTo>
                  <a:pt x="2345690" y="0"/>
                </a:lnTo>
                <a:cubicBezTo>
                  <a:pt x="2427732" y="0"/>
                  <a:pt x="2494280" y="66548"/>
                  <a:pt x="2494280" y="148590"/>
                </a:cubicBezTo>
                <a:lnTo>
                  <a:pt x="2494280" y="1522730"/>
                </a:lnTo>
                <a:cubicBezTo>
                  <a:pt x="2494280" y="1604772"/>
                  <a:pt x="2427732" y="1671320"/>
                  <a:pt x="2345690" y="1671320"/>
                </a:cubicBezTo>
                <a:lnTo>
                  <a:pt x="148590" y="1671320"/>
                </a:lnTo>
                <a:cubicBezTo>
                  <a:pt x="66548" y="1671320"/>
                  <a:pt x="0" y="1604772"/>
                  <a:pt x="0" y="1522730"/>
                </a:cubicBezTo>
                <a:close/>
              </a:path>
            </a:pathLst>
          </a:custGeom>
          <a:solidFill>
            <a:srgbClr val="E8F5FB"/>
          </a:solidFill>
          <a:ln cap="sq" cmpd="sng" w="19050">
            <a:solidFill>
              <a:srgbClr val="D6E0E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14" name="Google Shape;614;p7"/>
          <p:cNvGrpSpPr/>
          <p:nvPr/>
        </p:nvGrpSpPr>
        <p:grpSpPr>
          <a:xfrm>
            <a:off x="10972800" y="4971764"/>
            <a:ext cx="1851660" cy="350044"/>
            <a:chOff x="0" y="-9525"/>
            <a:chExt cx="2468880" cy="466725"/>
          </a:xfrm>
        </p:grpSpPr>
        <p:sp>
          <p:nvSpPr>
            <p:cNvPr id="615" name="Google Shape;615;p7"/>
            <p:cNvSpPr/>
            <p:nvPr/>
          </p:nvSpPr>
          <p:spPr>
            <a:xfrm>
              <a:off x="0" y="0"/>
              <a:ext cx="2468880" cy="457200"/>
            </a:xfrm>
            <a:custGeom>
              <a:rect b="b" l="l" r="r" t="t"/>
              <a:pathLst>
                <a:path extrusionOk="0" h="457200" w="2468880">
                  <a:moveTo>
                    <a:pt x="0" y="0"/>
                  </a:moveTo>
                  <a:lnTo>
                    <a:pt x="2468880" y="0"/>
                  </a:lnTo>
                  <a:lnTo>
                    <a:pt x="2468880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5219" l="0" r="0" t="-55219"/>
              </a:stretch>
            </a:blipFill>
            <a:ln>
              <a:noFill/>
            </a:ln>
          </p:spPr>
        </p:sp>
        <p:sp>
          <p:nvSpPr>
            <p:cNvPr id="616" name="Google Shape;616;p7"/>
            <p:cNvSpPr txBox="1"/>
            <p:nvPr/>
          </p:nvSpPr>
          <p:spPr>
            <a:xfrm>
              <a:off x="0" y="-9525"/>
              <a:ext cx="2468880" cy="466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950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Edge-2</a:t>
              </a:r>
              <a:endParaRPr/>
            </a:p>
          </p:txBody>
        </p:sp>
      </p:grpSp>
      <p:sp>
        <p:nvSpPr>
          <p:cNvPr id="617" name="Google Shape;617;p7"/>
          <p:cNvSpPr/>
          <p:nvPr/>
        </p:nvSpPr>
        <p:spPr>
          <a:xfrm>
            <a:off x="13404723" y="4695063"/>
            <a:ext cx="1171194" cy="1171194"/>
          </a:xfrm>
          <a:custGeom>
            <a:rect b="b" l="l" r="r" t="t"/>
            <a:pathLst>
              <a:path extrusionOk="0" h="1561592" w="1561592">
                <a:moveTo>
                  <a:pt x="0" y="780796"/>
                </a:moveTo>
                <a:cubicBezTo>
                  <a:pt x="0" y="349631"/>
                  <a:pt x="349631" y="0"/>
                  <a:pt x="780796" y="0"/>
                </a:cubicBezTo>
                <a:cubicBezTo>
                  <a:pt x="1211961" y="0"/>
                  <a:pt x="1561592" y="349631"/>
                  <a:pt x="1561592" y="780796"/>
                </a:cubicBezTo>
                <a:cubicBezTo>
                  <a:pt x="1561592" y="1211961"/>
                  <a:pt x="1211961" y="1561592"/>
                  <a:pt x="780796" y="1561592"/>
                </a:cubicBezTo>
                <a:cubicBezTo>
                  <a:pt x="349631" y="1561592"/>
                  <a:pt x="0" y="1211961"/>
                  <a:pt x="0" y="780796"/>
                </a:cubicBezTo>
                <a:close/>
              </a:path>
            </a:pathLst>
          </a:custGeom>
          <a:solidFill>
            <a:srgbClr val="1F8A8A"/>
          </a:solidFill>
          <a:ln cap="sq" cmpd="sng" w="1905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18" name="Google Shape;618;p7"/>
          <p:cNvGrpSpPr/>
          <p:nvPr/>
        </p:nvGrpSpPr>
        <p:grpSpPr>
          <a:xfrm>
            <a:off x="13373100" y="5959316"/>
            <a:ext cx="1234440" cy="350044"/>
            <a:chOff x="0" y="-9525"/>
            <a:chExt cx="1645920" cy="466725"/>
          </a:xfrm>
        </p:grpSpPr>
        <p:sp>
          <p:nvSpPr>
            <p:cNvPr id="619" name="Google Shape;619;p7"/>
            <p:cNvSpPr/>
            <p:nvPr/>
          </p:nvSpPr>
          <p:spPr>
            <a:xfrm>
              <a:off x="0" y="0"/>
              <a:ext cx="1645920" cy="457200"/>
            </a:xfrm>
            <a:custGeom>
              <a:rect b="b" l="l" r="r" t="t"/>
              <a:pathLst>
                <a:path extrusionOk="0" h="457200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0146" l="0" r="0" t="-20146"/>
              </a:stretch>
            </a:blipFill>
            <a:ln>
              <a:noFill/>
            </a:ln>
          </p:spPr>
        </p:sp>
        <p:sp>
          <p:nvSpPr>
            <p:cNvPr id="620" name="Google Shape;620;p7"/>
            <p:cNvSpPr txBox="1"/>
            <p:nvPr/>
          </p:nvSpPr>
          <p:spPr>
            <a:xfrm>
              <a:off x="0" y="-9525"/>
              <a:ext cx="1645920" cy="466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PC-B</a:t>
              </a:r>
              <a:endParaRPr/>
            </a:p>
          </p:txBody>
        </p:sp>
      </p:grpSp>
      <p:cxnSp>
        <p:nvCxnSpPr>
          <p:cNvPr id="621" name="Google Shape;621;p7"/>
          <p:cNvCxnSpPr/>
          <p:nvPr/>
        </p:nvCxnSpPr>
        <p:spPr>
          <a:xfrm rot="148860">
            <a:off x="2207400" y="5271135"/>
            <a:ext cx="660130" cy="0"/>
          </a:xfrm>
          <a:prstGeom prst="straightConnector1">
            <a:avLst/>
          </a:prstGeom>
          <a:noFill/>
          <a:ln cap="rnd" cmpd="sng" w="19050">
            <a:solidFill>
              <a:srgbClr val="D6E0E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22" name="Google Shape;622;p7"/>
          <p:cNvCxnSpPr/>
          <p:nvPr/>
        </p:nvCxnSpPr>
        <p:spPr>
          <a:xfrm rot="108060">
            <a:off x="4714608" y="5271135"/>
            <a:ext cx="1090965" cy="0"/>
          </a:xfrm>
          <a:prstGeom prst="straightConnector1">
            <a:avLst/>
          </a:prstGeom>
          <a:noFill/>
          <a:ln cap="rnd" cmpd="sng" w="19050">
            <a:solidFill>
              <a:srgbClr val="1FA7C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23" name="Google Shape;623;p7"/>
          <p:cNvCxnSpPr/>
          <p:nvPr/>
        </p:nvCxnSpPr>
        <p:spPr>
          <a:xfrm rot="113820">
            <a:off x="9926669" y="5271135"/>
            <a:ext cx="1036130" cy="0"/>
          </a:xfrm>
          <a:prstGeom prst="straightConnector1">
            <a:avLst/>
          </a:prstGeom>
          <a:noFill/>
          <a:ln cap="rnd" cmpd="sng" w="19050">
            <a:solidFill>
              <a:srgbClr val="1FA7C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24" name="Google Shape;624;p7"/>
          <p:cNvCxnSpPr/>
          <p:nvPr/>
        </p:nvCxnSpPr>
        <p:spPr>
          <a:xfrm rot="174180">
            <a:off x="12850959" y="5271135"/>
            <a:ext cx="564223" cy="0"/>
          </a:xfrm>
          <a:prstGeom prst="straightConnector1">
            <a:avLst/>
          </a:prstGeom>
          <a:noFill/>
          <a:ln cap="rnd" cmpd="sng" w="19050">
            <a:solidFill>
              <a:srgbClr val="D6E0E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25" name="Google Shape;625;p7"/>
          <p:cNvSpPr/>
          <p:nvPr/>
        </p:nvSpPr>
        <p:spPr>
          <a:xfrm>
            <a:off x="1156335" y="7740015"/>
            <a:ext cx="3242310" cy="540258"/>
          </a:xfrm>
          <a:custGeom>
            <a:rect b="b" l="l" r="r" t="t"/>
            <a:pathLst>
              <a:path extrusionOk="0" h="720344" w="4323080">
                <a:moveTo>
                  <a:pt x="0" y="151638"/>
                </a:moveTo>
                <a:cubicBezTo>
                  <a:pt x="0" y="67945"/>
                  <a:pt x="67945" y="0"/>
                  <a:pt x="151638" y="0"/>
                </a:cubicBezTo>
                <a:lnTo>
                  <a:pt x="4171442" y="0"/>
                </a:lnTo>
                <a:cubicBezTo>
                  <a:pt x="4255135" y="0"/>
                  <a:pt x="4323080" y="67945"/>
                  <a:pt x="4323080" y="151638"/>
                </a:cubicBezTo>
                <a:lnTo>
                  <a:pt x="4323080" y="568706"/>
                </a:lnTo>
                <a:cubicBezTo>
                  <a:pt x="4323080" y="652399"/>
                  <a:pt x="4255135" y="720344"/>
                  <a:pt x="4171442" y="720344"/>
                </a:cubicBezTo>
                <a:lnTo>
                  <a:pt x="151638" y="720344"/>
                </a:lnTo>
                <a:cubicBezTo>
                  <a:pt x="67945" y="720344"/>
                  <a:pt x="0" y="652399"/>
                  <a:pt x="0" y="568706"/>
                </a:cubicBezTo>
                <a:close/>
              </a:path>
            </a:pathLst>
          </a:custGeom>
          <a:solidFill>
            <a:srgbClr val="DCEC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26" name="Google Shape;626;p7"/>
          <p:cNvGrpSpPr/>
          <p:nvPr/>
        </p:nvGrpSpPr>
        <p:grpSpPr>
          <a:xfrm>
            <a:off x="1165860" y="7763256"/>
            <a:ext cx="3223260" cy="466344"/>
            <a:chOff x="0" y="0"/>
            <a:chExt cx="4297680" cy="621792"/>
          </a:xfrm>
        </p:grpSpPr>
        <p:sp>
          <p:nvSpPr>
            <p:cNvPr id="627" name="Google Shape;627;p7"/>
            <p:cNvSpPr/>
            <p:nvPr/>
          </p:nvSpPr>
          <p:spPr>
            <a:xfrm>
              <a:off x="0" y="0"/>
              <a:ext cx="4297680" cy="621792"/>
            </a:xfrm>
            <a:custGeom>
              <a:rect b="b" l="l" r="r" t="t"/>
              <a:pathLst>
                <a:path extrusionOk="0" h="621792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621792"/>
                  </a:lnTo>
                  <a:lnTo>
                    <a:pt x="0" y="6217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84677" l="0" r="0" t="-84677"/>
              </a:stretch>
            </a:blipFill>
            <a:ln>
              <a:noFill/>
            </a:ln>
          </p:spPr>
        </p:sp>
        <p:sp>
          <p:nvSpPr>
            <p:cNvPr id="628" name="Google Shape;628;p7"/>
            <p:cNvSpPr txBox="1"/>
            <p:nvPr/>
          </p:nvSpPr>
          <p:spPr>
            <a:xfrm>
              <a:off x="0" y="0"/>
              <a:ext cx="4297680" cy="6217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25" u="none" cap="none" strike="noStrike">
                  <a:solidFill>
                    <a:srgbClr val="1D6FA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EID = Endpoint Identity</a:t>
              </a:r>
              <a:endParaRPr/>
            </a:p>
          </p:txBody>
        </p:sp>
      </p:grpSp>
      <p:sp>
        <p:nvSpPr>
          <p:cNvPr id="629" name="Google Shape;629;p7"/>
          <p:cNvSpPr/>
          <p:nvPr/>
        </p:nvSpPr>
        <p:spPr>
          <a:xfrm>
            <a:off x="4722495" y="7740015"/>
            <a:ext cx="3242310" cy="540258"/>
          </a:xfrm>
          <a:custGeom>
            <a:rect b="b" l="l" r="r" t="t"/>
            <a:pathLst>
              <a:path extrusionOk="0" h="720344" w="4323080">
                <a:moveTo>
                  <a:pt x="0" y="151638"/>
                </a:moveTo>
                <a:cubicBezTo>
                  <a:pt x="0" y="67945"/>
                  <a:pt x="67945" y="0"/>
                  <a:pt x="151638" y="0"/>
                </a:cubicBezTo>
                <a:lnTo>
                  <a:pt x="4171442" y="0"/>
                </a:lnTo>
                <a:cubicBezTo>
                  <a:pt x="4255135" y="0"/>
                  <a:pt x="4323080" y="67945"/>
                  <a:pt x="4323080" y="151638"/>
                </a:cubicBezTo>
                <a:lnTo>
                  <a:pt x="4323080" y="568706"/>
                </a:lnTo>
                <a:cubicBezTo>
                  <a:pt x="4323080" y="652399"/>
                  <a:pt x="4255135" y="720344"/>
                  <a:pt x="4171442" y="720344"/>
                </a:cubicBezTo>
                <a:lnTo>
                  <a:pt x="151638" y="720344"/>
                </a:lnTo>
                <a:cubicBezTo>
                  <a:pt x="67945" y="720344"/>
                  <a:pt x="0" y="652399"/>
                  <a:pt x="0" y="568706"/>
                </a:cubicBezTo>
                <a:close/>
              </a:path>
            </a:pathLst>
          </a:custGeom>
          <a:solidFill>
            <a:srgbClr val="E8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0" name="Google Shape;630;p7"/>
          <p:cNvGrpSpPr/>
          <p:nvPr/>
        </p:nvGrpSpPr>
        <p:grpSpPr>
          <a:xfrm>
            <a:off x="4732020" y="7763256"/>
            <a:ext cx="3223260" cy="466344"/>
            <a:chOff x="0" y="0"/>
            <a:chExt cx="4297680" cy="621792"/>
          </a:xfrm>
        </p:grpSpPr>
        <p:sp>
          <p:nvSpPr>
            <p:cNvPr id="631" name="Google Shape;631;p7"/>
            <p:cNvSpPr/>
            <p:nvPr/>
          </p:nvSpPr>
          <p:spPr>
            <a:xfrm>
              <a:off x="0" y="0"/>
              <a:ext cx="4297680" cy="621792"/>
            </a:xfrm>
            <a:custGeom>
              <a:rect b="b" l="l" r="r" t="t"/>
              <a:pathLst>
                <a:path extrusionOk="0" h="621792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621792"/>
                  </a:lnTo>
                  <a:lnTo>
                    <a:pt x="0" y="6217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84677" l="0" r="0" t="-84677"/>
              </a:stretch>
            </a:blipFill>
            <a:ln>
              <a:noFill/>
            </a:ln>
          </p:spPr>
        </p:sp>
        <p:sp>
          <p:nvSpPr>
            <p:cNvPr id="632" name="Google Shape;632;p7"/>
            <p:cNvSpPr txBox="1"/>
            <p:nvPr/>
          </p:nvSpPr>
          <p:spPr>
            <a:xfrm>
              <a:off x="0" y="0"/>
              <a:ext cx="4297680" cy="6217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25" u="none" cap="none" strike="noStrike">
                  <a:solidFill>
                    <a:srgbClr val="1FA7C8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RLOC = Routing Locator</a:t>
              </a:r>
              <a:endParaRPr/>
            </a:p>
          </p:txBody>
        </p:sp>
      </p:grpSp>
      <p:sp>
        <p:nvSpPr>
          <p:cNvPr id="633" name="Google Shape;633;p7"/>
          <p:cNvSpPr/>
          <p:nvPr/>
        </p:nvSpPr>
        <p:spPr>
          <a:xfrm>
            <a:off x="8288655" y="7740015"/>
            <a:ext cx="3722370" cy="540258"/>
          </a:xfrm>
          <a:custGeom>
            <a:rect b="b" l="l" r="r" t="t"/>
            <a:pathLst>
              <a:path extrusionOk="0" h="720344" w="4963160">
                <a:moveTo>
                  <a:pt x="0" y="151638"/>
                </a:moveTo>
                <a:cubicBezTo>
                  <a:pt x="0" y="67945"/>
                  <a:pt x="67945" y="0"/>
                  <a:pt x="151638" y="0"/>
                </a:cubicBezTo>
                <a:lnTo>
                  <a:pt x="4811522" y="0"/>
                </a:lnTo>
                <a:cubicBezTo>
                  <a:pt x="4895215" y="0"/>
                  <a:pt x="4963160" y="67945"/>
                  <a:pt x="4963160" y="151638"/>
                </a:cubicBezTo>
                <a:lnTo>
                  <a:pt x="4963160" y="568706"/>
                </a:lnTo>
                <a:cubicBezTo>
                  <a:pt x="4963160" y="652399"/>
                  <a:pt x="4895215" y="720344"/>
                  <a:pt x="4811522" y="720344"/>
                </a:cubicBezTo>
                <a:lnTo>
                  <a:pt x="151638" y="720344"/>
                </a:lnTo>
                <a:cubicBezTo>
                  <a:pt x="67945" y="720344"/>
                  <a:pt x="0" y="652399"/>
                  <a:pt x="0" y="568706"/>
                </a:cubicBezTo>
                <a:close/>
              </a:path>
            </a:pathLst>
          </a:custGeom>
          <a:solidFill>
            <a:srgbClr val="E7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4" name="Google Shape;634;p7"/>
          <p:cNvGrpSpPr/>
          <p:nvPr/>
        </p:nvGrpSpPr>
        <p:grpSpPr>
          <a:xfrm>
            <a:off x="8298180" y="7763256"/>
            <a:ext cx="3703320" cy="466344"/>
            <a:chOff x="0" y="0"/>
            <a:chExt cx="4937760" cy="621792"/>
          </a:xfrm>
        </p:grpSpPr>
        <p:sp>
          <p:nvSpPr>
            <p:cNvPr id="635" name="Google Shape;635;p7"/>
            <p:cNvSpPr/>
            <p:nvPr/>
          </p:nvSpPr>
          <p:spPr>
            <a:xfrm>
              <a:off x="0" y="0"/>
              <a:ext cx="4937760" cy="621792"/>
            </a:xfrm>
            <a:custGeom>
              <a:rect b="b" l="l" r="r" t="t"/>
              <a:pathLst>
                <a:path extrusionOk="0" h="621792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621792"/>
                  </a:lnTo>
                  <a:lnTo>
                    <a:pt x="0" y="6217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04732" l="0" r="0" t="-104732"/>
              </a:stretch>
            </a:blipFill>
            <a:ln>
              <a:noFill/>
            </a:ln>
          </p:spPr>
        </p:sp>
        <p:sp>
          <p:nvSpPr>
            <p:cNvPr id="636" name="Google Shape;636;p7"/>
            <p:cNvSpPr txBox="1"/>
            <p:nvPr/>
          </p:nvSpPr>
          <p:spPr>
            <a:xfrm>
              <a:off x="0" y="0"/>
              <a:ext cx="4937760" cy="6217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25" u="none" cap="none" strike="noStrike">
                  <a:solidFill>
                    <a:srgbClr val="2E8B72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Query → Mapping → Location</a:t>
              </a:r>
              <a:endParaRPr/>
            </a:p>
          </p:txBody>
        </p:sp>
      </p:grpSp>
      <p:grpSp>
        <p:nvGrpSpPr>
          <p:cNvPr id="637" name="Google Shape;637;p7"/>
          <p:cNvGrpSpPr/>
          <p:nvPr/>
        </p:nvGrpSpPr>
        <p:grpSpPr>
          <a:xfrm>
            <a:off x="12344400" y="7626096"/>
            <a:ext cx="4114800" cy="617220"/>
            <a:chOff x="0" y="0"/>
            <a:chExt cx="5486400" cy="822960"/>
          </a:xfrm>
        </p:grpSpPr>
        <p:sp>
          <p:nvSpPr>
            <p:cNvPr id="638" name="Google Shape;638;p7"/>
            <p:cNvSpPr/>
            <p:nvPr/>
          </p:nvSpPr>
          <p:spPr>
            <a:xfrm>
              <a:off x="0" y="0"/>
              <a:ext cx="5486400" cy="822960"/>
            </a:xfrm>
            <a:custGeom>
              <a:rect b="b" l="l" r="r" t="t"/>
              <a:pathLst>
                <a:path extrusionOk="0" h="82296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822960"/>
                  </a:lnTo>
                  <a:lnTo>
                    <a:pt x="0" y="8229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79897" l="0" r="0" t="-79897"/>
              </a:stretch>
            </a:blipFill>
            <a:ln>
              <a:noFill/>
            </a:ln>
          </p:spPr>
        </p:sp>
        <p:sp>
          <p:nvSpPr>
            <p:cNvPr id="639" name="Google Shape;639;p7"/>
            <p:cNvSpPr txBox="1"/>
            <p:nvPr/>
          </p:nvSpPr>
          <p:spPr>
            <a:xfrm>
              <a:off x="0" y="0"/>
              <a:ext cx="5486400" cy="8229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50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LISP ช่วยแยก “Identity” ออกจาก “Current Location”</a:t>
              </a:r>
              <a:endParaRPr/>
            </a:p>
          </p:txBody>
        </p:sp>
      </p:grpSp>
      <p:grpSp>
        <p:nvGrpSpPr>
          <p:cNvPr id="640" name="Google Shape;640;p7"/>
          <p:cNvGrpSpPr/>
          <p:nvPr/>
        </p:nvGrpSpPr>
        <p:grpSpPr>
          <a:xfrm>
            <a:off x="12550140" y="9484328"/>
            <a:ext cx="4389120" cy="254032"/>
            <a:chOff x="0" y="-9525"/>
            <a:chExt cx="5852160" cy="338709"/>
          </a:xfrm>
        </p:grpSpPr>
        <p:sp>
          <p:nvSpPr>
            <p:cNvPr id="641" name="Google Shape;641;p7"/>
            <p:cNvSpPr/>
            <p:nvPr/>
          </p:nvSpPr>
          <p:spPr>
            <a:xfrm>
              <a:off x="0" y="0"/>
              <a:ext cx="5852160" cy="329184"/>
            </a:xfrm>
            <a:custGeom>
              <a:rect b="b" l="l" r="r" t="t"/>
              <a:pathLst>
                <a:path extrusionOk="0" h="329184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329184"/>
                  </a:lnTo>
                  <a:lnTo>
                    <a:pt x="0" y="32918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96404" l="0" r="0" t="-296404"/>
              </a:stretch>
            </a:blipFill>
            <a:ln>
              <a:noFill/>
            </a:ln>
          </p:spPr>
        </p:sp>
        <p:sp>
          <p:nvSpPr>
            <p:cNvPr id="642" name="Google Shape;642;p7"/>
            <p:cNvSpPr txBox="1"/>
            <p:nvPr/>
          </p:nvSpPr>
          <p:spPr>
            <a:xfrm>
              <a:off x="0" y="-9525"/>
              <a:ext cx="5852160" cy="3387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5" u="none" cap="none" strike="noStrike">
                  <a:solidFill>
                    <a:srgbClr val="8795A4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Source: Cisco CCNP Enterprise • Chapter 23</a:t>
              </a:r>
              <a:endParaRPr/>
            </a:p>
          </p:txBody>
        </p:sp>
      </p:grpSp>
      <p:sp>
        <p:nvSpPr>
          <p:cNvPr id="643" name="Google Shape;643;p7"/>
          <p:cNvSpPr txBox="1"/>
          <p:nvPr/>
        </p:nvSpPr>
        <p:spPr>
          <a:xfrm>
            <a:off x="16527780" y="9806940"/>
            <a:ext cx="10287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B7785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9FC"/>
        </a:solidFill>
      </p:bgPr>
    </p:bg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52" name="Google Shape;652;p8"/>
          <p:cNvCxnSpPr/>
          <p:nvPr/>
        </p:nvCxnSpPr>
        <p:spPr>
          <a:xfrm rot="3840">
            <a:off x="607685" y="9802178"/>
            <a:ext cx="17026900" cy="0"/>
          </a:xfrm>
          <a:prstGeom prst="straightConnector1">
            <a:avLst/>
          </a:prstGeom>
          <a:noFill/>
          <a:ln cap="rnd" cmpd="sng" w="9525">
            <a:solidFill>
              <a:srgbClr val="D6E0EA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53" name="Google Shape;653;p8"/>
          <p:cNvGrpSpPr/>
          <p:nvPr/>
        </p:nvGrpSpPr>
        <p:grpSpPr>
          <a:xfrm>
            <a:off x="754380" y="9868376"/>
            <a:ext cx="11658600" cy="254032"/>
            <a:chOff x="0" y="-9525"/>
            <a:chExt cx="15544800" cy="338709"/>
          </a:xfrm>
        </p:grpSpPr>
        <p:sp>
          <p:nvSpPr>
            <p:cNvPr id="654" name="Google Shape;654;p8"/>
            <p:cNvSpPr/>
            <p:nvPr/>
          </p:nvSpPr>
          <p:spPr>
            <a:xfrm>
              <a:off x="0" y="0"/>
              <a:ext cx="15544800" cy="329184"/>
            </a:xfrm>
            <a:custGeom>
              <a:rect b="b" l="l" r="r" t="t"/>
              <a:pathLst>
                <a:path extrusionOk="0" h="329184" w="15544800">
                  <a:moveTo>
                    <a:pt x="0" y="0"/>
                  </a:moveTo>
                  <a:lnTo>
                    <a:pt x="15544800" y="0"/>
                  </a:lnTo>
                  <a:lnTo>
                    <a:pt x="15544800" y="329184"/>
                  </a:lnTo>
                  <a:lnTo>
                    <a:pt x="0" y="32918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870132" l="0" r="0" t="-870132"/>
              </a:stretch>
            </a:blipFill>
            <a:ln>
              <a:noFill/>
            </a:ln>
          </p:spPr>
        </p:sp>
        <p:sp>
          <p:nvSpPr>
            <p:cNvPr id="655" name="Google Shape;655;p8"/>
            <p:cNvSpPr txBox="1"/>
            <p:nvPr/>
          </p:nvSpPr>
          <p:spPr>
            <a:xfrm>
              <a:off x="0" y="-9525"/>
              <a:ext cx="15544800" cy="3387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5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FABRIC TECHNOLOGIES  •  CCNP ENTERPRISE / CHAPTER 23</a:t>
              </a:r>
              <a:endParaRPr/>
            </a:p>
          </p:txBody>
        </p:sp>
      </p:grpSp>
      <p:grpSp>
        <p:nvGrpSpPr>
          <p:cNvPr id="656" name="Google Shape;656;p8"/>
          <p:cNvGrpSpPr/>
          <p:nvPr/>
        </p:nvGrpSpPr>
        <p:grpSpPr>
          <a:xfrm>
            <a:off x="822960" y="480060"/>
            <a:ext cx="6172200" cy="301752"/>
            <a:chOff x="0" y="0"/>
            <a:chExt cx="8229600" cy="402336"/>
          </a:xfrm>
        </p:grpSpPr>
        <p:sp>
          <p:nvSpPr>
            <p:cNvPr id="657" name="Google Shape;657;p8"/>
            <p:cNvSpPr/>
            <p:nvPr/>
          </p:nvSpPr>
          <p:spPr>
            <a:xfrm>
              <a:off x="0" y="0"/>
              <a:ext cx="8229600" cy="402336"/>
            </a:xfrm>
            <a:custGeom>
              <a:rect b="b" l="l" r="r" t="t"/>
              <a:pathLst>
                <a:path extrusionOk="0" h="402336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402336"/>
                  </a:lnTo>
                  <a:lnTo>
                    <a:pt x="0" y="40233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48534" l="0" r="0" t="-348534"/>
              </a:stretch>
            </a:blipFill>
            <a:ln>
              <a:noFill/>
            </a:ln>
          </p:spPr>
        </p:sp>
        <p:sp>
          <p:nvSpPr>
            <p:cNvPr id="658" name="Google Shape;658;p8"/>
            <p:cNvSpPr txBox="1"/>
            <p:nvPr/>
          </p:nvSpPr>
          <p:spPr>
            <a:xfrm>
              <a:off x="0" y="0"/>
              <a:ext cx="8229600" cy="4023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75" u="none" cap="none" strike="noStrike">
                  <a:solidFill>
                    <a:srgbClr val="1FA7C8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07 / DATA PLANE</a:t>
              </a:r>
              <a:endParaRPr/>
            </a:p>
          </p:txBody>
        </p:sp>
      </p:grpSp>
      <p:grpSp>
        <p:nvGrpSpPr>
          <p:cNvPr id="659" name="Google Shape;659;p8"/>
          <p:cNvGrpSpPr/>
          <p:nvPr/>
        </p:nvGrpSpPr>
        <p:grpSpPr>
          <a:xfrm>
            <a:off x="822960" y="884396"/>
            <a:ext cx="16322040" cy="761524"/>
            <a:chOff x="0" y="-9525"/>
            <a:chExt cx="21762720" cy="1015365"/>
          </a:xfrm>
        </p:grpSpPr>
        <p:sp>
          <p:nvSpPr>
            <p:cNvPr id="660" name="Google Shape;660;p8"/>
            <p:cNvSpPr/>
            <p:nvPr/>
          </p:nvSpPr>
          <p:spPr>
            <a:xfrm>
              <a:off x="0" y="0"/>
              <a:ext cx="21762720" cy="1005840"/>
            </a:xfrm>
            <a:custGeom>
              <a:rect b="b" l="l" r="r" t="t"/>
              <a:pathLst>
                <a:path extrusionOk="0" h="100584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005840"/>
                  </a:lnTo>
                  <a:lnTo>
                    <a:pt x="0" y="10058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71585" l="0" r="0" t="-371585"/>
              </a:stretch>
            </a:blipFill>
            <a:ln>
              <a:noFill/>
            </a:ln>
          </p:spPr>
        </p:sp>
        <p:sp>
          <p:nvSpPr>
            <p:cNvPr id="661" name="Google Shape;661;p8"/>
            <p:cNvSpPr txBox="1"/>
            <p:nvPr/>
          </p:nvSpPr>
          <p:spPr>
            <a:xfrm>
              <a:off x="0" y="-9525"/>
              <a:ext cx="21762720" cy="10153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200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VXLAN</a:t>
              </a:r>
              <a:endParaRPr/>
            </a:p>
          </p:txBody>
        </p:sp>
      </p:grpSp>
      <p:grpSp>
        <p:nvGrpSpPr>
          <p:cNvPr id="662" name="Google Shape;662;p8"/>
          <p:cNvGrpSpPr/>
          <p:nvPr/>
        </p:nvGrpSpPr>
        <p:grpSpPr>
          <a:xfrm>
            <a:off x="822960" y="1728216"/>
            <a:ext cx="16459200" cy="521208"/>
            <a:chOff x="0" y="0"/>
            <a:chExt cx="21945600" cy="694944"/>
          </a:xfrm>
        </p:grpSpPr>
        <p:sp>
          <p:nvSpPr>
            <p:cNvPr id="663" name="Google Shape;663;p8"/>
            <p:cNvSpPr/>
            <p:nvPr/>
          </p:nvSpPr>
          <p:spPr>
            <a:xfrm>
              <a:off x="0" y="0"/>
              <a:ext cx="21945600" cy="694944"/>
            </a:xfrm>
            <a:custGeom>
              <a:rect b="b" l="l" r="r" t="t"/>
              <a:pathLst>
                <a:path extrusionOk="0" h="69494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94944"/>
                  </a:lnTo>
                  <a:lnTo>
                    <a:pt x="0" y="69494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65309" l="0" r="0" t="-565309"/>
              </a:stretch>
            </a:blipFill>
            <a:ln>
              <a:noFill/>
            </a:ln>
          </p:spPr>
        </p:sp>
        <p:sp>
          <p:nvSpPr>
            <p:cNvPr id="664" name="Google Shape;664;p8"/>
            <p:cNvSpPr txBox="1"/>
            <p:nvPr/>
          </p:nvSpPr>
          <p:spPr>
            <a:xfrm>
              <a:off x="0" y="0"/>
              <a:ext cx="21945600" cy="6949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75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รู้ตำแหน่งแล้ว → Encapsulate → ส่งผ่าน Overlay → Decapsulate</a:t>
              </a:r>
              <a:endParaRPr/>
            </a:p>
          </p:txBody>
        </p:sp>
      </p:grpSp>
      <p:sp>
        <p:nvSpPr>
          <p:cNvPr id="665" name="Google Shape;665;p8"/>
          <p:cNvSpPr/>
          <p:nvPr/>
        </p:nvSpPr>
        <p:spPr>
          <a:xfrm>
            <a:off x="1087755" y="2939415"/>
            <a:ext cx="2967990" cy="2762250"/>
          </a:xfrm>
          <a:custGeom>
            <a:rect b="b" l="l" r="r" t="t"/>
            <a:pathLst>
              <a:path extrusionOk="0" h="3683000" w="3957320">
                <a:moveTo>
                  <a:pt x="0" y="147320"/>
                </a:moveTo>
                <a:cubicBezTo>
                  <a:pt x="0" y="65913"/>
                  <a:pt x="65913" y="0"/>
                  <a:pt x="147320" y="0"/>
                </a:cubicBezTo>
                <a:lnTo>
                  <a:pt x="3810000" y="0"/>
                </a:lnTo>
                <a:cubicBezTo>
                  <a:pt x="3891407" y="0"/>
                  <a:pt x="3957320" y="65913"/>
                  <a:pt x="3957320" y="147320"/>
                </a:cubicBezTo>
                <a:lnTo>
                  <a:pt x="3957320" y="3535680"/>
                </a:lnTo>
                <a:cubicBezTo>
                  <a:pt x="3957320" y="3617087"/>
                  <a:pt x="3891407" y="3683000"/>
                  <a:pt x="3810000" y="3683000"/>
                </a:cubicBezTo>
                <a:lnTo>
                  <a:pt x="147320" y="3683000"/>
                </a:lnTo>
                <a:cubicBezTo>
                  <a:pt x="65913" y="3683000"/>
                  <a:pt x="0" y="3617087"/>
                  <a:pt x="0" y="3535680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D6E0E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66" name="Google Shape;666;p8"/>
          <p:cNvGrpSpPr/>
          <p:nvPr/>
        </p:nvGrpSpPr>
        <p:grpSpPr>
          <a:xfrm>
            <a:off x="1536192" y="3319272"/>
            <a:ext cx="2057400" cy="384048"/>
            <a:chOff x="0" y="0"/>
            <a:chExt cx="2743200" cy="512064"/>
          </a:xfrm>
        </p:grpSpPr>
        <p:sp>
          <p:nvSpPr>
            <p:cNvPr id="667" name="Google Shape;667;p8"/>
            <p:cNvSpPr/>
            <p:nvPr/>
          </p:nvSpPr>
          <p:spPr>
            <a:xfrm>
              <a:off x="0" y="0"/>
              <a:ext cx="2743200" cy="512064"/>
            </a:xfrm>
            <a:custGeom>
              <a:rect b="b" l="l" r="r" t="t"/>
              <a:pathLst>
                <a:path extrusionOk="0" h="512064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512064"/>
                  </a:lnTo>
                  <a:lnTo>
                    <a:pt x="0" y="51206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4384" l="0" r="0" t="-54384"/>
              </a:stretch>
            </a:blipFill>
            <a:ln>
              <a:noFill/>
            </a:ln>
          </p:spPr>
        </p:sp>
        <p:sp>
          <p:nvSpPr>
            <p:cNvPr id="668" name="Google Shape;668;p8"/>
            <p:cNvSpPr txBox="1"/>
            <p:nvPr/>
          </p:nvSpPr>
          <p:spPr>
            <a:xfrm>
              <a:off x="0" y="0"/>
              <a:ext cx="2743200" cy="5120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250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Original Packet</a:t>
              </a:r>
              <a:endParaRPr/>
            </a:p>
          </p:txBody>
        </p:sp>
      </p:grpSp>
      <p:sp>
        <p:nvSpPr>
          <p:cNvPr id="669" name="Google Shape;669;p8"/>
          <p:cNvSpPr/>
          <p:nvPr/>
        </p:nvSpPr>
        <p:spPr>
          <a:xfrm>
            <a:off x="1471803" y="4105275"/>
            <a:ext cx="2186178" cy="567690"/>
          </a:xfrm>
          <a:custGeom>
            <a:rect b="b" l="l" r="r" t="t"/>
            <a:pathLst>
              <a:path extrusionOk="0" h="756920" w="2914904">
                <a:moveTo>
                  <a:pt x="0" y="151384"/>
                </a:moveTo>
                <a:cubicBezTo>
                  <a:pt x="0" y="67818"/>
                  <a:pt x="67818" y="0"/>
                  <a:pt x="151384" y="0"/>
                </a:cubicBezTo>
                <a:lnTo>
                  <a:pt x="2763520" y="0"/>
                </a:lnTo>
                <a:cubicBezTo>
                  <a:pt x="2847086" y="0"/>
                  <a:pt x="2914904" y="67818"/>
                  <a:pt x="2914904" y="151384"/>
                </a:cubicBezTo>
                <a:lnTo>
                  <a:pt x="2914904" y="605536"/>
                </a:lnTo>
                <a:cubicBezTo>
                  <a:pt x="2914904" y="689102"/>
                  <a:pt x="2847086" y="756920"/>
                  <a:pt x="2763520" y="756920"/>
                </a:cubicBezTo>
                <a:lnTo>
                  <a:pt x="151384" y="756920"/>
                </a:lnTo>
                <a:cubicBezTo>
                  <a:pt x="67818" y="756920"/>
                  <a:pt x="0" y="689102"/>
                  <a:pt x="0" y="605536"/>
                </a:cubicBezTo>
                <a:close/>
              </a:path>
            </a:pathLst>
          </a:custGeom>
          <a:solidFill>
            <a:srgbClr val="FFF1DF"/>
          </a:solidFill>
          <a:ln cap="sq" cmpd="sng" w="19050">
            <a:solidFill>
              <a:srgbClr val="E48A2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70" name="Google Shape;670;p8"/>
          <p:cNvGrpSpPr/>
          <p:nvPr/>
        </p:nvGrpSpPr>
        <p:grpSpPr>
          <a:xfrm>
            <a:off x="1481328" y="4244816"/>
            <a:ext cx="2167128" cy="254032"/>
            <a:chOff x="0" y="-9525"/>
            <a:chExt cx="2889504" cy="338709"/>
          </a:xfrm>
        </p:grpSpPr>
        <p:sp>
          <p:nvSpPr>
            <p:cNvPr id="671" name="Google Shape;671;p8"/>
            <p:cNvSpPr/>
            <p:nvPr/>
          </p:nvSpPr>
          <p:spPr>
            <a:xfrm>
              <a:off x="0" y="0"/>
              <a:ext cx="2889504" cy="329184"/>
            </a:xfrm>
            <a:custGeom>
              <a:rect b="b" l="l" r="r" t="t"/>
              <a:pathLst>
                <a:path extrusionOk="0" h="329184" w="2889504">
                  <a:moveTo>
                    <a:pt x="0" y="0"/>
                  </a:moveTo>
                  <a:lnTo>
                    <a:pt x="2889504" y="0"/>
                  </a:lnTo>
                  <a:lnTo>
                    <a:pt x="2889504" y="329184"/>
                  </a:lnTo>
                  <a:lnTo>
                    <a:pt x="0" y="32918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21034" l="0" r="0" t="-121034"/>
              </a:stretch>
            </a:blipFill>
            <a:ln>
              <a:noFill/>
            </a:ln>
          </p:spPr>
        </p:sp>
        <p:sp>
          <p:nvSpPr>
            <p:cNvPr id="672" name="Google Shape;672;p8"/>
            <p:cNvSpPr txBox="1"/>
            <p:nvPr/>
          </p:nvSpPr>
          <p:spPr>
            <a:xfrm>
              <a:off x="0" y="-9525"/>
              <a:ext cx="2889504" cy="3387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E48A2A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IP + Payload</a:t>
              </a:r>
              <a:endParaRPr/>
            </a:p>
          </p:txBody>
        </p:sp>
      </p:grpSp>
      <p:cxnSp>
        <p:nvCxnSpPr>
          <p:cNvPr id="673" name="Google Shape;673;p8"/>
          <p:cNvCxnSpPr/>
          <p:nvPr/>
        </p:nvCxnSpPr>
        <p:spPr>
          <a:xfrm rot="92880">
            <a:off x="4164073" y="4311015"/>
            <a:ext cx="1410214" cy="0"/>
          </a:xfrm>
          <a:prstGeom prst="straightConnector1">
            <a:avLst/>
          </a:prstGeom>
          <a:noFill/>
          <a:ln cap="rnd" cmpd="sng" w="19050">
            <a:solidFill>
              <a:srgbClr val="1FA7C8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674" name="Google Shape;674;p8"/>
          <p:cNvGrpSpPr/>
          <p:nvPr/>
        </p:nvGrpSpPr>
        <p:grpSpPr>
          <a:xfrm>
            <a:off x="4389120" y="3490436"/>
            <a:ext cx="1577340" cy="1035844"/>
            <a:chOff x="0" y="-9525"/>
            <a:chExt cx="2103120" cy="1381125"/>
          </a:xfrm>
        </p:grpSpPr>
        <p:sp>
          <p:nvSpPr>
            <p:cNvPr id="675" name="Google Shape;675;p8"/>
            <p:cNvSpPr/>
            <p:nvPr/>
          </p:nvSpPr>
          <p:spPr>
            <a:xfrm>
              <a:off x="0" y="0"/>
              <a:ext cx="2103120" cy="1371600"/>
            </a:xfrm>
            <a:custGeom>
              <a:rect b="b" l="l" r="r" t="t"/>
              <a:pathLst>
                <a:path extrusionOk="0" h="1371600" w="2103120">
                  <a:moveTo>
                    <a:pt x="0" y="0"/>
                  </a:moveTo>
                  <a:lnTo>
                    <a:pt x="2103120" y="0"/>
                  </a:lnTo>
                  <a:lnTo>
                    <a:pt x="2103120" y="1371600"/>
                  </a:lnTo>
                  <a:lnTo>
                    <a:pt x="0" y="13716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33676" r="-33676" t="0"/>
              </a:stretch>
            </a:blipFill>
            <a:ln>
              <a:noFill/>
            </a:ln>
          </p:spPr>
        </p:sp>
        <p:sp>
          <p:nvSpPr>
            <p:cNvPr id="676" name="Google Shape;676;p8"/>
            <p:cNvSpPr txBox="1"/>
            <p:nvPr/>
          </p:nvSpPr>
          <p:spPr>
            <a:xfrm>
              <a:off x="0" y="-9525"/>
              <a:ext cx="2103120" cy="1381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950" u="none" cap="none" strike="noStrike">
                  <a:solidFill>
                    <a:srgbClr val="1FA7C8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VXLAN</a:t>
              </a:r>
              <a:endParaRPr/>
            </a:p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950" u="none" cap="none" strike="noStrike">
                  <a:solidFill>
                    <a:srgbClr val="1FA7C8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Encapsulation</a:t>
              </a:r>
              <a:endParaRPr/>
            </a:p>
          </p:txBody>
        </p:sp>
      </p:grpSp>
      <p:sp>
        <p:nvSpPr>
          <p:cNvPr id="677" name="Google Shape;677;p8"/>
          <p:cNvSpPr/>
          <p:nvPr/>
        </p:nvSpPr>
        <p:spPr>
          <a:xfrm>
            <a:off x="5956935" y="2939415"/>
            <a:ext cx="5574030" cy="2762250"/>
          </a:xfrm>
          <a:custGeom>
            <a:rect b="b" l="l" r="r" t="t"/>
            <a:pathLst>
              <a:path extrusionOk="0" h="3683000" w="7432040">
                <a:moveTo>
                  <a:pt x="0" y="147320"/>
                </a:moveTo>
                <a:cubicBezTo>
                  <a:pt x="0" y="65913"/>
                  <a:pt x="65913" y="0"/>
                  <a:pt x="147320" y="0"/>
                </a:cubicBezTo>
                <a:lnTo>
                  <a:pt x="7284720" y="0"/>
                </a:lnTo>
                <a:cubicBezTo>
                  <a:pt x="7366127" y="0"/>
                  <a:pt x="7432040" y="65913"/>
                  <a:pt x="7432040" y="147320"/>
                </a:cubicBezTo>
                <a:lnTo>
                  <a:pt x="7432040" y="3535680"/>
                </a:lnTo>
                <a:cubicBezTo>
                  <a:pt x="7432040" y="3617087"/>
                  <a:pt x="7366127" y="3683000"/>
                  <a:pt x="7284720" y="3683000"/>
                </a:cubicBezTo>
                <a:lnTo>
                  <a:pt x="147320" y="3683000"/>
                </a:lnTo>
                <a:cubicBezTo>
                  <a:pt x="65913" y="3683000"/>
                  <a:pt x="0" y="3617087"/>
                  <a:pt x="0" y="3535680"/>
                </a:cubicBezTo>
                <a:close/>
              </a:path>
            </a:pathLst>
          </a:custGeom>
          <a:solidFill>
            <a:srgbClr val="E8F5FB"/>
          </a:solidFill>
          <a:ln cap="sq" cmpd="sng" w="19050">
            <a:solidFill>
              <a:srgbClr val="D6E0E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78" name="Google Shape;678;p8"/>
          <p:cNvGrpSpPr/>
          <p:nvPr/>
        </p:nvGrpSpPr>
        <p:grpSpPr>
          <a:xfrm>
            <a:off x="6473952" y="3319272"/>
            <a:ext cx="4526280" cy="384048"/>
            <a:chOff x="0" y="0"/>
            <a:chExt cx="6035040" cy="512064"/>
          </a:xfrm>
        </p:grpSpPr>
        <p:sp>
          <p:nvSpPr>
            <p:cNvPr id="679" name="Google Shape;679;p8"/>
            <p:cNvSpPr/>
            <p:nvPr/>
          </p:nvSpPr>
          <p:spPr>
            <a:xfrm>
              <a:off x="0" y="0"/>
              <a:ext cx="6035040" cy="512064"/>
            </a:xfrm>
            <a:custGeom>
              <a:rect b="b" l="l" r="r" t="t"/>
              <a:pathLst>
                <a:path extrusionOk="0" h="512064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512064"/>
                  </a:lnTo>
                  <a:lnTo>
                    <a:pt x="0" y="51206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79653" l="0" r="0" t="-179653"/>
              </a:stretch>
            </a:blipFill>
            <a:ln>
              <a:noFill/>
            </a:ln>
          </p:spPr>
        </p:sp>
        <p:sp>
          <p:nvSpPr>
            <p:cNvPr id="680" name="Google Shape;680;p8"/>
            <p:cNvSpPr txBox="1"/>
            <p:nvPr/>
          </p:nvSpPr>
          <p:spPr>
            <a:xfrm>
              <a:off x="0" y="0"/>
              <a:ext cx="6035040" cy="5120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250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Overlay Packet</a:t>
              </a:r>
              <a:endParaRPr/>
            </a:p>
          </p:txBody>
        </p:sp>
      </p:grpSp>
      <p:sp>
        <p:nvSpPr>
          <p:cNvPr id="681" name="Google Shape;681;p8"/>
          <p:cNvSpPr/>
          <p:nvPr/>
        </p:nvSpPr>
        <p:spPr>
          <a:xfrm>
            <a:off x="6505575" y="4105275"/>
            <a:ext cx="869442" cy="567690"/>
          </a:xfrm>
          <a:custGeom>
            <a:rect b="b" l="l" r="r" t="t"/>
            <a:pathLst>
              <a:path extrusionOk="0" h="756920" w="1159256">
                <a:moveTo>
                  <a:pt x="0" y="151384"/>
                </a:moveTo>
                <a:cubicBezTo>
                  <a:pt x="0" y="67818"/>
                  <a:pt x="67818" y="0"/>
                  <a:pt x="151384" y="0"/>
                </a:cubicBezTo>
                <a:lnTo>
                  <a:pt x="1007872" y="0"/>
                </a:lnTo>
                <a:cubicBezTo>
                  <a:pt x="1091438" y="0"/>
                  <a:pt x="1159256" y="67818"/>
                  <a:pt x="1159256" y="151384"/>
                </a:cubicBezTo>
                <a:lnTo>
                  <a:pt x="1159256" y="605536"/>
                </a:lnTo>
                <a:cubicBezTo>
                  <a:pt x="1159256" y="689102"/>
                  <a:pt x="1091438" y="756920"/>
                  <a:pt x="1007872" y="756920"/>
                </a:cubicBezTo>
                <a:lnTo>
                  <a:pt x="151384" y="756920"/>
                </a:lnTo>
                <a:cubicBezTo>
                  <a:pt x="67818" y="756920"/>
                  <a:pt x="0" y="689102"/>
                  <a:pt x="0" y="605536"/>
                </a:cubicBezTo>
                <a:close/>
              </a:path>
            </a:pathLst>
          </a:custGeom>
          <a:solidFill>
            <a:srgbClr val="DCECF7"/>
          </a:solidFill>
          <a:ln cap="sq" cmpd="sng" w="19050">
            <a:solidFill>
              <a:srgbClr val="1D6FA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82" name="Google Shape;682;p8"/>
          <p:cNvGrpSpPr/>
          <p:nvPr/>
        </p:nvGrpSpPr>
        <p:grpSpPr>
          <a:xfrm>
            <a:off x="6515100" y="4251960"/>
            <a:ext cx="850392" cy="246888"/>
            <a:chOff x="0" y="0"/>
            <a:chExt cx="1133856" cy="329184"/>
          </a:xfrm>
        </p:grpSpPr>
        <p:sp>
          <p:nvSpPr>
            <p:cNvPr id="683" name="Google Shape;683;p8"/>
            <p:cNvSpPr/>
            <p:nvPr/>
          </p:nvSpPr>
          <p:spPr>
            <a:xfrm>
              <a:off x="0" y="0"/>
              <a:ext cx="1133856" cy="329184"/>
            </a:xfrm>
            <a:custGeom>
              <a:rect b="b" l="l" r="r" t="t"/>
              <a:pathLst>
                <a:path extrusionOk="0" h="329184" w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329184"/>
                  </a:lnTo>
                  <a:lnTo>
                    <a:pt x="0" y="32918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7116" l="0" r="0" t="-17116"/>
              </a:stretch>
            </a:blipFill>
            <a:ln>
              <a:noFill/>
            </a:ln>
          </p:spPr>
        </p:sp>
        <p:sp>
          <p:nvSpPr>
            <p:cNvPr id="684" name="Google Shape;684;p8"/>
            <p:cNvSpPr txBox="1"/>
            <p:nvPr/>
          </p:nvSpPr>
          <p:spPr>
            <a:xfrm>
              <a:off x="0" y="0"/>
              <a:ext cx="1133856" cy="329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1D6FA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Outer</a:t>
              </a:r>
              <a:endParaRPr/>
            </a:p>
          </p:txBody>
        </p:sp>
      </p:grpSp>
      <p:sp>
        <p:nvSpPr>
          <p:cNvPr id="685" name="Google Shape;685;p8"/>
          <p:cNvSpPr/>
          <p:nvPr/>
        </p:nvSpPr>
        <p:spPr>
          <a:xfrm>
            <a:off x="7424547" y="4105275"/>
            <a:ext cx="1006602" cy="567690"/>
          </a:xfrm>
          <a:custGeom>
            <a:rect b="b" l="l" r="r" t="t"/>
            <a:pathLst>
              <a:path extrusionOk="0" h="756920" w="1342136">
                <a:moveTo>
                  <a:pt x="0" y="151384"/>
                </a:moveTo>
                <a:cubicBezTo>
                  <a:pt x="0" y="67818"/>
                  <a:pt x="67818" y="0"/>
                  <a:pt x="151384" y="0"/>
                </a:cubicBezTo>
                <a:lnTo>
                  <a:pt x="1190752" y="0"/>
                </a:lnTo>
                <a:cubicBezTo>
                  <a:pt x="1274318" y="0"/>
                  <a:pt x="1342136" y="67818"/>
                  <a:pt x="1342136" y="151384"/>
                </a:cubicBezTo>
                <a:lnTo>
                  <a:pt x="1342136" y="605536"/>
                </a:lnTo>
                <a:cubicBezTo>
                  <a:pt x="1342136" y="689102"/>
                  <a:pt x="1274318" y="756920"/>
                  <a:pt x="1190752" y="756920"/>
                </a:cubicBezTo>
                <a:lnTo>
                  <a:pt x="151384" y="756920"/>
                </a:lnTo>
                <a:cubicBezTo>
                  <a:pt x="67818" y="756920"/>
                  <a:pt x="0" y="689102"/>
                  <a:pt x="0" y="605536"/>
                </a:cubicBezTo>
                <a:close/>
              </a:path>
            </a:pathLst>
          </a:custGeom>
          <a:solidFill>
            <a:srgbClr val="E5F2F7"/>
          </a:solidFill>
          <a:ln cap="sq" cmpd="sng" w="19050">
            <a:solidFill>
              <a:srgbClr val="1FA7C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86" name="Google Shape;686;p8"/>
          <p:cNvGrpSpPr/>
          <p:nvPr/>
        </p:nvGrpSpPr>
        <p:grpSpPr>
          <a:xfrm>
            <a:off x="7434072" y="4251960"/>
            <a:ext cx="987552" cy="246888"/>
            <a:chOff x="0" y="0"/>
            <a:chExt cx="1316736" cy="329184"/>
          </a:xfrm>
        </p:grpSpPr>
        <p:sp>
          <p:nvSpPr>
            <p:cNvPr id="687" name="Google Shape;687;p8"/>
            <p:cNvSpPr/>
            <p:nvPr/>
          </p:nvSpPr>
          <p:spPr>
            <a:xfrm>
              <a:off x="0" y="0"/>
              <a:ext cx="1316736" cy="329184"/>
            </a:xfrm>
            <a:custGeom>
              <a:rect b="b" l="l" r="r" t="t"/>
              <a:pathLst>
                <a:path extrusionOk="0" h="329184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329184"/>
                  </a:lnTo>
                  <a:lnTo>
                    <a:pt x="0" y="32918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7940" l="0" r="0" t="-27940"/>
              </a:stretch>
            </a:blipFill>
            <a:ln>
              <a:noFill/>
            </a:ln>
          </p:spPr>
        </p:sp>
        <p:sp>
          <p:nvSpPr>
            <p:cNvPr id="688" name="Google Shape;688;p8"/>
            <p:cNvSpPr txBox="1"/>
            <p:nvPr/>
          </p:nvSpPr>
          <p:spPr>
            <a:xfrm>
              <a:off x="0" y="0"/>
              <a:ext cx="1316736" cy="329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1FA7C8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UDP</a:t>
              </a:r>
              <a:endParaRPr/>
            </a:p>
          </p:txBody>
        </p:sp>
      </p:grpSp>
      <p:sp>
        <p:nvSpPr>
          <p:cNvPr id="689" name="Google Shape;689;p8"/>
          <p:cNvSpPr/>
          <p:nvPr/>
        </p:nvSpPr>
        <p:spPr>
          <a:xfrm>
            <a:off x="8480679" y="4105275"/>
            <a:ext cx="1198626" cy="567690"/>
          </a:xfrm>
          <a:custGeom>
            <a:rect b="b" l="l" r="r" t="t"/>
            <a:pathLst>
              <a:path extrusionOk="0" h="756920" w="1598168">
                <a:moveTo>
                  <a:pt x="0" y="151384"/>
                </a:moveTo>
                <a:cubicBezTo>
                  <a:pt x="0" y="67818"/>
                  <a:pt x="67818" y="0"/>
                  <a:pt x="151384" y="0"/>
                </a:cubicBezTo>
                <a:lnTo>
                  <a:pt x="1446784" y="0"/>
                </a:lnTo>
                <a:cubicBezTo>
                  <a:pt x="1530350" y="0"/>
                  <a:pt x="1598168" y="67818"/>
                  <a:pt x="1598168" y="151384"/>
                </a:cubicBezTo>
                <a:lnTo>
                  <a:pt x="1598168" y="605536"/>
                </a:lnTo>
                <a:cubicBezTo>
                  <a:pt x="1598168" y="689102"/>
                  <a:pt x="1530350" y="756920"/>
                  <a:pt x="1446784" y="756920"/>
                </a:cubicBezTo>
                <a:lnTo>
                  <a:pt x="151384" y="756920"/>
                </a:lnTo>
                <a:cubicBezTo>
                  <a:pt x="67818" y="756920"/>
                  <a:pt x="0" y="689102"/>
                  <a:pt x="0" y="605536"/>
                </a:cubicBezTo>
                <a:close/>
              </a:path>
            </a:pathLst>
          </a:custGeom>
          <a:solidFill>
            <a:srgbClr val="E5F2F7"/>
          </a:solidFill>
          <a:ln cap="sq" cmpd="sng" w="19050">
            <a:solidFill>
              <a:srgbClr val="1FA7C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90" name="Google Shape;690;p8"/>
          <p:cNvGrpSpPr/>
          <p:nvPr/>
        </p:nvGrpSpPr>
        <p:grpSpPr>
          <a:xfrm>
            <a:off x="8490204" y="4251960"/>
            <a:ext cx="1179576" cy="246888"/>
            <a:chOff x="0" y="0"/>
            <a:chExt cx="1572768" cy="329184"/>
          </a:xfrm>
        </p:grpSpPr>
        <p:sp>
          <p:nvSpPr>
            <p:cNvPr id="691" name="Google Shape;691;p8"/>
            <p:cNvSpPr/>
            <p:nvPr/>
          </p:nvSpPr>
          <p:spPr>
            <a:xfrm>
              <a:off x="0" y="0"/>
              <a:ext cx="1572768" cy="329184"/>
            </a:xfrm>
            <a:custGeom>
              <a:rect b="b" l="l" r="r" t="t"/>
              <a:pathLst>
                <a:path extrusionOk="0" h="329184" w="1572768">
                  <a:moveTo>
                    <a:pt x="0" y="0"/>
                  </a:moveTo>
                  <a:lnTo>
                    <a:pt x="1572768" y="0"/>
                  </a:lnTo>
                  <a:lnTo>
                    <a:pt x="1572768" y="329184"/>
                  </a:lnTo>
                  <a:lnTo>
                    <a:pt x="0" y="32918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3096" l="0" r="0" t="-43096"/>
              </a:stretch>
            </a:blipFill>
            <a:ln>
              <a:noFill/>
            </a:ln>
          </p:spPr>
        </p:sp>
        <p:sp>
          <p:nvSpPr>
            <p:cNvPr id="692" name="Google Shape;692;p8"/>
            <p:cNvSpPr txBox="1"/>
            <p:nvPr/>
          </p:nvSpPr>
          <p:spPr>
            <a:xfrm>
              <a:off x="0" y="0"/>
              <a:ext cx="1572768" cy="329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1FA7C8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VXLAN</a:t>
              </a:r>
              <a:endParaRPr/>
            </a:p>
          </p:txBody>
        </p:sp>
      </p:grpSp>
      <p:sp>
        <p:nvSpPr>
          <p:cNvPr id="693" name="Google Shape;693;p8"/>
          <p:cNvSpPr/>
          <p:nvPr/>
        </p:nvSpPr>
        <p:spPr>
          <a:xfrm>
            <a:off x="9728835" y="4105275"/>
            <a:ext cx="1322070" cy="567690"/>
          </a:xfrm>
          <a:custGeom>
            <a:rect b="b" l="l" r="r" t="t"/>
            <a:pathLst>
              <a:path extrusionOk="0" h="756920" w="1762760">
                <a:moveTo>
                  <a:pt x="0" y="151384"/>
                </a:moveTo>
                <a:cubicBezTo>
                  <a:pt x="0" y="67818"/>
                  <a:pt x="67818" y="0"/>
                  <a:pt x="151384" y="0"/>
                </a:cubicBezTo>
                <a:lnTo>
                  <a:pt x="1611376" y="0"/>
                </a:lnTo>
                <a:cubicBezTo>
                  <a:pt x="1694942" y="0"/>
                  <a:pt x="1762760" y="67818"/>
                  <a:pt x="1762760" y="151384"/>
                </a:cubicBezTo>
                <a:lnTo>
                  <a:pt x="1762760" y="605536"/>
                </a:lnTo>
                <a:cubicBezTo>
                  <a:pt x="1762760" y="689102"/>
                  <a:pt x="1694942" y="756920"/>
                  <a:pt x="1611376" y="756920"/>
                </a:cubicBezTo>
                <a:lnTo>
                  <a:pt x="151384" y="756920"/>
                </a:lnTo>
                <a:cubicBezTo>
                  <a:pt x="67818" y="756920"/>
                  <a:pt x="0" y="689102"/>
                  <a:pt x="0" y="605536"/>
                </a:cubicBezTo>
                <a:close/>
              </a:path>
            </a:pathLst>
          </a:custGeom>
          <a:solidFill>
            <a:srgbClr val="FFF1DF"/>
          </a:solidFill>
          <a:ln cap="sq" cmpd="sng" w="19050">
            <a:solidFill>
              <a:srgbClr val="E48A2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94" name="Google Shape;694;p8"/>
          <p:cNvGrpSpPr/>
          <p:nvPr/>
        </p:nvGrpSpPr>
        <p:grpSpPr>
          <a:xfrm>
            <a:off x="9738360" y="4251960"/>
            <a:ext cx="1303020" cy="246888"/>
            <a:chOff x="0" y="0"/>
            <a:chExt cx="1737360" cy="329184"/>
          </a:xfrm>
        </p:grpSpPr>
        <p:sp>
          <p:nvSpPr>
            <p:cNvPr id="695" name="Google Shape;695;p8"/>
            <p:cNvSpPr/>
            <p:nvPr/>
          </p:nvSpPr>
          <p:spPr>
            <a:xfrm>
              <a:off x="0" y="0"/>
              <a:ext cx="1737360" cy="329184"/>
            </a:xfrm>
            <a:custGeom>
              <a:rect b="b" l="l" r="r" t="t"/>
              <a:pathLst>
                <a:path extrusionOk="0" h="329184" w="1737360">
                  <a:moveTo>
                    <a:pt x="0" y="0"/>
                  </a:moveTo>
                  <a:lnTo>
                    <a:pt x="1737360" y="0"/>
                  </a:lnTo>
                  <a:lnTo>
                    <a:pt x="1737360" y="329184"/>
                  </a:lnTo>
                  <a:lnTo>
                    <a:pt x="0" y="32918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2838" l="0" r="0" t="-52838"/>
              </a:stretch>
            </a:blipFill>
            <a:ln>
              <a:noFill/>
            </a:ln>
          </p:spPr>
        </p:sp>
        <p:sp>
          <p:nvSpPr>
            <p:cNvPr id="696" name="Google Shape;696;p8"/>
            <p:cNvSpPr txBox="1"/>
            <p:nvPr/>
          </p:nvSpPr>
          <p:spPr>
            <a:xfrm>
              <a:off x="0" y="0"/>
              <a:ext cx="1737360" cy="329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E48A2A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Original</a:t>
              </a:r>
              <a:endParaRPr/>
            </a:p>
          </p:txBody>
        </p:sp>
      </p:grpSp>
      <p:cxnSp>
        <p:nvCxnSpPr>
          <p:cNvPr id="697" name="Google Shape;697;p8"/>
          <p:cNvCxnSpPr/>
          <p:nvPr/>
        </p:nvCxnSpPr>
        <p:spPr>
          <a:xfrm rot="99660">
            <a:off x="11529546" y="4311015"/>
            <a:ext cx="1314240" cy="0"/>
          </a:xfrm>
          <a:prstGeom prst="straightConnector1">
            <a:avLst/>
          </a:prstGeom>
          <a:noFill/>
          <a:ln cap="rnd" cmpd="sng" w="19050">
            <a:solidFill>
              <a:srgbClr val="1F8A8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98" name="Google Shape;698;p8"/>
          <p:cNvSpPr/>
          <p:nvPr/>
        </p:nvSpPr>
        <p:spPr>
          <a:xfrm>
            <a:off x="13089255" y="2939415"/>
            <a:ext cx="2967990" cy="2762250"/>
          </a:xfrm>
          <a:custGeom>
            <a:rect b="b" l="l" r="r" t="t"/>
            <a:pathLst>
              <a:path extrusionOk="0" h="3683000" w="3957320">
                <a:moveTo>
                  <a:pt x="0" y="147320"/>
                </a:moveTo>
                <a:cubicBezTo>
                  <a:pt x="0" y="65913"/>
                  <a:pt x="65913" y="0"/>
                  <a:pt x="147320" y="0"/>
                </a:cubicBezTo>
                <a:lnTo>
                  <a:pt x="3810000" y="0"/>
                </a:lnTo>
                <a:cubicBezTo>
                  <a:pt x="3891407" y="0"/>
                  <a:pt x="3957320" y="65913"/>
                  <a:pt x="3957320" y="147320"/>
                </a:cubicBezTo>
                <a:lnTo>
                  <a:pt x="3957320" y="3535680"/>
                </a:lnTo>
                <a:cubicBezTo>
                  <a:pt x="3957320" y="3617087"/>
                  <a:pt x="3891407" y="3683000"/>
                  <a:pt x="3810000" y="3683000"/>
                </a:cubicBezTo>
                <a:lnTo>
                  <a:pt x="147320" y="3683000"/>
                </a:lnTo>
                <a:cubicBezTo>
                  <a:pt x="65913" y="3683000"/>
                  <a:pt x="0" y="3617087"/>
                  <a:pt x="0" y="3535680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D6E0E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99" name="Google Shape;699;p8"/>
          <p:cNvGrpSpPr/>
          <p:nvPr/>
        </p:nvGrpSpPr>
        <p:grpSpPr>
          <a:xfrm>
            <a:off x="13510260" y="3319272"/>
            <a:ext cx="2125980" cy="384048"/>
            <a:chOff x="0" y="0"/>
            <a:chExt cx="2834640" cy="512064"/>
          </a:xfrm>
        </p:grpSpPr>
        <p:sp>
          <p:nvSpPr>
            <p:cNvPr id="700" name="Google Shape;700;p8"/>
            <p:cNvSpPr/>
            <p:nvPr/>
          </p:nvSpPr>
          <p:spPr>
            <a:xfrm>
              <a:off x="0" y="0"/>
              <a:ext cx="2834640" cy="512064"/>
            </a:xfrm>
            <a:custGeom>
              <a:rect b="b" l="l" r="r" t="t"/>
              <a:pathLst>
                <a:path extrusionOk="0" h="512064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512064"/>
                  </a:lnTo>
                  <a:lnTo>
                    <a:pt x="0" y="51206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7861" l="0" r="0" t="-57861"/>
              </a:stretch>
            </a:blipFill>
            <a:ln>
              <a:noFill/>
            </a:ln>
          </p:spPr>
        </p:sp>
        <p:sp>
          <p:nvSpPr>
            <p:cNvPr id="701" name="Google Shape;701;p8"/>
            <p:cNvSpPr txBox="1"/>
            <p:nvPr/>
          </p:nvSpPr>
          <p:spPr>
            <a:xfrm>
              <a:off x="0" y="0"/>
              <a:ext cx="2834640" cy="5120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250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Destination</a:t>
              </a:r>
              <a:endParaRPr/>
            </a:p>
          </p:txBody>
        </p:sp>
      </p:grpSp>
      <p:sp>
        <p:nvSpPr>
          <p:cNvPr id="702" name="Google Shape;702;p8"/>
          <p:cNvSpPr/>
          <p:nvPr/>
        </p:nvSpPr>
        <p:spPr>
          <a:xfrm>
            <a:off x="13500735" y="4105275"/>
            <a:ext cx="2103882" cy="567690"/>
          </a:xfrm>
          <a:custGeom>
            <a:rect b="b" l="l" r="r" t="t"/>
            <a:pathLst>
              <a:path extrusionOk="0" h="756920" w="2805176">
                <a:moveTo>
                  <a:pt x="0" y="151384"/>
                </a:moveTo>
                <a:cubicBezTo>
                  <a:pt x="0" y="67818"/>
                  <a:pt x="67818" y="0"/>
                  <a:pt x="151384" y="0"/>
                </a:cubicBezTo>
                <a:lnTo>
                  <a:pt x="2653792" y="0"/>
                </a:lnTo>
                <a:cubicBezTo>
                  <a:pt x="2737358" y="0"/>
                  <a:pt x="2805176" y="67818"/>
                  <a:pt x="2805176" y="151384"/>
                </a:cubicBezTo>
                <a:lnTo>
                  <a:pt x="2805176" y="605536"/>
                </a:lnTo>
                <a:cubicBezTo>
                  <a:pt x="2805176" y="689102"/>
                  <a:pt x="2737358" y="756920"/>
                  <a:pt x="2653792" y="756920"/>
                </a:cubicBezTo>
                <a:lnTo>
                  <a:pt x="151384" y="756920"/>
                </a:lnTo>
                <a:cubicBezTo>
                  <a:pt x="67818" y="756920"/>
                  <a:pt x="0" y="689102"/>
                  <a:pt x="0" y="605536"/>
                </a:cubicBezTo>
                <a:close/>
              </a:path>
            </a:pathLst>
          </a:custGeom>
          <a:solidFill>
            <a:srgbClr val="E7F5EF"/>
          </a:solidFill>
          <a:ln cap="sq" cmpd="sng" w="19050">
            <a:solidFill>
              <a:srgbClr val="2E8B7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03" name="Google Shape;703;p8"/>
          <p:cNvGrpSpPr/>
          <p:nvPr/>
        </p:nvGrpSpPr>
        <p:grpSpPr>
          <a:xfrm>
            <a:off x="13510260" y="4244816"/>
            <a:ext cx="2084832" cy="254032"/>
            <a:chOff x="0" y="-9525"/>
            <a:chExt cx="2779776" cy="338709"/>
          </a:xfrm>
        </p:grpSpPr>
        <p:sp>
          <p:nvSpPr>
            <p:cNvPr id="704" name="Google Shape;704;p8"/>
            <p:cNvSpPr/>
            <p:nvPr/>
          </p:nvSpPr>
          <p:spPr>
            <a:xfrm>
              <a:off x="0" y="0"/>
              <a:ext cx="2779776" cy="329184"/>
            </a:xfrm>
            <a:custGeom>
              <a:rect b="b" l="l" r="r" t="t"/>
              <a:pathLst>
                <a:path extrusionOk="0" h="329184" w="2779776">
                  <a:moveTo>
                    <a:pt x="0" y="0"/>
                  </a:moveTo>
                  <a:lnTo>
                    <a:pt x="2779776" y="0"/>
                  </a:lnTo>
                  <a:lnTo>
                    <a:pt x="2779776" y="329184"/>
                  </a:lnTo>
                  <a:lnTo>
                    <a:pt x="0" y="32918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14539" l="0" r="0" t="-114539"/>
              </a:stretch>
            </a:blipFill>
            <a:ln>
              <a:noFill/>
            </a:ln>
          </p:spPr>
        </p:sp>
        <p:sp>
          <p:nvSpPr>
            <p:cNvPr id="705" name="Google Shape;705;p8"/>
            <p:cNvSpPr txBox="1"/>
            <p:nvPr/>
          </p:nvSpPr>
          <p:spPr>
            <a:xfrm>
              <a:off x="0" y="-9525"/>
              <a:ext cx="2779776" cy="3387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2E8B72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Decapsulate</a:t>
              </a:r>
              <a:endParaRPr/>
            </a:p>
          </p:txBody>
        </p:sp>
      </p:grpSp>
      <p:sp>
        <p:nvSpPr>
          <p:cNvPr id="706" name="Google Shape;706;p8"/>
          <p:cNvSpPr/>
          <p:nvPr/>
        </p:nvSpPr>
        <p:spPr>
          <a:xfrm>
            <a:off x="2733675" y="6642735"/>
            <a:ext cx="12294871" cy="1390650"/>
          </a:xfrm>
          <a:custGeom>
            <a:rect b="b" l="l" r="r" t="t"/>
            <a:pathLst>
              <a:path extrusionOk="0" h="1854200" w="16393161">
                <a:moveTo>
                  <a:pt x="0" y="148336"/>
                </a:moveTo>
                <a:cubicBezTo>
                  <a:pt x="0" y="66421"/>
                  <a:pt x="66421" y="0"/>
                  <a:pt x="148336" y="0"/>
                </a:cubicBezTo>
                <a:lnTo>
                  <a:pt x="16244824" y="0"/>
                </a:lnTo>
                <a:cubicBezTo>
                  <a:pt x="16326738" y="0"/>
                  <a:pt x="16393161" y="66421"/>
                  <a:pt x="16393161" y="148336"/>
                </a:cubicBezTo>
                <a:lnTo>
                  <a:pt x="16393161" y="1705864"/>
                </a:lnTo>
                <a:cubicBezTo>
                  <a:pt x="16393161" y="1787779"/>
                  <a:pt x="16326738" y="1854200"/>
                  <a:pt x="16244824" y="1854200"/>
                </a:cubicBezTo>
                <a:lnTo>
                  <a:pt x="148336" y="1854200"/>
                </a:lnTo>
                <a:cubicBezTo>
                  <a:pt x="66421" y="1854200"/>
                  <a:pt x="0" y="1787779"/>
                  <a:pt x="0" y="1705864"/>
                </a:cubicBezTo>
                <a:close/>
              </a:path>
            </a:pathLst>
          </a:custGeom>
          <a:solidFill>
            <a:srgbClr val="0D2B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07" name="Google Shape;707;p8"/>
          <p:cNvGrpSpPr/>
          <p:nvPr/>
        </p:nvGrpSpPr>
        <p:grpSpPr>
          <a:xfrm>
            <a:off x="3154680" y="6967728"/>
            <a:ext cx="11452860" cy="576072"/>
            <a:chOff x="0" y="0"/>
            <a:chExt cx="15270480" cy="768096"/>
          </a:xfrm>
        </p:grpSpPr>
        <p:sp>
          <p:nvSpPr>
            <p:cNvPr id="708" name="Google Shape;708;p8"/>
            <p:cNvSpPr/>
            <p:nvPr/>
          </p:nvSpPr>
          <p:spPr>
            <a:xfrm>
              <a:off x="0" y="0"/>
              <a:ext cx="15270480" cy="768096"/>
            </a:xfrm>
            <a:custGeom>
              <a:rect b="b" l="l" r="r" t="t"/>
              <a:pathLst>
                <a:path extrusionOk="0" h="768096" w="15270480">
                  <a:moveTo>
                    <a:pt x="0" y="0"/>
                  </a:moveTo>
                  <a:lnTo>
                    <a:pt x="15270480" y="0"/>
                  </a:lnTo>
                  <a:lnTo>
                    <a:pt x="15270480" y="768096"/>
                  </a:lnTo>
                  <a:lnTo>
                    <a:pt x="0" y="76809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37357" l="0" r="0" t="-337357"/>
              </a:stretch>
            </a:blipFill>
            <a:ln>
              <a:noFill/>
            </a:ln>
          </p:spPr>
        </p:sp>
        <p:sp>
          <p:nvSpPr>
            <p:cNvPr id="709" name="Google Shape;709;p8"/>
            <p:cNvSpPr txBox="1"/>
            <p:nvPr/>
          </p:nvSpPr>
          <p:spPr>
            <a:xfrm>
              <a:off x="0" y="0"/>
              <a:ext cx="15270480" cy="7680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FFFFFF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VXLAN = Data Plane ที่สร้าง Overlay และช่วยรองรับ Segmentation / Mobility</a:t>
              </a:r>
              <a:endParaRPr/>
            </a:p>
          </p:txBody>
        </p:sp>
      </p:grpSp>
      <p:grpSp>
        <p:nvGrpSpPr>
          <p:cNvPr id="710" name="Google Shape;710;p8"/>
          <p:cNvGrpSpPr/>
          <p:nvPr/>
        </p:nvGrpSpPr>
        <p:grpSpPr>
          <a:xfrm>
            <a:off x="12550140" y="9484328"/>
            <a:ext cx="4389120" cy="254032"/>
            <a:chOff x="0" y="-9525"/>
            <a:chExt cx="5852160" cy="338709"/>
          </a:xfrm>
        </p:grpSpPr>
        <p:sp>
          <p:nvSpPr>
            <p:cNvPr id="711" name="Google Shape;711;p8"/>
            <p:cNvSpPr/>
            <p:nvPr/>
          </p:nvSpPr>
          <p:spPr>
            <a:xfrm>
              <a:off x="0" y="0"/>
              <a:ext cx="5852160" cy="329184"/>
            </a:xfrm>
            <a:custGeom>
              <a:rect b="b" l="l" r="r" t="t"/>
              <a:pathLst>
                <a:path extrusionOk="0" h="329184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329184"/>
                  </a:lnTo>
                  <a:lnTo>
                    <a:pt x="0" y="32918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96404" l="0" r="0" t="-296404"/>
              </a:stretch>
            </a:blipFill>
            <a:ln>
              <a:noFill/>
            </a:ln>
          </p:spPr>
        </p:sp>
        <p:sp>
          <p:nvSpPr>
            <p:cNvPr id="712" name="Google Shape;712;p8"/>
            <p:cNvSpPr txBox="1"/>
            <p:nvPr/>
          </p:nvSpPr>
          <p:spPr>
            <a:xfrm>
              <a:off x="0" y="-9525"/>
              <a:ext cx="5852160" cy="3387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5" u="none" cap="none" strike="noStrike">
                  <a:solidFill>
                    <a:srgbClr val="8795A4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Source: Cisco CCNP Enterprise • Chapter 23</a:t>
              </a:r>
              <a:endParaRPr/>
            </a:p>
          </p:txBody>
        </p:sp>
      </p:grpSp>
      <p:sp>
        <p:nvSpPr>
          <p:cNvPr id="713" name="Google Shape;713;p8"/>
          <p:cNvSpPr txBox="1"/>
          <p:nvPr/>
        </p:nvSpPr>
        <p:spPr>
          <a:xfrm>
            <a:off x="16527780" y="9806940"/>
            <a:ext cx="10287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B7785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8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9FC"/>
        </a:solidFill>
      </p:bgPr>
    </p:bg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22" name="Google Shape;722;p9"/>
          <p:cNvCxnSpPr/>
          <p:nvPr/>
        </p:nvCxnSpPr>
        <p:spPr>
          <a:xfrm rot="3840">
            <a:off x="607685" y="9802178"/>
            <a:ext cx="17026900" cy="0"/>
          </a:xfrm>
          <a:prstGeom prst="straightConnector1">
            <a:avLst/>
          </a:prstGeom>
          <a:noFill/>
          <a:ln cap="rnd" cmpd="sng" w="9525">
            <a:solidFill>
              <a:srgbClr val="D6E0EA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723" name="Google Shape;723;p9"/>
          <p:cNvGrpSpPr/>
          <p:nvPr/>
        </p:nvGrpSpPr>
        <p:grpSpPr>
          <a:xfrm>
            <a:off x="754380" y="9868376"/>
            <a:ext cx="11658600" cy="254032"/>
            <a:chOff x="0" y="-9525"/>
            <a:chExt cx="15544800" cy="338709"/>
          </a:xfrm>
        </p:grpSpPr>
        <p:sp>
          <p:nvSpPr>
            <p:cNvPr id="724" name="Google Shape;724;p9"/>
            <p:cNvSpPr/>
            <p:nvPr/>
          </p:nvSpPr>
          <p:spPr>
            <a:xfrm>
              <a:off x="0" y="0"/>
              <a:ext cx="15544800" cy="329184"/>
            </a:xfrm>
            <a:custGeom>
              <a:rect b="b" l="l" r="r" t="t"/>
              <a:pathLst>
                <a:path extrusionOk="0" h="329184" w="15544800">
                  <a:moveTo>
                    <a:pt x="0" y="0"/>
                  </a:moveTo>
                  <a:lnTo>
                    <a:pt x="15544800" y="0"/>
                  </a:lnTo>
                  <a:lnTo>
                    <a:pt x="15544800" y="329184"/>
                  </a:lnTo>
                  <a:lnTo>
                    <a:pt x="0" y="32918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870132" l="0" r="0" t="-870132"/>
              </a:stretch>
            </a:blipFill>
            <a:ln>
              <a:noFill/>
            </a:ln>
          </p:spPr>
        </p:sp>
        <p:sp>
          <p:nvSpPr>
            <p:cNvPr id="725" name="Google Shape;725;p9"/>
            <p:cNvSpPr txBox="1"/>
            <p:nvPr/>
          </p:nvSpPr>
          <p:spPr>
            <a:xfrm>
              <a:off x="0" y="-9525"/>
              <a:ext cx="15544800" cy="3387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5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FABRIC TECHNOLOGIES  •  CCNP ENTERPRISE / CHAPTER 23</a:t>
              </a:r>
              <a:endParaRPr/>
            </a:p>
          </p:txBody>
        </p:sp>
      </p:grpSp>
      <p:grpSp>
        <p:nvGrpSpPr>
          <p:cNvPr id="726" name="Google Shape;726;p9"/>
          <p:cNvGrpSpPr/>
          <p:nvPr/>
        </p:nvGrpSpPr>
        <p:grpSpPr>
          <a:xfrm>
            <a:off x="822960" y="480060"/>
            <a:ext cx="6172200" cy="301752"/>
            <a:chOff x="0" y="0"/>
            <a:chExt cx="8229600" cy="402336"/>
          </a:xfrm>
        </p:grpSpPr>
        <p:sp>
          <p:nvSpPr>
            <p:cNvPr id="727" name="Google Shape;727;p9"/>
            <p:cNvSpPr/>
            <p:nvPr/>
          </p:nvSpPr>
          <p:spPr>
            <a:xfrm>
              <a:off x="0" y="0"/>
              <a:ext cx="8229600" cy="402336"/>
            </a:xfrm>
            <a:custGeom>
              <a:rect b="b" l="l" r="r" t="t"/>
              <a:pathLst>
                <a:path extrusionOk="0" h="402336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402336"/>
                  </a:lnTo>
                  <a:lnTo>
                    <a:pt x="0" y="40233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48534" l="0" r="0" t="-348534"/>
              </a:stretch>
            </a:blipFill>
            <a:ln>
              <a:noFill/>
            </a:ln>
          </p:spPr>
        </p:sp>
        <p:sp>
          <p:nvSpPr>
            <p:cNvPr id="728" name="Google Shape;728;p9"/>
            <p:cNvSpPr txBox="1"/>
            <p:nvPr/>
          </p:nvSpPr>
          <p:spPr>
            <a:xfrm>
              <a:off x="0" y="0"/>
              <a:ext cx="8229600" cy="4023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75" u="none" cap="none" strike="noStrike">
                  <a:solidFill>
                    <a:srgbClr val="1FA7C8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08 / POLICY PLANE</a:t>
              </a:r>
              <a:endParaRPr/>
            </a:p>
          </p:txBody>
        </p:sp>
      </p:grpSp>
      <p:grpSp>
        <p:nvGrpSpPr>
          <p:cNvPr id="729" name="Google Shape;729;p9"/>
          <p:cNvGrpSpPr/>
          <p:nvPr/>
        </p:nvGrpSpPr>
        <p:grpSpPr>
          <a:xfrm>
            <a:off x="822960" y="884396"/>
            <a:ext cx="16322040" cy="761524"/>
            <a:chOff x="0" y="-9525"/>
            <a:chExt cx="21762720" cy="1015365"/>
          </a:xfrm>
        </p:grpSpPr>
        <p:sp>
          <p:nvSpPr>
            <p:cNvPr id="730" name="Google Shape;730;p9"/>
            <p:cNvSpPr/>
            <p:nvPr/>
          </p:nvSpPr>
          <p:spPr>
            <a:xfrm>
              <a:off x="0" y="0"/>
              <a:ext cx="21762720" cy="1005840"/>
            </a:xfrm>
            <a:custGeom>
              <a:rect b="b" l="l" r="r" t="t"/>
              <a:pathLst>
                <a:path extrusionOk="0" h="100584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005840"/>
                  </a:lnTo>
                  <a:lnTo>
                    <a:pt x="0" y="10058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71585" l="0" r="0" t="-371585"/>
              </a:stretch>
            </a:blipFill>
            <a:ln>
              <a:noFill/>
            </a:ln>
          </p:spPr>
        </p:sp>
        <p:sp>
          <p:nvSpPr>
            <p:cNvPr id="731" name="Google Shape;731;p9"/>
            <p:cNvSpPr txBox="1"/>
            <p:nvPr/>
          </p:nvSpPr>
          <p:spPr>
            <a:xfrm>
              <a:off x="0" y="-9525"/>
              <a:ext cx="21762720" cy="10153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200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Cisco TrustSec</a:t>
              </a:r>
              <a:endParaRPr/>
            </a:p>
          </p:txBody>
        </p:sp>
      </p:grpSp>
      <p:grpSp>
        <p:nvGrpSpPr>
          <p:cNvPr id="732" name="Google Shape;732;p9"/>
          <p:cNvGrpSpPr/>
          <p:nvPr/>
        </p:nvGrpSpPr>
        <p:grpSpPr>
          <a:xfrm>
            <a:off x="822960" y="1728216"/>
            <a:ext cx="16459200" cy="521208"/>
            <a:chOff x="0" y="0"/>
            <a:chExt cx="21945600" cy="694944"/>
          </a:xfrm>
        </p:grpSpPr>
        <p:sp>
          <p:nvSpPr>
            <p:cNvPr id="733" name="Google Shape;733;p9"/>
            <p:cNvSpPr/>
            <p:nvPr/>
          </p:nvSpPr>
          <p:spPr>
            <a:xfrm>
              <a:off x="0" y="0"/>
              <a:ext cx="21945600" cy="694944"/>
            </a:xfrm>
            <a:custGeom>
              <a:rect b="b" l="l" r="r" t="t"/>
              <a:pathLst>
                <a:path extrusionOk="0" h="69494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94944"/>
                  </a:lnTo>
                  <a:lnTo>
                    <a:pt x="0" y="69494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65309" l="0" r="0" t="-565309"/>
              </a:stretch>
            </a:blipFill>
            <a:ln>
              <a:noFill/>
            </a:ln>
          </p:spPr>
        </p:sp>
        <p:sp>
          <p:nvSpPr>
            <p:cNvPr id="734" name="Google Shape;734;p9"/>
            <p:cNvSpPr txBox="1"/>
            <p:nvPr/>
          </p:nvSpPr>
          <p:spPr>
            <a:xfrm>
              <a:off x="0" y="0"/>
              <a:ext cx="21945600" cy="6949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75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กำหนด Policy ตาม “กลุ่ม / Identity” ด้วย SGT</a:t>
              </a:r>
              <a:endParaRPr/>
            </a:p>
          </p:txBody>
        </p:sp>
      </p:grpSp>
      <p:sp>
        <p:nvSpPr>
          <p:cNvPr id="735" name="Google Shape;735;p9"/>
          <p:cNvSpPr/>
          <p:nvPr/>
        </p:nvSpPr>
        <p:spPr>
          <a:xfrm>
            <a:off x="1087755" y="2733675"/>
            <a:ext cx="2350770" cy="1006602"/>
          </a:xfrm>
          <a:custGeom>
            <a:rect b="b" l="l" r="r" t="t"/>
            <a:pathLst>
              <a:path extrusionOk="0" h="1342136" w="3134360">
                <a:moveTo>
                  <a:pt x="0" y="149098"/>
                </a:moveTo>
                <a:cubicBezTo>
                  <a:pt x="0" y="66802"/>
                  <a:pt x="66802" y="0"/>
                  <a:pt x="149098" y="0"/>
                </a:cubicBezTo>
                <a:lnTo>
                  <a:pt x="2985262" y="0"/>
                </a:lnTo>
                <a:cubicBezTo>
                  <a:pt x="3067558" y="0"/>
                  <a:pt x="3134360" y="66802"/>
                  <a:pt x="3134360" y="149098"/>
                </a:cubicBezTo>
                <a:lnTo>
                  <a:pt x="3134360" y="1193038"/>
                </a:lnTo>
                <a:cubicBezTo>
                  <a:pt x="3134360" y="1275334"/>
                  <a:pt x="3067558" y="1342136"/>
                  <a:pt x="2985262" y="1342136"/>
                </a:cubicBezTo>
                <a:lnTo>
                  <a:pt x="149098" y="1342136"/>
                </a:lnTo>
                <a:cubicBezTo>
                  <a:pt x="66802" y="1342136"/>
                  <a:pt x="0" y="1275334"/>
                  <a:pt x="0" y="1193038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D6E0E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36" name="Google Shape;736;p9"/>
          <p:cNvGrpSpPr/>
          <p:nvPr/>
        </p:nvGrpSpPr>
        <p:grpSpPr>
          <a:xfrm>
            <a:off x="1097280" y="2914364"/>
            <a:ext cx="2331720" cy="322612"/>
            <a:chOff x="0" y="-9525"/>
            <a:chExt cx="3108960" cy="430149"/>
          </a:xfrm>
        </p:grpSpPr>
        <p:sp>
          <p:nvSpPr>
            <p:cNvPr id="737" name="Google Shape;737;p9"/>
            <p:cNvSpPr/>
            <p:nvPr/>
          </p:nvSpPr>
          <p:spPr>
            <a:xfrm>
              <a:off x="0" y="0"/>
              <a:ext cx="3108960" cy="420624"/>
            </a:xfrm>
            <a:custGeom>
              <a:rect b="b" l="l" r="r" t="t"/>
              <a:pathLst>
                <a:path extrusionOk="0" h="420624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420624"/>
                  </a:lnTo>
                  <a:lnTo>
                    <a:pt x="0" y="42062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94017" l="0" r="0" t="-94017"/>
              </a:stretch>
            </a:blipFill>
            <a:ln>
              <a:noFill/>
            </a:ln>
          </p:spPr>
        </p:sp>
        <p:sp>
          <p:nvSpPr>
            <p:cNvPr id="738" name="Google Shape;738;p9"/>
            <p:cNvSpPr txBox="1"/>
            <p:nvPr/>
          </p:nvSpPr>
          <p:spPr>
            <a:xfrm>
              <a:off x="0" y="-9525"/>
              <a:ext cx="3108960" cy="4301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950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Student</a:t>
              </a:r>
              <a:endParaRPr/>
            </a:p>
          </p:txBody>
        </p:sp>
      </p:grpSp>
      <p:sp>
        <p:nvSpPr>
          <p:cNvPr id="739" name="Google Shape;739;p9"/>
          <p:cNvSpPr/>
          <p:nvPr/>
        </p:nvSpPr>
        <p:spPr>
          <a:xfrm>
            <a:off x="1746123" y="3419475"/>
            <a:ext cx="1047750" cy="540258"/>
          </a:xfrm>
          <a:custGeom>
            <a:rect b="b" l="l" r="r" t="t"/>
            <a:pathLst>
              <a:path extrusionOk="0" h="720344" w="1397000">
                <a:moveTo>
                  <a:pt x="0" y="151638"/>
                </a:moveTo>
                <a:cubicBezTo>
                  <a:pt x="0" y="67945"/>
                  <a:pt x="67945" y="0"/>
                  <a:pt x="151638" y="0"/>
                </a:cubicBezTo>
                <a:lnTo>
                  <a:pt x="1245362" y="0"/>
                </a:lnTo>
                <a:cubicBezTo>
                  <a:pt x="1329055" y="0"/>
                  <a:pt x="1397000" y="67945"/>
                  <a:pt x="1397000" y="151638"/>
                </a:cubicBezTo>
                <a:lnTo>
                  <a:pt x="1397000" y="568706"/>
                </a:lnTo>
                <a:cubicBezTo>
                  <a:pt x="1397000" y="652399"/>
                  <a:pt x="1329055" y="720344"/>
                  <a:pt x="1245362" y="720344"/>
                </a:cubicBezTo>
                <a:lnTo>
                  <a:pt x="151638" y="720344"/>
                </a:lnTo>
                <a:cubicBezTo>
                  <a:pt x="67945" y="720344"/>
                  <a:pt x="0" y="652399"/>
                  <a:pt x="0" y="568706"/>
                </a:cubicBezTo>
                <a:close/>
              </a:path>
            </a:pathLst>
          </a:custGeom>
          <a:solidFill>
            <a:srgbClr val="DCEC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40" name="Google Shape;740;p9"/>
          <p:cNvGrpSpPr/>
          <p:nvPr/>
        </p:nvGrpSpPr>
        <p:grpSpPr>
          <a:xfrm>
            <a:off x="1755648" y="3442716"/>
            <a:ext cx="1028700" cy="466344"/>
            <a:chOff x="0" y="0"/>
            <a:chExt cx="1371600" cy="621792"/>
          </a:xfrm>
        </p:grpSpPr>
        <p:sp>
          <p:nvSpPr>
            <p:cNvPr id="741" name="Google Shape;741;p9"/>
            <p:cNvSpPr/>
            <p:nvPr/>
          </p:nvSpPr>
          <p:spPr>
            <a:xfrm>
              <a:off x="0" y="0"/>
              <a:ext cx="1371600" cy="621792"/>
            </a:xfrm>
            <a:custGeom>
              <a:rect b="b" l="l" r="r" t="t"/>
              <a:pathLst>
                <a:path extrusionOk="0" h="621792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621792"/>
                  </a:lnTo>
                  <a:lnTo>
                    <a:pt x="0" y="6217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8164" r="-8164" t="0"/>
              </a:stretch>
            </a:blipFill>
            <a:ln>
              <a:noFill/>
            </a:ln>
          </p:spPr>
        </p:sp>
        <p:sp>
          <p:nvSpPr>
            <p:cNvPr id="742" name="Google Shape;742;p9"/>
            <p:cNvSpPr txBox="1"/>
            <p:nvPr/>
          </p:nvSpPr>
          <p:spPr>
            <a:xfrm>
              <a:off x="0" y="0"/>
              <a:ext cx="1371600" cy="6217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25" u="none" cap="none" strike="noStrike">
                  <a:solidFill>
                    <a:srgbClr val="1D6FA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SGT</a:t>
              </a:r>
              <a:endParaRPr/>
            </a:p>
          </p:txBody>
        </p:sp>
      </p:grpSp>
      <p:sp>
        <p:nvSpPr>
          <p:cNvPr id="743" name="Google Shape;743;p9"/>
          <p:cNvSpPr/>
          <p:nvPr/>
        </p:nvSpPr>
        <p:spPr>
          <a:xfrm>
            <a:off x="3968115" y="2733675"/>
            <a:ext cx="2350770" cy="1006602"/>
          </a:xfrm>
          <a:custGeom>
            <a:rect b="b" l="l" r="r" t="t"/>
            <a:pathLst>
              <a:path extrusionOk="0" h="1342136" w="3134360">
                <a:moveTo>
                  <a:pt x="0" y="149098"/>
                </a:moveTo>
                <a:cubicBezTo>
                  <a:pt x="0" y="66802"/>
                  <a:pt x="66802" y="0"/>
                  <a:pt x="149098" y="0"/>
                </a:cubicBezTo>
                <a:lnTo>
                  <a:pt x="2985262" y="0"/>
                </a:lnTo>
                <a:cubicBezTo>
                  <a:pt x="3067558" y="0"/>
                  <a:pt x="3134360" y="66802"/>
                  <a:pt x="3134360" y="149098"/>
                </a:cubicBezTo>
                <a:lnTo>
                  <a:pt x="3134360" y="1193038"/>
                </a:lnTo>
                <a:cubicBezTo>
                  <a:pt x="3134360" y="1275334"/>
                  <a:pt x="3067558" y="1342136"/>
                  <a:pt x="2985262" y="1342136"/>
                </a:cubicBezTo>
                <a:lnTo>
                  <a:pt x="149098" y="1342136"/>
                </a:lnTo>
                <a:cubicBezTo>
                  <a:pt x="66802" y="1342136"/>
                  <a:pt x="0" y="1275334"/>
                  <a:pt x="0" y="1193038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D6E0E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44" name="Google Shape;744;p9"/>
          <p:cNvGrpSpPr/>
          <p:nvPr/>
        </p:nvGrpSpPr>
        <p:grpSpPr>
          <a:xfrm>
            <a:off x="3977640" y="2914364"/>
            <a:ext cx="2331720" cy="322612"/>
            <a:chOff x="0" y="-9525"/>
            <a:chExt cx="3108960" cy="430149"/>
          </a:xfrm>
        </p:grpSpPr>
        <p:sp>
          <p:nvSpPr>
            <p:cNvPr id="745" name="Google Shape;745;p9"/>
            <p:cNvSpPr/>
            <p:nvPr/>
          </p:nvSpPr>
          <p:spPr>
            <a:xfrm>
              <a:off x="0" y="0"/>
              <a:ext cx="3108960" cy="420624"/>
            </a:xfrm>
            <a:custGeom>
              <a:rect b="b" l="l" r="r" t="t"/>
              <a:pathLst>
                <a:path extrusionOk="0" h="420624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420624"/>
                  </a:lnTo>
                  <a:lnTo>
                    <a:pt x="0" y="42062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94017" l="0" r="0" t="-94017"/>
              </a:stretch>
            </a:blipFill>
            <a:ln>
              <a:noFill/>
            </a:ln>
          </p:spPr>
        </p:sp>
        <p:sp>
          <p:nvSpPr>
            <p:cNvPr id="746" name="Google Shape;746;p9"/>
            <p:cNvSpPr txBox="1"/>
            <p:nvPr/>
          </p:nvSpPr>
          <p:spPr>
            <a:xfrm>
              <a:off x="0" y="-9525"/>
              <a:ext cx="3108960" cy="4301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950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Staff</a:t>
              </a:r>
              <a:endParaRPr/>
            </a:p>
          </p:txBody>
        </p:sp>
      </p:grpSp>
      <p:sp>
        <p:nvSpPr>
          <p:cNvPr id="747" name="Google Shape;747;p9"/>
          <p:cNvSpPr/>
          <p:nvPr/>
        </p:nvSpPr>
        <p:spPr>
          <a:xfrm>
            <a:off x="4626483" y="3419475"/>
            <a:ext cx="1047750" cy="540258"/>
          </a:xfrm>
          <a:custGeom>
            <a:rect b="b" l="l" r="r" t="t"/>
            <a:pathLst>
              <a:path extrusionOk="0" h="720344" w="1397000">
                <a:moveTo>
                  <a:pt x="0" y="151638"/>
                </a:moveTo>
                <a:cubicBezTo>
                  <a:pt x="0" y="67945"/>
                  <a:pt x="67945" y="0"/>
                  <a:pt x="151638" y="0"/>
                </a:cubicBezTo>
                <a:lnTo>
                  <a:pt x="1245362" y="0"/>
                </a:lnTo>
                <a:cubicBezTo>
                  <a:pt x="1329055" y="0"/>
                  <a:pt x="1397000" y="67945"/>
                  <a:pt x="1397000" y="151638"/>
                </a:cubicBezTo>
                <a:lnTo>
                  <a:pt x="1397000" y="568706"/>
                </a:lnTo>
                <a:cubicBezTo>
                  <a:pt x="1397000" y="652399"/>
                  <a:pt x="1329055" y="720344"/>
                  <a:pt x="1245362" y="720344"/>
                </a:cubicBezTo>
                <a:lnTo>
                  <a:pt x="151638" y="720344"/>
                </a:lnTo>
                <a:cubicBezTo>
                  <a:pt x="67945" y="720344"/>
                  <a:pt x="0" y="652399"/>
                  <a:pt x="0" y="568706"/>
                </a:cubicBezTo>
                <a:close/>
              </a:path>
            </a:pathLst>
          </a:custGeom>
          <a:solidFill>
            <a:srgbClr val="E7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48" name="Google Shape;748;p9"/>
          <p:cNvGrpSpPr/>
          <p:nvPr/>
        </p:nvGrpSpPr>
        <p:grpSpPr>
          <a:xfrm>
            <a:off x="4636008" y="3442716"/>
            <a:ext cx="1028700" cy="466344"/>
            <a:chOff x="0" y="0"/>
            <a:chExt cx="1371600" cy="621792"/>
          </a:xfrm>
        </p:grpSpPr>
        <p:sp>
          <p:nvSpPr>
            <p:cNvPr id="749" name="Google Shape;749;p9"/>
            <p:cNvSpPr/>
            <p:nvPr/>
          </p:nvSpPr>
          <p:spPr>
            <a:xfrm>
              <a:off x="0" y="0"/>
              <a:ext cx="1371600" cy="621792"/>
            </a:xfrm>
            <a:custGeom>
              <a:rect b="b" l="l" r="r" t="t"/>
              <a:pathLst>
                <a:path extrusionOk="0" h="621792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621792"/>
                  </a:lnTo>
                  <a:lnTo>
                    <a:pt x="0" y="6217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8164" r="-8164" t="0"/>
              </a:stretch>
            </a:blipFill>
            <a:ln>
              <a:noFill/>
            </a:ln>
          </p:spPr>
        </p:sp>
        <p:sp>
          <p:nvSpPr>
            <p:cNvPr id="750" name="Google Shape;750;p9"/>
            <p:cNvSpPr txBox="1"/>
            <p:nvPr/>
          </p:nvSpPr>
          <p:spPr>
            <a:xfrm>
              <a:off x="0" y="0"/>
              <a:ext cx="1371600" cy="6217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25" u="none" cap="none" strike="noStrike">
                  <a:solidFill>
                    <a:srgbClr val="2E8B72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SGT</a:t>
              </a:r>
              <a:endParaRPr/>
            </a:p>
          </p:txBody>
        </p:sp>
      </p:grpSp>
      <p:sp>
        <p:nvSpPr>
          <p:cNvPr id="751" name="Google Shape;751;p9"/>
          <p:cNvSpPr/>
          <p:nvPr/>
        </p:nvSpPr>
        <p:spPr>
          <a:xfrm>
            <a:off x="6848475" y="2733675"/>
            <a:ext cx="2350770" cy="1006602"/>
          </a:xfrm>
          <a:custGeom>
            <a:rect b="b" l="l" r="r" t="t"/>
            <a:pathLst>
              <a:path extrusionOk="0" h="1342136" w="3134360">
                <a:moveTo>
                  <a:pt x="0" y="149098"/>
                </a:moveTo>
                <a:cubicBezTo>
                  <a:pt x="0" y="66802"/>
                  <a:pt x="66802" y="0"/>
                  <a:pt x="149098" y="0"/>
                </a:cubicBezTo>
                <a:lnTo>
                  <a:pt x="2985262" y="0"/>
                </a:lnTo>
                <a:cubicBezTo>
                  <a:pt x="3067558" y="0"/>
                  <a:pt x="3134360" y="66802"/>
                  <a:pt x="3134360" y="149098"/>
                </a:cubicBezTo>
                <a:lnTo>
                  <a:pt x="3134360" y="1193038"/>
                </a:lnTo>
                <a:cubicBezTo>
                  <a:pt x="3134360" y="1275334"/>
                  <a:pt x="3067558" y="1342136"/>
                  <a:pt x="2985262" y="1342136"/>
                </a:cubicBezTo>
                <a:lnTo>
                  <a:pt x="149098" y="1342136"/>
                </a:lnTo>
                <a:cubicBezTo>
                  <a:pt x="66802" y="1342136"/>
                  <a:pt x="0" y="1275334"/>
                  <a:pt x="0" y="1193038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D6E0E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52" name="Google Shape;752;p9"/>
          <p:cNvGrpSpPr/>
          <p:nvPr/>
        </p:nvGrpSpPr>
        <p:grpSpPr>
          <a:xfrm>
            <a:off x="6858000" y="2914364"/>
            <a:ext cx="2331720" cy="322612"/>
            <a:chOff x="0" y="-9525"/>
            <a:chExt cx="3108960" cy="430149"/>
          </a:xfrm>
        </p:grpSpPr>
        <p:sp>
          <p:nvSpPr>
            <p:cNvPr id="753" name="Google Shape;753;p9"/>
            <p:cNvSpPr/>
            <p:nvPr/>
          </p:nvSpPr>
          <p:spPr>
            <a:xfrm>
              <a:off x="0" y="0"/>
              <a:ext cx="3108960" cy="420624"/>
            </a:xfrm>
            <a:custGeom>
              <a:rect b="b" l="l" r="r" t="t"/>
              <a:pathLst>
                <a:path extrusionOk="0" h="420624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420624"/>
                  </a:lnTo>
                  <a:lnTo>
                    <a:pt x="0" y="42062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94017" l="0" r="0" t="-94017"/>
              </a:stretch>
            </a:blipFill>
            <a:ln>
              <a:noFill/>
            </a:ln>
          </p:spPr>
        </p:sp>
        <p:sp>
          <p:nvSpPr>
            <p:cNvPr id="754" name="Google Shape;754;p9"/>
            <p:cNvSpPr txBox="1"/>
            <p:nvPr/>
          </p:nvSpPr>
          <p:spPr>
            <a:xfrm>
              <a:off x="0" y="-9525"/>
              <a:ext cx="3108960" cy="4301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950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Server</a:t>
              </a:r>
              <a:endParaRPr/>
            </a:p>
          </p:txBody>
        </p:sp>
      </p:grpSp>
      <p:sp>
        <p:nvSpPr>
          <p:cNvPr id="755" name="Google Shape;755;p9"/>
          <p:cNvSpPr/>
          <p:nvPr/>
        </p:nvSpPr>
        <p:spPr>
          <a:xfrm>
            <a:off x="7506843" y="3419475"/>
            <a:ext cx="1047750" cy="540258"/>
          </a:xfrm>
          <a:custGeom>
            <a:rect b="b" l="l" r="r" t="t"/>
            <a:pathLst>
              <a:path extrusionOk="0" h="720344" w="1397000">
                <a:moveTo>
                  <a:pt x="0" y="151638"/>
                </a:moveTo>
                <a:cubicBezTo>
                  <a:pt x="0" y="67945"/>
                  <a:pt x="67945" y="0"/>
                  <a:pt x="151638" y="0"/>
                </a:cubicBezTo>
                <a:lnTo>
                  <a:pt x="1245362" y="0"/>
                </a:lnTo>
                <a:cubicBezTo>
                  <a:pt x="1329055" y="0"/>
                  <a:pt x="1397000" y="67945"/>
                  <a:pt x="1397000" y="151638"/>
                </a:cubicBezTo>
                <a:lnTo>
                  <a:pt x="1397000" y="568706"/>
                </a:lnTo>
                <a:cubicBezTo>
                  <a:pt x="1397000" y="652399"/>
                  <a:pt x="1329055" y="720344"/>
                  <a:pt x="1245362" y="720344"/>
                </a:cubicBezTo>
                <a:lnTo>
                  <a:pt x="151638" y="720344"/>
                </a:lnTo>
                <a:cubicBezTo>
                  <a:pt x="67945" y="720344"/>
                  <a:pt x="0" y="652399"/>
                  <a:pt x="0" y="568706"/>
                </a:cubicBezTo>
                <a:close/>
              </a:path>
            </a:pathLst>
          </a:custGeom>
          <a:solidFill>
            <a:srgbClr val="FFF1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56" name="Google Shape;756;p9"/>
          <p:cNvGrpSpPr/>
          <p:nvPr/>
        </p:nvGrpSpPr>
        <p:grpSpPr>
          <a:xfrm>
            <a:off x="7516368" y="3442716"/>
            <a:ext cx="1028700" cy="466344"/>
            <a:chOff x="0" y="0"/>
            <a:chExt cx="1371600" cy="621792"/>
          </a:xfrm>
        </p:grpSpPr>
        <p:sp>
          <p:nvSpPr>
            <p:cNvPr id="757" name="Google Shape;757;p9"/>
            <p:cNvSpPr/>
            <p:nvPr/>
          </p:nvSpPr>
          <p:spPr>
            <a:xfrm>
              <a:off x="0" y="0"/>
              <a:ext cx="1371600" cy="621792"/>
            </a:xfrm>
            <a:custGeom>
              <a:rect b="b" l="l" r="r" t="t"/>
              <a:pathLst>
                <a:path extrusionOk="0" h="621792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621792"/>
                  </a:lnTo>
                  <a:lnTo>
                    <a:pt x="0" y="6217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8164" r="-8164" t="0"/>
              </a:stretch>
            </a:blipFill>
            <a:ln>
              <a:noFill/>
            </a:ln>
          </p:spPr>
        </p:sp>
        <p:sp>
          <p:nvSpPr>
            <p:cNvPr id="758" name="Google Shape;758;p9"/>
            <p:cNvSpPr txBox="1"/>
            <p:nvPr/>
          </p:nvSpPr>
          <p:spPr>
            <a:xfrm>
              <a:off x="0" y="0"/>
              <a:ext cx="1371600" cy="6217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25" u="none" cap="none" strike="noStrike">
                  <a:solidFill>
                    <a:srgbClr val="E48A2A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SGT</a:t>
              </a:r>
              <a:endParaRPr/>
            </a:p>
          </p:txBody>
        </p:sp>
      </p:grpSp>
      <p:sp>
        <p:nvSpPr>
          <p:cNvPr id="759" name="Google Shape;759;p9"/>
          <p:cNvSpPr/>
          <p:nvPr/>
        </p:nvSpPr>
        <p:spPr>
          <a:xfrm>
            <a:off x="9728835" y="2733675"/>
            <a:ext cx="2350770" cy="1006602"/>
          </a:xfrm>
          <a:custGeom>
            <a:rect b="b" l="l" r="r" t="t"/>
            <a:pathLst>
              <a:path extrusionOk="0" h="1342136" w="3134360">
                <a:moveTo>
                  <a:pt x="0" y="149098"/>
                </a:moveTo>
                <a:cubicBezTo>
                  <a:pt x="0" y="66802"/>
                  <a:pt x="66802" y="0"/>
                  <a:pt x="149098" y="0"/>
                </a:cubicBezTo>
                <a:lnTo>
                  <a:pt x="2985262" y="0"/>
                </a:lnTo>
                <a:cubicBezTo>
                  <a:pt x="3067558" y="0"/>
                  <a:pt x="3134360" y="66802"/>
                  <a:pt x="3134360" y="149098"/>
                </a:cubicBezTo>
                <a:lnTo>
                  <a:pt x="3134360" y="1193038"/>
                </a:lnTo>
                <a:cubicBezTo>
                  <a:pt x="3134360" y="1275334"/>
                  <a:pt x="3067558" y="1342136"/>
                  <a:pt x="2985262" y="1342136"/>
                </a:cubicBezTo>
                <a:lnTo>
                  <a:pt x="149098" y="1342136"/>
                </a:lnTo>
                <a:cubicBezTo>
                  <a:pt x="66802" y="1342136"/>
                  <a:pt x="0" y="1275334"/>
                  <a:pt x="0" y="1193038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D6E0E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60" name="Google Shape;760;p9"/>
          <p:cNvGrpSpPr/>
          <p:nvPr/>
        </p:nvGrpSpPr>
        <p:grpSpPr>
          <a:xfrm>
            <a:off x="9738360" y="2914364"/>
            <a:ext cx="2331720" cy="322612"/>
            <a:chOff x="0" y="-9525"/>
            <a:chExt cx="3108960" cy="430149"/>
          </a:xfrm>
        </p:grpSpPr>
        <p:sp>
          <p:nvSpPr>
            <p:cNvPr id="761" name="Google Shape;761;p9"/>
            <p:cNvSpPr/>
            <p:nvPr/>
          </p:nvSpPr>
          <p:spPr>
            <a:xfrm>
              <a:off x="0" y="0"/>
              <a:ext cx="3108960" cy="420624"/>
            </a:xfrm>
            <a:custGeom>
              <a:rect b="b" l="l" r="r" t="t"/>
              <a:pathLst>
                <a:path extrusionOk="0" h="420624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420624"/>
                  </a:lnTo>
                  <a:lnTo>
                    <a:pt x="0" y="42062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94017" l="0" r="0" t="-94017"/>
              </a:stretch>
            </a:blipFill>
            <a:ln>
              <a:noFill/>
            </a:ln>
          </p:spPr>
        </p:sp>
        <p:sp>
          <p:nvSpPr>
            <p:cNvPr id="762" name="Google Shape;762;p9"/>
            <p:cNvSpPr txBox="1"/>
            <p:nvPr/>
          </p:nvSpPr>
          <p:spPr>
            <a:xfrm>
              <a:off x="0" y="-9525"/>
              <a:ext cx="3108960" cy="4301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950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Guest</a:t>
              </a:r>
              <a:endParaRPr/>
            </a:p>
          </p:txBody>
        </p:sp>
      </p:grpSp>
      <p:sp>
        <p:nvSpPr>
          <p:cNvPr id="763" name="Google Shape;763;p9"/>
          <p:cNvSpPr/>
          <p:nvPr/>
        </p:nvSpPr>
        <p:spPr>
          <a:xfrm>
            <a:off x="10387203" y="3419475"/>
            <a:ext cx="1047750" cy="540258"/>
          </a:xfrm>
          <a:custGeom>
            <a:rect b="b" l="l" r="r" t="t"/>
            <a:pathLst>
              <a:path extrusionOk="0" h="720344" w="1397000">
                <a:moveTo>
                  <a:pt x="0" y="151638"/>
                </a:moveTo>
                <a:cubicBezTo>
                  <a:pt x="0" y="67945"/>
                  <a:pt x="67945" y="0"/>
                  <a:pt x="151638" y="0"/>
                </a:cubicBezTo>
                <a:lnTo>
                  <a:pt x="1245362" y="0"/>
                </a:lnTo>
                <a:cubicBezTo>
                  <a:pt x="1329055" y="0"/>
                  <a:pt x="1397000" y="67945"/>
                  <a:pt x="1397000" y="151638"/>
                </a:cubicBezTo>
                <a:lnTo>
                  <a:pt x="1397000" y="568706"/>
                </a:lnTo>
                <a:cubicBezTo>
                  <a:pt x="1397000" y="652399"/>
                  <a:pt x="1329055" y="720344"/>
                  <a:pt x="1245362" y="720344"/>
                </a:cubicBezTo>
                <a:lnTo>
                  <a:pt x="151638" y="720344"/>
                </a:lnTo>
                <a:cubicBezTo>
                  <a:pt x="67945" y="720344"/>
                  <a:pt x="0" y="652399"/>
                  <a:pt x="0" y="568706"/>
                </a:cubicBezTo>
                <a:close/>
              </a:path>
            </a:pathLst>
          </a:custGeom>
          <a:solidFill>
            <a:srgbClr val="FBE9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64" name="Google Shape;764;p9"/>
          <p:cNvGrpSpPr/>
          <p:nvPr/>
        </p:nvGrpSpPr>
        <p:grpSpPr>
          <a:xfrm>
            <a:off x="10396728" y="3442716"/>
            <a:ext cx="1028700" cy="466344"/>
            <a:chOff x="0" y="0"/>
            <a:chExt cx="1371600" cy="621792"/>
          </a:xfrm>
        </p:grpSpPr>
        <p:sp>
          <p:nvSpPr>
            <p:cNvPr id="765" name="Google Shape;765;p9"/>
            <p:cNvSpPr/>
            <p:nvPr/>
          </p:nvSpPr>
          <p:spPr>
            <a:xfrm>
              <a:off x="0" y="0"/>
              <a:ext cx="1371600" cy="621792"/>
            </a:xfrm>
            <a:custGeom>
              <a:rect b="b" l="l" r="r" t="t"/>
              <a:pathLst>
                <a:path extrusionOk="0" h="621792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621792"/>
                  </a:lnTo>
                  <a:lnTo>
                    <a:pt x="0" y="6217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8164" r="-8164" t="0"/>
              </a:stretch>
            </a:blipFill>
            <a:ln>
              <a:noFill/>
            </a:ln>
          </p:spPr>
        </p:sp>
        <p:sp>
          <p:nvSpPr>
            <p:cNvPr id="766" name="Google Shape;766;p9"/>
            <p:cNvSpPr txBox="1"/>
            <p:nvPr/>
          </p:nvSpPr>
          <p:spPr>
            <a:xfrm>
              <a:off x="0" y="0"/>
              <a:ext cx="1371600" cy="6217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25" u="none" cap="none" strike="noStrike">
                  <a:solidFill>
                    <a:srgbClr val="C85151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SGT</a:t>
              </a:r>
              <a:endParaRPr/>
            </a:p>
          </p:txBody>
        </p:sp>
      </p:grpSp>
      <p:sp>
        <p:nvSpPr>
          <p:cNvPr id="767" name="Google Shape;767;p9"/>
          <p:cNvSpPr/>
          <p:nvPr/>
        </p:nvSpPr>
        <p:spPr>
          <a:xfrm>
            <a:off x="1087755" y="4311015"/>
            <a:ext cx="16272509" cy="3516630"/>
          </a:xfrm>
          <a:custGeom>
            <a:rect b="b" l="l" r="r" t="t"/>
            <a:pathLst>
              <a:path extrusionOk="0" h="4688840" w="21696679">
                <a:moveTo>
                  <a:pt x="0" y="147066"/>
                </a:moveTo>
                <a:cubicBezTo>
                  <a:pt x="0" y="65913"/>
                  <a:pt x="65913" y="0"/>
                  <a:pt x="147066" y="0"/>
                </a:cubicBezTo>
                <a:lnTo>
                  <a:pt x="21549613" y="0"/>
                </a:lnTo>
                <a:cubicBezTo>
                  <a:pt x="21630894" y="0"/>
                  <a:pt x="21696679" y="65913"/>
                  <a:pt x="21696679" y="147066"/>
                </a:cubicBezTo>
                <a:lnTo>
                  <a:pt x="21696679" y="4541774"/>
                </a:lnTo>
                <a:cubicBezTo>
                  <a:pt x="21696679" y="4623054"/>
                  <a:pt x="21630767" y="4688840"/>
                  <a:pt x="21549613" y="4688840"/>
                </a:cubicBezTo>
                <a:lnTo>
                  <a:pt x="147066" y="4688840"/>
                </a:lnTo>
                <a:cubicBezTo>
                  <a:pt x="65913" y="4688840"/>
                  <a:pt x="0" y="4622927"/>
                  <a:pt x="0" y="4541774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D6E0E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68" name="Google Shape;768;p9"/>
          <p:cNvGrpSpPr/>
          <p:nvPr/>
        </p:nvGrpSpPr>
        <p:grpSpPr>
          <a:xfrm>
            <a:off x="1481328" y="4663440"/>
            <a:ext cx="4389120" cy="342900"/>
            <a:chOff x="0" y="0"/>
            <a:chExt cx="5852160" cy="457200"/>
          </a:xfrm>
        </p:grpSpPr>
        <p:sp>
          <p:nvSpPr>
            <p:cNvPr id="769" name="Google Shape;769;p9"/>
            <p:cNvSpPr/>
            <p:nvPr/>
          </p:nvSpPr>
          <p:spPr>
            <a:xfrm>
              <a:off x="0" y="0"/>
              <a:ext cx="5852160" cy="457200"/>
            </a:xfrm>
            <a:custGeom>
              <a:rect b="b" l="l" r="r" t="t"/>
              <a:pathLst>
                <a:path extrusionOk="0" h="45720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99401" l="0" r="0" t="-199401"/>
              </a:stretch>
            </a:blipFill>
            <a:ln>
              <a:noFill/>
            </a:ln>
          </p:spPr>
        </p:sp>
        <p:sp>
          <p:nvSpPr>
            <p:cNvPr id="770" name="Google Shape;770;p9"/>
            <p:cNvSpPr txBox="1"/>
            <p:nvPr/>
          </p:nvSpPr>
          <p:spPr>
            <a:xfrm>
              <a:off x="0" y="9525"/>
              <a:ext cx="5852160" cy="447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00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ตัวอย่าง Group-Based Policy</a:t>
              </a:r>
              <a:endParaRPr/>
            </a:p>
          </p:txBody>
        </p:sp>
      </p:grpSp>
      <p:grpSp>
        <p:nvGrpSpPr>
          <p:cNvPr id="771" name="Google Shape;771;p9"/>
          <p:cNvGrpSpPr/>
          <p:nvPr/>
        </p:nvGrpSpPr>
        <p:grpSpPr>
          <a:xfrm>
            <a:off x="1508760" y="5376672"/>
            <a:ext cx="1851660" cy="274320"/>
            <a:chOff x="0" y="0"/>
            <a:chExt cx="2468880" cy="365760"/>
          </a:xfrm>
        </p:grpSpPr>
        <p:sp>
          <p:nvSpPr>
            <p:cNvPr id="772" name="Google Shape;772;p9"/>
            <p:cNvSpPr/>
            <p:nvPr/>
          </p:nvSpPr>
          <p:spPr>
            <a:xfrm>
              <a:off x="0" y="0"/>
              <a:ext cx="2468880" cy="365760"/>
            </a:xfrm>
            <a:custGeom>
              <a:rect b="b" l="l" r="r" t="t"/>
              <a:pathLst>
                <a:path extrusionOk="0" h="365760" w="2468880">
                  <a:moveTo>
                    <a:pt x="0" y="0"/>
                  </a:moveTo>
                  <a:lnTo>
                    <a:pt x="2468880" y="0"/>
                  </a:lnTo>
                  <a:lnTo>
                    <a:pt x="2468880" y="365760"/>
                  </a:lnTo>
                  <a:lnTo>
                    <a:pt x="0" y="3657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81524" l="0" r="0" t="-81524"/>
              </a:stretch>
            </a:blipFill>
            <a:ln>
              <a:noFill/>
            </a:ln>
          </p:spPr>
        </p:sp>
        <p:sp>
          <p:nvSpPr>
            <p:cNvPr id="773" name="Google Shape;773;p9"/>
            <p:cNvSpPr txBox="1"/>
            <p:nvPr/>
          </p:nvSpPr>
          <p:spPr>
            <a:xfrm>
              <a:off x="0" y="0"/>
              <a:ext cx="246888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25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Student</a:t>
              </a:r>
              <a:endParaRPr/>
            </a:p>
          </p:txBody>
        </p:sp>
      </p:grpSp>
      <p:cxnSp>
        <p:nvCxnSpPr>
          <p:cNvPr id="774" name="Google Shape;774;p9"/>
          <p:cNvCxnSpPr/>
          <p:nvPr/>
        </p:nvCxnSpPr>
        <p:spPr>
          <a:xfrm rot="70140">
            <a:off x="3348876" y="5509070"/>
            <a:ext cx="1120369" cy="0"/>
          </a:xfrm>
          <a:prstGeom prst="straightConnector1">
            <a:avLst/>
          </a:prstGeom>
          <a:noFill/>
          <a:ln cap="rnd" cmpd="sng" w="9525">
            <a:solidFill>
              <a:srgbClr val="D6E0EA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775" name="Google Shape;775;p9"/>
          <p:cNvGrpSpPr/>
          <p:nvPr/>
        </p:nvGrpSpPr>
        <p:grpSpPr>
          <a:xfrm>
            <a:off x="4663440" y="5376672"/>
            <a:ext cx="2125980" cy="274320"/>
            <a:chOff x="0" y="0"/>
            <a:chExt cx="2834640" cy="365760"/>
          </a:xfrm>
        </p:grpSpPr>
        <p:sp>
          <p:nvSpPr>
            <p:cNvPr id="776" name="Google Shape;776;p9"/>
            <p:cNvSpPr/>
            <p:nvPr/>
          </p:nvSpPr>
          <p:spPr>
            <a:xfrm>
              <a:off x="0" y="0"/>
              <a:ext cx="2834640" cy="365760"/>
            </a:xfrm>
            <a:custGeom>
              <a:rect b="b" l="l" r="r" t="t"/>
              <a:pathLst>
                <a:path extrusionOk="0" h="365760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365760"/>
                  </a:lnTo>
                  <a:lnTo>
                    <a:pt x="0" y="3657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01012" l="0" r="0" t="-101012"/>
              </a:stretch>
            </a:blipFill>
            <a:ln>
              <a:noFill/>
            </a:ln>
          </p:spPr>
        </p:sp>
        <p:sp>
          <p:nvSpPr>
            <p:cNvPr id="777" name="Google Shape;777;p9"/>
            <p:cNvSpPr txBox="1"/>
            <p:nvPr/>
          </p:nvSpPr>
          <p:spPr>
            <a:xfrm>
              <a:off x="0" y="0"/>
              <a:ext cx="28346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25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Server</a:t>
              </a:r>
              <a:endParaRPr/>
            </a:p>
          </p:txBody>
        </p:sp>
      </p:grpSp>
      <p:sp>
        <p:nvSpPr>
          <p:cNvPr id="778" name="Google Shape;778;p9"/>
          <p:cNvSpPr/>
          <p:nvPr/>
        </p:nvSpPr>
        <p:spPr>
          <a:xfrm>
            <a:off x="7054215" y="5298567"/>
            <a:ext cx="1390650" cy="540258"/>
          </a:xfrm>
          <a:custGeom>
            <a:rect b="b" l="l" r="r" t="t"/>
            <a:pathLst>
              <a:path extrusionOk="0" h="720344" w="1854200">
                <a:moveTo>
                  <a:pt x="0" y="151638"/>
                </a:moveTo>
                <a:cubicBezTo>
                  <a:pt x="0" y="67945"/>
                  <a:pt x="67945" y="0"/>
                  <a:pt x="151638" y="0"/>
                </a:cubicBezTo>
                <a:lnTo>
                  <a:pt x="1702562" y="0"/>
                </a:lnTo>
                <a:cubicBezTo>
                  <a:pt x="1786255" y="0"/>
                  <a:pt x="1854200" y="67945"/>
                  <a:pt x="1854200" y="151638"/>
                </a:cubicBezTo>
                <a:lnTo>
                  <a:pt x="1854200" y="568706"/>
                </a:lnTo>
                <a:cubicBezTo>
                  <a:pt x="1854200" y="652399"/>
                  <a:pt x="1786255" y="720344"/>
                  <a:pt x="1702562" y="720344"/>
                </a:cubicBezTo>
                <a:lnTo>
                  <a:pt x="151638" y="720344"/>
                </a:lnTo>
                <a:cubicBezTo>
                  <a:pt x="67945" y="720344"/>
                  <a:pt x="0" y="652399"/>
                  <a:pt x="0" y="568706"/>
                </a:cubicBezTo>
                <a:close/>
              </a:path>
            </a:pathLst>
          </a:custGeom>
          <a:solidFill>
            <a:srgbClr val="E7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79" name="Google Shape;779;p9"/>
          <p:cNvGrpSpPr/>
          <p:nvPr/>
        </p:nvGrpSpPr>
        <p:grpSpPr>
          <a:xfrm>
            <a:off x="7063740" y="5321808"/>
            <a:ext cx="1371600" cy="466344"/>
            <a:chOff x="0" y="0"/>
            <a:chExt cx="1828800" cy="621792"/>
          </a:xfrm>
        </p:grpSpPr>
        <p:sp>
          <p:nvSpPr>
            <p:cNvPr id="780" name="Google Shape;780;p9"/>
            <p:cNvSpPr/>
            <p:nvPr/>
          </p:nvSpPr>
          <p:spPr>
            <a:xfrm>
              <a:off x="0" y="0"/>
              <a:ext cx="1828800" cy="621792"/>
            </a:xfrm>
            <a:custGeom>
              <a:rect b="b" l="l" r="r" t="t"/>
              <a:pathLst>
                <a:path extrusionOk="0" h="621792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621792"/>
                  </a:lnTo>
                  <a:lnTo>
                    <a:pt x="0" y="6217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7308" l="0" r="0" t="-7308"/>
              </a:stretch>
            </a:blipFill>
            <a:ln>
              <a:noFill/>
            </a:ln>
          </p:spPr>
        </p:sp>
        <p:sp>
          <p:nvSpPr>
            <p:cNvPr id="781" name="Google Shape;781;p9"/>
            <p:cNvSpPr txBox="1"/>
            <p:nvPr/>
          </p:nvSpPr>
          <p:spPr>
            <a:xfrm>
              <a:off x="0" y="0"/>
              <a:ext cx="1828800" cy="6217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25" u="none" cap="none" strike="noStrike">
                  <a:solidFill>
                    <a:srgbClr val="2E8B72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ALLOW</a:t>
              </a:r>
              <a:endParaRPr/>
            </a:p>
          </p:txBody>
        </p:sp>
      </p:grpSp>
      <p:grpSp>
        <p:nvGrpSpPr>
          <p:cNvPr id="782" name="Google Shape;782;p9"/>
          <p:cNvGrpSpPr/>
          <p:nvPr/>
        </p:nvGrpSpPr>
        <p:grpSpPr>
          <a:xfrm>
            <a:off x="1508760" y="5952744"/>
            <a:ext cx="1851660" cy="274320"/>
            <a:chOff x="0" y="0"/>
            <a:chExt cx="2468880" cy="365760"/>
          </a:xfrm>
        </p:grpSpPr>
        <p:sp>
          <p:nvSpPr>
            <p:cNvPr id="783" name="Google Shape;783;p9"/>
            <p:cNvSpPr/>
            <p:nvPr/>
          </p:nvSpPr>
          <p:spPr>
            <a:xfrm>
              <a:off x="0" y="0"/>
              <a:ext cx="2468880" cy="365760"/>
            </a:xfrm>
            <a:custGeom>
              <a:rect b="b" l="l" r="r" t="t"/>
              <a:pathLst>
                <a:path extrusionOk="0" h="365760" w="2468880">
                  <a:moveTo>
                    <a:pt x="0" y="0"/>
                  </a:moveTo>
                  <a:lnTo>
                    <a:pt x="2468880" y="0"/>
                  </a:lnTo>
                  <a:lnTo>
                    <a:pt x="2468880" y="365760"/>
                  </a:lnTo>
                  <a:lnTo>
                    <a:pt x="0" y="3657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81524" l="0" r="0" t="-81524"/>
              </a:stretch>
            </a:blipFill>
            <a:ln>
              <a:noFill/>
            </a:ln>
          </p:spPr>
        </p:sp>
        <p:sp>
          <p:nvSpPr>
            <p:cNvPr id="784" name="Google Shape;784;p9"/>
            <p:cNvSpPr txBox="1"/>
            <p:nvPr/>
          </p:nvSpPr>
          <p:spPr>
            <a:xfrm>
              <a:off x="0" y="0"/>
              <a:ext cx="246888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25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Guest</a:t>
              </a:r>
              <a:endParaRPr/>
            </a:p>
          </p:txBody>
        </p:sp>
      </p:grpSp>
      <p:cxnSp>
        <p:nvCxnSpPr>
          <p:cNvPr id="785" name="Google Shape;785;p9"/>
          <p:cNvCxnSpPr/>
          <p:nvPr/>
        </p:nvCxnSpPr>
        <p:spPr>
          <a:xfrm rot="70140">
            <a:off x="3348876" y="6085142"/>
            <a:ext cx="1120369" cy="0"/>
          </a:xfrm>
          <a:prstGeom prst="straightConnector1">
            <a:avLst/>
          </a:prstGeom>
          <a:noFill/>
          <a:ln cap="rnd" cmpd="sng" w="9525">
            <a:solidFill>
              <a:srgbClr val="D6E0EA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786" name="Google Shape;786;p9"/>
          <p:cNvGrpSpPr/>
          <p:nvPr/>
        </p:nvGrpSpPr>
        <p:grpSpPr>
          <a:xfrm>
            <a:off x="4663440" y="5952744"/>
            <a:ext cx="2125980" cy="274320"/>
            <a:chOff x="0" y="0"/>
            <a:chExt cx="2834640" cy="365760"/>
          </a:xfrm>
        </p:grpSpPr>
        <p:sp>
          <p:nvSpPr>
            <p:cNvPr id="787" name="Google Shape;787;p9"/>
            <p:cNvSpPr/>
            <p:nvPr/>
          </p:nvSpPr>
          <p:spPr>
            <a:xfrm>
              <a:off x="0" y="0"/>
              <a:ext cx="2834640" cy="365760"/>
            </a:xfrm>
            <a:custGeom>
              <a:rect b="b" l="l" r="r" t="t"/>
              <a:pathLst>
                <a:path extrusionOk="0" h="365760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365760"/>
                  </a:lnTo>
                  <a:lnTo>
                    <a:pt x="0" y="3657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01012" l="0" r="0" t="-101012"/>
              </a:stretch>
            </a:blipFill>
            <a:ln>
              <a:noFill/>
            </a:ln>
          </p:spPr>
        </p:sp>
        <p:sp>
          <p:nvSpPr>
            <p:cNvPr id="788" name="Google Shape;788;p9"/>
            <p:cNvSpPr txBox="1"/>
            <p:nvPr/>
          </p:nvSpPr>
          <p:spPr>
            <a:xfrm>
              <a:off x="0" y="0"/>
              <a:ext cx="28346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25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Server</a:t>
              </a:r>
              <a:endParaRPr/>
            </a:p>
          </p:txBody>
        </p:sp>
      </p:grpSp>
      <p:sp>
        <p:nvSpPr>
          <p:cNvPr id="789" name="Google Shape;789;p9"/>
          <p:cNvSpPr/>
          <p:nvPr/>
        </p:nvSpPr>
        <p:spPr>
          <a:xfrm>
            <a:off x="7054215" y="5874639"/>
            <a:ext cx="1390650" cy="540258"/>
          </a:xfrm>
          <a:custGeom>
            <a:rect b="b" l="l" r="r" t="t"/>
            <a:pathLst>
              <a:path extrusionOk="0" h="720344" w="1854200">
                <a:moveTo>
                  <a:pt x="0" y="151638"/>
                </a:moveTo>
                <a:cubicBezTo>
                  <a:pt x="0" y="67945"/>
                  <a:pt x="67945" y="0"/>
                  <a:pt x="151638" y="0"/>
                </a:cubicBezTo>
                <a:lnTo>
                  <a:pt x="1702562" y="0"/>
                </a:lnTo>
                <a:cubicBezTo>
                  <a:pt x="1786255" y="0"/>
                  <a:pt x="1854200" y="67945"/>
                  <a:pt x="1854200" y="151638"/>
                </a:cubicBezTo>
                <a:lnTo>
                  <a:pt x="1854200" y="568706"/>
                </a:lnTo>
                <a:cubicBezTo>
                  <a:pt x="1854200" y="652399"/>
                  <a:pt x="1786255" y="720344"/>
                  <a:pt x="1702562" y="720344"/>
                </a:cubicBezTo>
                <a:lnTo>
                  <a:pt x="151638" y="720344"/>
                </a:lnTo>
                <a:cubicBezTo>
                  <a:pt x="67945" y="720344"/>
                  <a:pt x="0" y="652399"/>
                  <a:pt x="0" y="568706"/>
                </a:cubicBezTo>
                <a:close/>
              </a:path>
            </a:pathLst>
          </a:custGeom>
          <a:solidFill>
            <a:srgbClr val="FBE9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90" name="Google Shape;790;p9"/>
          <p:cNvGrpSpPr/>
          <p:nvPr/>
        </p:nvGrpSpPr>
        <p:grpSpPr>
          <a:xfrm>
            <a:off x="7063740" y="5897880"/>
            <a:ext cx="1371600" cy="466344"/>
            <a:chOff x="0" y="0"/>
            <a:chExt cx="1828800" cy="621792"/>
          </a:xfrm>
        </p:grpSpPr>
        <p:sp>
          <p:nvSpPr>
            <p:cNvPr id="791" name="Google Shape;791;p9"/>
            <p:cNvSpPr/>
            <p:nvPr/>
          </p:nvSpPr>
          <p:spPr>
            <a:xfrm>
              <a:off x="0" y="0"/>
              <a:ext cx="1828800" cy="621792"/>
            </a:xfrm>
            <a:custGeom>
              <a:rect b="b" l="l" r="r" t="t"/>
              <a:pathLst>
                <a:path extrusionOk="0" h="621792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621792"/>
                  </a:lnTo>
                  <a:lnTo>
                    <a:pt x="0" y="6217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7308" l="0" r="0" t="-7308"/>
              </a:stretch>
            </a:blipFill>
            <a:ln>
              <a:noFill/>
            </a:ln>
          </p:spPr>
        </p:sp>
        <p:sp>
          <p:nvSpPr>
            <p:cNvPr id="792" name="Google Shape;792;p9"/>
            <p:cNvSpPr txBox="1"/>
            <p:nvPr/>
          </p:nvSpPr>
          <p:spPr>
            <a:xfrm>
              <a:off x="0" y="0"/>
              <a:ext cx="1828800" cy="6217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25" u="none" cap="none" strike="noStrike">
                  <a:solidFill>
                    <a:srgbClr val="C85151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DENY</a:t>
              </a:r>
              <a:endParaRPr/>
            </a:p>
          </p:txBody>
        </p:sp>
      </p:grpSp>
      <p:grpSp>
        <p:nvGrpSpPr>
          <p:cNvPr id="793" name="Google Shape;793;p9"/>
          <p:cNvGrpSpPr/>
          <p:nvPr/>
        </p:nvGrpSpPr>
        <p:grpSpPr>
          <a:xfrm>
            <a:off x="1508760" y="6528816"/>
            <a:ext cx="1851660" cy="274320"/>
            <a:chOff x="0" y="0"/>
            <a:chExt cx="2468880" cy="365760"/>
          </a:xfrm>
        </p:grpSpPr>
        <p:sp>
          <p:nvSpPr>
            <p:cNvPr id="794" name="Google Shape;794;p9"/>
            <p:cNvSpPr/>
            <p:nvPr/>
          </p:nvSpPr>
          <p:spPr>
            <a:xfrm>
              <a:off x="0" y="0"/>
              <a:ext cx="2468880" cy="365760"/>
            </a:xfrm>
            <a:custGeom>
              <a:rect b="b" l="l" r="r" t="t"/>
              <a:pathLst>
                <a:path extrusionOk="0" h="365760" w="2468880">
                  <a:moveTo>
                    <a:pt x="0" y="0"/>
                  </a:moveTo>
                  <a:lnTo>
                    <a:pt x="2468880" y="0"/>
                  </a:lnTo>
                  <a:lnTo>
                    <a:pt x="2468880" y="365760"/>
                  </a:lnTo>
                  <a:lnTo>
                    <a:pt x="0" y="3657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81524" l="0" r="0" t="-81524"/>
              </a:stretch>
            </a:blipFill>
            <a:ln>
              <a:noFill/>
            </a:ln>
          </p:spPr>
        </p:sp>
        <p:sp>
          <p:nvSpPr>
            <p:cNvPr id="795" name="Google Shape;795;p9"/>
            <p:cNvSpPr txBox="1"/>
            <p:nvPr/>
          </p:nvSpPr>
          <p:spPr>
            <a:xfrm>
              <a:off x="0" y="0"/>
              <a:ext cx="246888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25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Staff</a:t>
              </a:r>
              <a:endParaRPr/>
            </a:p>
          </p:txBody>
        </p:sp>
      </p:grpSp>
      <p:cxnSp>
        <p:nvCxnSpPr>
          <p:cNvPr id="796" name="Google Shape;796;p9"/>
          <p:cNvCxnSpPr/>
          <p:nvPr/>
        </p:nvCxnSpPr>
        <p:spPr>
          <a:xfrm rot="70140">
            <a:off x="3348876" y="6661214"/>
            <a:ext cx="1120369" cy="0"/>
          </a:xfrm>
          <a:prstGeom prst="straightConnector1">
            <a:avLst/>
          </a:prstGeom>
          <a:noFill/>
          <a:ln cap="rnd" cmpd="sng" w="9525">
            <a:solidFill>
              <a:srgbClr val="D6E0EA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797" name="Google Shape;797;p9"/>
          <p:cNvGrpSpPr/>
          <p:nvPr/>
        </p:nvGrpSpPr>
        <p:grpSpPr>
          <a:xfrm>
            <a:off x="4663440" y="6528816"/>
            <a:ext cx="2125980" cy="274320"/>
            <a:chOff x="0" y="0"/>
            <a:chExt cx="2834640" cy="365760"/>
          </a:xfrm>
        </p:grpSpPr>
        <p:sp>
          <p:nvSpPr>
            <p:cNvPr id="798" name="Google Shape;798;p9"/>
            <p:cNvSpPr/>
            <p:nvPr/>
          </p:nvSpPr>
          <p:spPr>
            <a:xfrm>
              <a:off x="0" y="0"/>
              <a:ext cx="2834640" cy="365760"/>
            </a:xfrm>
            <a:custGeom>
              <a:rect b="b" l="l" r="r" t="t"/>
              <a:pathLst>
                <a:path extrusionOk="0" h="365760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365760"/>
                  </a:lnTo>
                  <a:lnTo>
                    <a:pt x="0" y="3657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01012" l="0" r="0" t="-101012"/>
              </a:stretch>
            </a:blipFill>
            <a:ln>
              <a:noFill/>
            </a:ln>
          </p:spPr>
        </p:sp>
        <p:sp>
          <p:nvSpPr>
            <p:cNvPr id="799" name="Google Shape;799;p9"/>
            <p:cNvSpPr txBox="1"/>
            <p:nvPr/>
          </p:nvSpPr>
          <p:spPr>
            <a:xfrm>
              <a:off x="0" y="0"/>
              <a:ext cx="28346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25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Server</a:t>
              </a:r>
              <a:endParaRPr/>
            </a:p>
          </p:txBody>
        </p:sp>
      </p:grpSp>
      <p:sp>
        <p:nvSpPr>
          <p:cNvPr id="800" name="Google Shape;800;p9"/>
          <p:cNvSpPr/>
          <p:nvPr/>
        </p:nvSpPr>
        <p:spPr>
          <a:xfrm>
            <a:off x="7054215" y="6450711"/>
            <a:ext cx="1390650" cy="540258"/>
          </a:xfrm>
          <a:custGeom>
            <a:rect b="b" l="l" r="r" t="t"/>
            <a:pathLst>
              <a:path extrusionOk="0" h="720344" w="1854200">
                <a:moveTo>
                  <a:pt x="0" y="151638"/>
                </a:moveTo>
                <a:cubicBezTo>
                  <a:pt x="0" y="67945"/>
                  <a:pt x="67945" y="0"/>
                  <a:pt x="151638" y="0"/>
                </a:cubicBezTo>
                <a:lnTo>
                  <a:pt x="1702562" y="0"/>
                </a:lnTo>
                <a:cubicBezTo>
                  <a:pt x="1786255" y="0"/>
                  <a:pt x="1854200" y="67945"/>
                  <a:pt x="1854200" y="151638"/>
                </a:cubicBezTo>
                <a:lnTo>
                  <a:pt x="1854200" y="568706"/>
                </a:lnTo>
                <a:cubicBezTo>
                  <a:pt x="1854200" y="652399"/>
                  <a:pt x="1786255" y="720344"/>
                  <a:pt x="1702562" y="720344"/>
                </a:cubicBezTo>
                <a:lnTo>
                  <a:pt x="151638" y="720344"/>
                </a:lnTo>
                <a:cubicBezTo>
                  <a:pt x="67945" y="720344"/>
                  <a:pt x="0" y="652399"/>
                  <a:pt x="0" y="568706"/>
                </a:cubicBezTo>
                <a:close/>
              </a:path>
            </a:pathLst>
          </a:custGeom>
          <a:solidFill>
            <a:srgbClr val="E7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1" name="Google Shape;801;p9"/>
          <p:cNvGrpSpPr/>
          <p:nvPr/>
        </p:nvGrpSpPr>
        <p:grpSpPr>
          <a:xfrm>
            <a:off x="7063740" y="6473952"/>
            <a:ext cx="1371600" cy="466344"/>
            <a:chOff x="0" y="0"/>
            <a:chExt cx="1828800" cy="621792"/>
          </a:xfrm>
        </p:grpSpPr>
        <p:sp>
          <p:nvSpPr>
            <p:cNvPr id="802" name="Google Shape;802;p9"/>
            <p:cNvSpPr/>
            <p:nvPr/>
          </p:nvSpPr>
          <p:spPr>
            <a:xfrm>
              <a:off x="0" y="0"/>
              <a:ext cx="1828800" cy="621792"/>
            </a:xfrm>
            <a:custGeom>
              <a:rect b="b" l="l" r="r" t="t"/>
              <a:pathLst>
                <a:path extrusionOk="0" h="621792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621792"/>
                  </a:lnTo>
                  <a:lnTo>
                    <a:pt x="0" y="6217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7308" l="0" r="0" t="-7308"/>
              </a:stretch>
            </a:blipFill>
            <a:ln>
              <a:noFill/>
            </a:ln>
          </p:spPr>
        </p:sp>
        <p:sp>
          <p:nvSpPr>
            <p:cNvPr id="803" name="Google Shape;803;p9"/>
            <p:cNvSpPr txBox="1"/>
            <p:nvPr/>
          </p:nvSpPr>
          <p:spPr>
            <a:xfrm>
              <a:off x="0" y="0"/>
              <a:ext cx="1828800" cy="6217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25" u="none" cap="none" strike="noStrike">
                  <a:solidFill>
                    <a:srgbClr val="2E8B72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ALLOW</a:t>
              </a:r>
              <a:endParaRPr/>
            </a:p>
          </p:txBody>
        </p:sp>
      </p:grpSp>
      <p:grpSp>
        <p:nvGrpSpPr>
          <p:cNvPr id="804" name="Google Shape;804;p9"/>
          <p:cNvGrpSpPr/>
          <p:nvPr/>
        </p:nvGrpSpPr>
        <p:grpSpPr>
          <a:xfrm>
            <a:off x="1508760" y="7104888"/>
            <a:ext cx="1851660" cy="274320"/>
            <a:chOff x="0" y="0"/>
            <a:chExt cx="2468880" cy="365760"/>
          </a:xfrm>
        </p:grpSpPr>
        <p:sp>
          <p:nvSpPr>
            <p:cNvPr id="805" name="Google Shape;805;p9"/>
            <p:cNvSpPr/>
            <p:nvPr/>
          </p:nvSpPr>
          <p:spPr>
            <a:xfrm>
              <a:off x="0" y="0"/>
              <a:ext cx="2468880" cy="365760"/>
            </a:xfrm>
            <a:custGeom>
              <a:rect b="b" l="l" r="r" t="t"/>
              <a:pathLst>
                <a:path extrusionOk="0" h="365760" w="2468880">
                  <a:moveTo>
                    <a:pt x="0" y="0"/>
                  </a:moveTo>
                  <a:lnTo>
                    <a:pt x="2468880" y="0"/>
                  </a:lnTo>
                  <a:lnTo>
                    <a:pt x="2468880" y="365760"/>
                  </a:lnTo>
                  <a:lnTo>
                    <a:pt x="0" y="3657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81524" l="0" r="0" t="-81524"/>
              </a:stretch>
            </a:blipFill>
            <a:ln>
              <a:noFill/>
            </a:ln>
          </p:spPr>
        </p:sp>
        <p:sp>
          <p:nvSpPr>
            <p:cNvPr id="806" name="Google Shape;806;p9"/>
            <p:cNvSpPr txBox="1"/>
            <p:nvPr/>
          </p:nvSpPr>
          <p:spPr>
            <a:xfrm>
              <a:off x="0" y="0"/>
              <a:ext cx="246888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25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Guest</a:t>
              </a:r>
              <a:endParaRPr/>
            </a:p>
          </p:txBody>
        </p:sp>
      </p:grpSp>
      <p:cxnSp>
        <p:nvCxnSpPr>
          <p:cNvPr id="807" name="Google Shape;807;p9"/>
          <p:cNvCxnSpPr/>
          <p:nvPr/>
        </p:nvCxnSpPr>
        <p:spPr>
          <a:xfrm rot="70140">
            <a:off x="3348876" y="7237286"/>
            <a:ext cx="1120369" cy="0"/>
          </a:xfrm>
          <a:prstGeom prst="straightConnector1">
            <a:avLst/>
          </a:prstGeom>
          <a:noFill/>
          <a:ln cap="rnd" cmpd="sng" w="9525">
            <a:solidFill>
              <a:srgbClr val="D6E0EA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808" name="Google Shape;808;p9"/>
          <p:cNvGrpSpPr/>
          <p:nvPr/>
        </p:nvGrpSpPr>
        <p:grpSpPr>
          <a:xfrm>
            <a:off x="4663440" y="7104888"/>
            <a:ext cx="2125980" cy="274320"/>
            <a:chOff x="0" y="0"/>
            <a:chExt cx="2834640" cy="365760"/>
          </a:xfrm>
        </p:grpSpPr>
        <p:sp>
          <p:nvSpPr>
            <p:cNvPr id="809" name="Google Shape;809;p9"/>
            <p:cNvSpPr/>
            <p:nvPr/>
          </p:nvSpPr>
          <p:spPr>
            <a:xfrm>
              <a:off x="0" y="0"/>
              <a:ext cx="2834640" cy="365760"/>
            </a:xfrm>
            <a:custGeom>
              <a:rect b="b" l="l" r="r" t="t"/>
              <a:pathLst>
                <a:path extrusionOk="0" h="365760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365760"/>
                  </a:lnTo>
                  <a:lnTo>
                    <a:pt x="0" y="3657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01012" l="0" r="0" t="-101012"/>
              </a:stretch>
            </a:blipFill>
            <a:ln>
              <a:noFill/>
            </a:ln>
          </p:spPr>
        </p:sp>
        <p:sp>
          <p:nvSpPr>
            <p:cNvPr id="810" name="Google Shape;810;p9"/>
            <p:cNvSpPr txBox="1"/>
            <p:nvPr/>
          </p:nvSpPr>
          <p:spPr>
            <a:xfrm>
              <a:off x="0" y="0"/>
              <a:ext cx="28346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25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Internal</a:t>
              </a:r>
              <a:endParaRPr/>
            </a:p>
          </p:txBody>
        </p:sp>
      </p:grpSp>
      <p:sp>
        <p:nvSpPr>
          <p:cNvPr id="811" name="Google Shape;811;p9"/>
          <p:cNvSpPr/>
          <p:nvPr/>
        </p:nvSpPr>
        <p:spPr>
          <a:xfrm>
            <a:off x="7054215" y="7026783"/>
            <a:ext cx="1390650" cy="540258"/>
          </a:xfrm>
          <a:custGeom>
            <a:rect b="b" l="l" r="r" t="t"/>
            <a:pathLst>
              <a:path extrusionOk="0" h="720344" w="1854200">
                <a:moveTo>
                  <a:pt x="0" y="151638"/>
                </a:moveTo>
                <a:cubicBezTo>
                  <a:pt x="0" y="67945"/>
                  <a:pt x="67945" y="0"/>
                  <a:pt x="151638" y="0"/>
                </a:cubicBezTo>
                <a:lnTo>
                  <a:pt x="1702562" y="0"/>
                </a:lnTo>
                <a:cubicBezTo>
                  <a:pt x="1786255" y="0"/>
                  <a:pt x="1854200" y="67945"/>
                  <a:pt x="1854200" y="151638"/>
                </a:cubicBezTo>
                <a:lnTo>
                  <a:pt x="1854200" y="568706"/>
                </a:lnTo>
                <a:cubicBezTo>
                  <a:pt x="1854200" y="652399"/>
                  <a:pt x="1786255" y="720344"/>
                  <a:pt x="1702562" y="720344"/>
                </a:cubicBezTo>
                <a:lnTo>
                  <a:pt x="151638" y="720344"/>
                </a:lnTo>
                <a:cubicBezTo>
                  <a:pt x="67945" y="720344"/>
                  <a:pt x="0" y="652399"/>
                  <a:pt x="0" y="568706"/>
                </a:cubicBezTo>
                <a:close/>
              </a:path>
            </a:pathLst>
          </a:custGeom>
          <a:solidFill>
            <a:srgbClr val="FBE9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12" name="Google Shape;812;p9"/>
          <p:cNvGrpSpPr/>
          <p:nvPr/>
        </p:nvGrpSpPr>
        <p:grpSpPr>
          <a:xfrm>
            <a:off x="7063740" y="7050024"/>
            <a:ext cx="1371600" cy="466344"/>
            <a:chOff x="0" y="0"/>
            <a:chExt cx="1828800" cy="621792"/>
          </a:xfrm>
        </p:grpSpPr>
        <p:sp>
          <p:nvSpPr>
            <p:cNvPr id="813" name="Google Shape;813;p9"/>
            <p:cNvSpPr/>
            <p:nvPr/>
          </p:nvSpPr>
          <p:spPr>
            <a:xfrm>
              <a:off x="0" y="0"/>
              <a:ext cx="1828800" cy="621792"/>
            </a:xfrm>
            <a:custGeom>
              <a:rect b="b" l="l" r="r" t="t"/>
              <a:pathLst>
                <a:path extrusionOk="0" h="621792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621792"/>
                  </a:lnTo>
                  <a:lnTo>
                    <a:pt x="0" y="6217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7308" l="0" r="0" t="-7308"/>
              </a:stretch>
            </a:blipFill>
            <a:ln>
              <a:noFill/>
            </a:ln>
          </p:spPr>
        </p:sp>
        <p:sp>
          <p:nvSpPr>
            <p:cNvPr id="814" name="Google Shape;814;p9"/>
            <p:cNvSpPr txBox="1"/>
            <p:nvPr/>
          </p:nvSpPr>
          <p:spPr>
            <a:xfrm>
              <a:off x="0" y="0"/>
              <a:ext cx="1828800" cy="6217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25" u="none" cap="none" strike="noStrike">
                  <a:solidFill>
                    <a:srgbClr val="C85151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DENY</a:t>
              </a:r>
              <a:endParaRPr/>
            </a:p>
          </p:txBody>
        </p:sp>
      </p:grpSp>
      <p:grpSp>
        <p:nvGrpSpPr>
          <p:cNvPr id="815" name="Google Shape;815;p9"/>
          <p:cNvGrpSpPr/>
          <p:nvPr/>
        </p:nvGrpSpPr>
        <p:grpSpPr>
          <a:xfrm>
            <a:off x="9601200" y="5486400"/>
            <a:ext cx="6652260" cy="754380"/>
            <a:chOff x="0" y="0"/>
            <a:chExt cx="8869680" cy="1005840"/>
          </a:xfrm>
        </p:grpSpPr>
        <p:sp>
          <p:nvSpPr>
            <p:cNvPr id="816" name="Google Shape;816;p9"/>
            <p:cNvSpPr/>
            <p:nvPr/>
          </p:nvSpPr>
          <p:spPr>
            <a:xfrm>
              <a:off x="0" y="0"/>
              <a:ext cx="8869680" cy="1005840"/>
            </a:xfrm>
            <a:custGeom>
              <a:rect b="b" l="l" r="r" t="t"/>
              <a:pathLst>
                <a:path extrusionOk="0" h="1005840" w="8869680">
                  <a:moveTo>
                    <a:pt x="0" y="0"/>
                  </a:moveTo>
                  <a:lnTo>
                    <a:pt x="8869680" y="0"/>
                  </a:lnTo>
                  <a:lnTo>
                    <a:pt x="8869680" y="1005840"/>
                  </a:lnTo>
                  <a:lnTo>
                    <a:pt x="0" y="10058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21821" l="0" r="0" t="-121821"/>
              </a:stretch>
            </a:blipFill>
            <a:ln>
              <a:noFill/>
            </a:ln>
          </p:spPr>
        </p:sp>
        <p:sp>
          <p:nvSpPr>
            <p:cNvPr id="817" name="Google Shape;817;p9"/>
            <p:cNvSpPr txBox="1"/>
            <p:nvPr/>
          </p:nvSpPr>
          <p:spPr>
            <a:xfrm>
              <a:off x="0" y="0"/>
              <a:ext cx="8869680" cy="1005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00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IP เปลี่ยนได้ แต่ Group Policy ยังตาม Identity</a:t>
              </a:r>
              <a:endParaRPr/>
            </a:p>
          </p:txBody>
        </p:sp>
      </p:grpSp>
      <p:grpSp>
        <p:nvGrpSpPr>
          <p:cNvPr id="818" name="Google Shape;818;p9"/>
          <p:cNvGrpSpPr/>
          <p:nvPr/>
        </p:nvGrpSpPr>
        <p:grpSpPr>
          <a:xfrm>
            <a:off x="9806940" y="6446520"/>
            <a:ext cx="6240780" cy="521208"/>
            <a:chOff x="0" y="0"/>
            <a:chExt cx="8321040" cy="694944"/>
          </a:xfrm>
        </p:grpSpPr>
        <p:sp>
          <p:nvSpPr>
            <p:cNvPr id="819" name="Google Shape;819;p9"/>
            <p:cNvSpPr/>
            <p:nvPr/>
          </p:nvSpPr>
          <p:spPr>
            <a:xfrm>
              <a:off x="0" y="0"/>
              <a:ext cx="8321040" cy="694944"/>
            </a:xfrm>
            <a:custGeom>
              <a:rect b="b" l="l" r="r" t="t"/>
              <a:pathLst>
                <a:path extrusionOk="0" h="694944" w="8321040">
                  <a:moveTo>
                    <a:pt x="0" y="0"/>
                  </a:moveTo>
                  <a:lnTo>
                    <a:pt x="8321040" y="0"/>
                  </a:lnTo>
                  <a:lnTo>
                    <a:pt x="8321040" y="694944"/>
                  </a:lnTo>
                  <a:lnTo>
                    <a:pt x="0" y="69494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83318" l="0" r="0" t="-183318"/>
              </a:stretch>
            </a:blipFill>
            <a:ln>
              <a:noFill/>
            </a:ln>
          </p:spPr>
        </p:sp>
        <p:sp>
          <p:nvSpPr>
            <p:cNvPr id="820" name="Google Shape;820;p9"/>
            <p:cNvSpPr txBox="1"/>
            <p:nvPr/>
          </p:nvSpPr>
          <p:spPr>
            <a:xfrm>
              <a:off x="0" y="0"/>
              <a:ext cx="8321040" cy="6949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50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ลดความซับซ้อนจากการผูก Policy กับ IP Address โดยตรง</a:t>
              </a:r>
              <a:endParaRPr/>
            </a:p>
          </p:txBody>
        </p:sp>
      </p:grpSp>
      <p:grpSp>
        <p:nvGrpSpPr>
          <p:cNvPr id="821" name="Google Shape;821;p9"/>
          <p:cNvGrpSpPr/>
          <p:nvPr/>
        </p:nvGrpSpPr>
        <p:grpSpPr>
          <a:xfrm>
            <a:off x="12550140" y="9484328"/>
            <a:ext cx="4389120" cy="254032"/>
            <a:chOff x="0" y="-9525"/>
            <a:chExt cx="5852160" cy="338709"/>
          </a:xfrm>
        </p:grpSpPr>
        <p:sp>
          <p:nvSpPr>
            <p:cNvPr id="822" name="Google Shape;822;p9"/>
            <p:cNvSpPr/>
            <p:nvPr/>
          </p:nvSpPr>
          <p:spPr>
            <a:xfrm>
              <a:off x="0" y="0"/>
              <a:ext cx="5852160" cy="329184"/>
            </a:xfrm>
            <a:custGeom>
              <a:rect b="b" l="l" r="r" t="t"/>
              <a:pathLst>
                <a:path extrusionOk="0" h="329184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329184"/>
                  </a:lnTo>
                  <a:lnTo>
                    <a:pt x="0" y="32918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96404" l="0" r="0" t="-296404"/>
              </a:stretch>
            </a:blipFill>
            <a:ln>
              <a:noFill/>
            </a:ln>
          </p:spPr>
        </p:sp>
        <p:sp>
          <p:nvSpPr>
            <p:cNvPr id="823" name="Google Shape;823;p9"/>
            <p:cNvSpPr txBox="1"/>
            <p:nvPr/>
          </p:nvSpPr>
          <p:spPr>
            <a:xfrm>
              <a:off x="0" y="-9525"/>
              <a:ext cx="5852160" cy="3387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5" u="none" cap="none" strike="noStrike">
                  <a:solidFill>
                    <a:srgbClr val="8795A4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Source: Cisco CCNP Enterprise • Chapter 23</a:t>
              </a:r>
              <a:endParaRPr/>
            </a:p>
          </p:txBody>
        </p:sp>
      </p:grpSp>
      <p:sp>
        <p:nvSpPr>
          <p:cNvPr id="824" name="Google Shape;824;p9"/>
          <p:cNvSpPr txBox="1"/>
          <p:nvPr/>
        </p:nvSpPr>
        <p:spPr>
          <a:xfrm>
            <a:off x="16527780" y="9806940"/>
            <a:ext cx="10287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B7785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9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9FC"/>
        </a:solidFill>
      </p:bgPr>
    </p:bg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33" name="Google Shape;833;p10"/>
          <p:cNvCxnSpPr/>
          <p:nvPr/>
        </p:nvCxnSpPr>
        <p:spPr>
          <a:xfrm rot="3840">
            <a:off x="607685" y="9802178"/>
            <a:ext cx="17026900" cy="0"/>
          </a:xfrm>
          <a:prstGeom prst="straightConnector1">
            <a:avLst/>
          </a:prstGeom>
          <a:noFill/>
          <a:ln cap="rnd" cmpd="sng" w="9525">
            <a:solidFill>
              <a:srgbClr val="D6E0EA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834" name="Google Shape;834;p10"/>
          <p:cNvGrpSpPr/>
          <p:nvPr/>
        </p:nvGrpSpPr>
        <p:grpSpPr>
          <a:xfrm>
            <a:off x="754380" y="9868376"/>
            <a:ext cx="11658600" cy="254032"/>
            <a:chOff x="0" y="-9525"/>
            <a:chExt cx="15544800" cy="338709"/>
          </a:xfrm>
        </p:grpSpPr>
        <p:sp>
          <p:nvSpPr>
            <p:cNvPr id="835" name="Google Shape;835;p10"/>
            <p:cNvSpPr/>
            <p:nvPr/>
          </p:nvSpPr>
          <p:spPr>
            <a:xfrm>
              <a:off x="0" y="0"/>
              <a:ext cx="15544800" cy="329184"/>
            </a:xfrm>
            <a:custGeom>
              <a:rect b="b" l="l" r="r" t="t"/>
              <a:pathLst>
                <a:path extrusionOk="0" h="329184" w="15544800">
                  <a:moveTo>
                    <a:pt x="0" y="0"/>
                  </a:moveTo>
                  <a:lnTo>
                    <a:pt x="15544800" y="0"/>
                  </a:lnTo>
                  <a:lnTo>
                    <a:pt x="15544800" y="329184"/>
                  </a:lnTo>
                  <a:lnTo>
                    <a:pt x="0" y="32918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870132" l="0" r="0" t="-870132"/>
              </a:stretch>
            </a:blipFill>
            <a:ln>
              <a:noFill/>
            </a:ln>
          </p:spPr>
        </p:sp>
        <p:sp>
          <p:nvSpPr>
            <p:cNvPr id="836" name="Google Shape;836;p10"/>
            <p:cNvSpPr txBox="1"/>
            <p:nvPr/>
          </p:nvSpPr>
          <p:spPr>
            <a:xfrm>
              <a:off x="0" y="-9525"/>
              <a:ext cx="15544800" cy="3387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5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FABRIC TECHNOLOGIES  •  CCNP ENTERPRISE / CHAPTER 23</a:t>
              </a:r>
              <a:endParaRPr/>
            </a:p>
          </p:txBody>
        </p:sp>
      </p:grpSp>
      <p:grpSp>
        <p:nvGrpSpPr>
          <p:cNvPr id="837" name="Google Shape;837;p10"/>
          <p:cNvGrpSpPr/>
          <p:nvPr/>
        </p:nvGrpSpPr>
        <p:grpSpPr>
          <a:xfrm>
            <a:off x="822960" y="480060"/>
            <a:ext cx="6172200" cy="301752"/>
            <a:chOff x="0" y="0"/>
            <a:chExt cx="8229600" cy="402336"/>
          </a:xfrm>
        </p:grpSpPr>
        <p:sp>
          <p:nvSpPr>
            <p:cNvPr id="838" name="Google Shape;838;p10"/>
            <p:cNvSpPr/>
            <p:nvPr/>
          </p:nvSpPr>
          <p:spPr>
            <a:xfrm>
              <a:off x="0" y="0"/>
              <a:ext cx="8229600" cy="402336"/>
            </a:xfrm>
            <a:custGeom>
              <a:rect b="b" l="l" r="r" t="t"/>
              <a:pathLst>
                <a:path extrusionOk="0" h="402336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402336"/>
                  </a:lnTo>
                  <a:lnTo>
                    <a:pt x="0" y="40233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48534" l="0" r="0" t="-348534"/>
              </a:stretch>
            </a:blipFill>
            <a:ln>
              <a:noFill/>
            </a:ln>
          </p:spPr>
        </p:sp>
        <p:sp>
          <p:nvSpPr>
            <p:cNvPr id="839" name="Google Shape;839;p10"/>
            <p:cNvSpPr txBox="1"/>
            <p:nvPr/>
          </p:nvSpPr>
          <p:spPr>
            <a:xfrm>
              <a:off x="0" y="0"/>
              <a:ext cx="8229600" cy="4023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75" u="none" cap="none" strike="noStrike">
                  <a:solidFill>
                    <a:srgbClr val="1FA7C8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09 / FABRIC ROLES</a:t>
              </a:r>
              <a:endParaRPr/>
            </a:p>
          </p:txBody>
        </p:sp>
      </p:grpSp>
      <p:grpSp>
        <p:nvGrpSpPr>
          <p:cNvPr id="840" name="Google Shape;840;p10"/>
          <p:cNvGrpSpPr/>
          <p:nvPr/>
        </p:nvGrpSpPr>
        <p:grpSpPr>
          <a:xfrm>
            <a:off x="822960" y="884396"/>
            <a:ext cx="16322040" cy="761524"/>
            <a:chOff x="0" y="-9525"/>
            <a:chExt cx="21762720" cy="1015365"/>
          </a:xfrm>
        </p:grpSpPr>
        <p:sp>
          <p:nvSpPr>
            <p:cNvPr id="841" name="Google Shape;841;p10"/>
            <p:cNvSpPr/>
            <p:nvPr/>
          </p:nvSpPr>
          <p:spPr>
            <a:xfrm>
              <a:off x="0" y="0"/>
              <a:ext cx="21762720" cy="1005840"/>
            </a:xfrm>
            <a:custGeom>
              <a:rect b="b" l="l" r="r" t="t"/>
              <a:pathLst>
                <a:path extrusionOk="0" h="100584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005840"/>
                  </a:lnTo>
                  <a:lnTo>
                    <a:pt x="0" y="10058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71585" l="0" r="0" t="-371585"/>
              </a:stretch>
            </a:blipFill>
            <a:ln>
              <a:noFill/>
            </a:ln>
          </p:spPr>
        </p:sp>
        <p:sp>
          <p:nvSpPr>
            <p:cNvPr id="842" name="Google Shape;842;p10"/>
            <p:cNvSpPr txBox="1"/>
            <p:nvPr/>
          </p:nvSpPr>
          <p:spPr>
            <a:xfrm>
              <a:off x="0" y="-9525"/>
              <a:ext cx="21762720" cy="10153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200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บทบาทของอุปกรณ์ใน Fabric</a:t>
              </a:r>
              <a:endParaRPr/>
            </a:p>
          </p:txBody>
        </p:sp>
      </p:grpSp>
      <p:grpSp>
        <p:nvGrpSpPr>
          <p:cNvPr id="843" name="Google Shape;843;p10"/>
          <p:cNvGrpSpPr/>
          <p:nvPr/>
        </p:nvGrpSpPr>
        <p:grpSpPr>
          <a:xfrm>
            <a:off x="822960" y="1728216"/>
            <a:ext cx="16459200" cy="521208"/>
            <a:chOff x="0" y="0"/>
            <a:chExt cx="21945600" cy="694944"/>
          </a:xfrm>
        </p:grpSpPr>
        <p:sp>
          <p:nvSpPr>
            <p:cNvPr id="844" name="Google Shape;844;p10"/>
            <p:cNvSpPr/>
            <p:nvPr/>
          </p:nvSpPr>
          <p:spPr>
            <a:xfrm>
              <a:off x="0" y="0"/>
              <a:ext cx="21945600" cy="694944"/>
            </a:xfrm>
            <a:custGeom>
              <a:rect b="b" l="l" r="r" t="t"/>
              <a:pathLst>
                <a:path extrusionOk="0" h="69494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94944"/>
                  </a:lnTo>
                  <a:lnTo>
                    <a:pt x="0" y="69494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65309" l="0" r="0" t="-565309"/>
              </a:stretch>
            </a:blipFill>
            <a:ln>
              <a:noFill/>
            </a:ln>
          </p:spPr>
        </p:sp>
        <p:sp>
          <p:nvSpPr>
            <p:cNvPr id="845" name="Google Shape;845;p10"/>
            <p:cNvSpPr txBox="1"/>
            <p:nvPr/>
          </p:nvSpPr>
          <p:spPr>
            <a:xfrm>
              <a:off x="0" y="0"/>
              <a:ext cx="21945600" cy="6949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75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แต่ละ Node รับผิดชอบคนละหน้าที่</a:t>
              </a:r>
              <a:endParaRPr/>
            </a:p>
          </p:txBody>
        </p:sp>
      </p:grpSp>
      <p:sp>
        <p:nvSpPr>
          <p:cNvPr id="846" name="Google Shape;846;p10"/>
          <p:cNvSpPr/>
          <p:nvPr/>
        </p:nvSpPr>
        <p:spPr>
          <a:xfrm>
            <a:off x="8124063" y="4215003"/>
            <a:ext cx="1994154" cy="1994154"/>
          </a:xfrm>
          <a:custGeom>
            <a:rect b="b" l="l" r="r" t="t"/>
            <a:pathLst>
              <a:path extrusionOk="0" h="2658872" w="2658872">
                <a:moveTo>
                  <a:pt x="0" y="1329436"/>
                </a:moveTo>
                <a:cubicBezTo>
                  <a:pt x="0" y="595249"/>
                  <a:pt x="595249" y="0"/>
                  <a:pt x="1329436" y="0"/>
                </a:cubicBezTo>
                <a:cubicBezTo>
                  <a:pt x="2063623" y="0"/>
                  <a:pt x="2658872" y="595249"/>
                  <a:pt x="2658872" y="1329436"/>
                </a:cubicBezTo>
                <a:cubicBezTo>
                  <a:pt x="2658872" y="2063623"/>
                  <a:pt x="2063623" y="2658872"/>
                  <a:pt x="1329436" y="2658872"/>
                </a:cubicBezTo>
                <a:cubicBezTo>
                  <a:pt x="595249" y="2658872"/>
                  <a:pt x="0" y="2063623"/>
                  <a:pt x="0" y="1329436"/>
                </a:cubicBezTo>
                <a:close/>
              </a:path>
            </a:pathLst>
          </a:custGeom>
          <a:solidFill>
            <a:srgbClr val="0D2B45"/>
          </a:solidFill>
          <a:ln cap="sq" cmpd="sng" w="1905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47" name="Google Shape;847;p10"/>
          <p:cNvGrpSpPr/>
          <p:nvPr/>
        </p:nvGrpSpPr>
        <p:grpSpPr>
          <a:xfrm>
            <a:off x="8229600" y="4841748"/>
            <a:ext cx="1783080" cy="754380"/>
            <a:chOff x="0" y="0"/>
            <a:chExt cx="2377440" cy="1005840"/>
          </a:xfrm>
        </p:grpSpPr>
        <p:sp>
          <p:nvSpPr>
            <p:cNvPr id="848" name="Google Shape;848;p10"/>
            <p:cNvSpPr/>
            <p:nvPr/>
          </p:nvSpPr>
          <p:spPr>
            <a:xfrm>
              <a:off x="0" y="0"/>
              <a:ext cx="2377440" cy="1005840"/>
            </a:xfrm>
            <a:custGeom>
              <a:rect b="b" l="l" r="r" t="t"/>
              <a:pathLst>
                <a:path extrusionOk="0" h="1005840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1005840"/>
                  </a:lnTo>
                  <a:lnTo>
                    <a:pt x="0" y="10058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4282" r="-4282" t="0"/>
              </a:stretch>
            </a:blipFill>
            <a:ln>
              <a:noFill/>
            </a:ln>
          </p:spPr>
        </p:sp>
        <p:sp>
          <p:nvSpPr>
            <p:cNvPr id="849" name="Google Shape;849;p10"/>
            <p:cNvSpPr txBox="1"/>
            <p:nvPr/>
          </p:nvSpPr>
          <p:spPr>
            <a:xfrm>
              <a:off x="0" y="9525"/>
              <a:ext cx="2377440" cy="9963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00" u="none" cap="none" strike="noStrike">
                  <a:solidFill>
                    <a:srgbClr val="FFFFFF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SD-ACCESS</a:t>
              </a:r>
              <a:endParaRPr/>
            </a:p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00" u="none" cap="none" strike="noStrike">
                  <a:solidFill>
                    <a:srgbClr val="FFFFFF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FABRIC</a:t>
              </a:r>
              <a:endParaRPr/>
            </a:p>
          </p:txBody>
        </p:sp>
      </p:grpSp>
      <p:sp>
        <p:nvSpPr>
          <p:cNvPr id="850" name="Google Shape;850;p10"/>
          <p:cNvSpPr/>
          <p:nvPr/>
        </p:nvSpPr>
        <p:spPr>
          <a:xfrm>
            <a:off x="1430655" y="2939415"/>
            <a:ext cx="3242310" cy="1390650"/>
          </a:xfrm>
          <a:custGeom>
            <a:rect b="b" l="l" r="r" t="t"/>
            <a:pathLst>
              <a:path extrusionOk="0" h="1854200" w="4323080">
                <a:moveTo>
                  <a:pt x="0" y="148336"/>
                </a:moveTo>
                <a:cubicBezTo>
                  <a:pt x="0" y="66421"/>
                  <a:pt x="66421" y="0"/>
                  <a:pt x="148336" y="0"/>
                </a:cubicBezTo>
                <a:lnTo>
                  <a:pt x="4174744" y="0"/>
                </a:lnTo>
                <a:cubicBezTo>
                  <a:pt x="4256659" y="0"/>
                  <a:pt x="4323080" y="66421"/>
                  <a:pt x="4323080" y="148336"/>
                </a:cubicBezTo>
                <a:lnTo>
                  <a:pt x="4323080" y="1705864"/>
                </a:lnTo>
                <a:cubicBezTo>
                  <a:pt x="4323080" y="1787779"/>
                  <a:pt x="4256659" y="1854200"/>
                  <a:pt x="4174744" y="1854200"/>
                </a:cubicBezTo>
                <a:lnTo>
                  <a:pt x="148336" y="1854200"/>
                </a:lnTo>
                <a:cubicBezTo>
                  <a:pt x="66421" y="1854200"/>
                  <a:pt x="0" y="1787779"/>
                  <a:pt x="0" y="1705864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D6E0E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1" name="Google Shape;851;p10"/>
          <p:cNvSpPr/>
          <p:nvPr/>
        </p:nvSpPr>
        <p:spPr>
          <a:xfrm>
            <a:off x="1608963" y="3145155"/>
            <a:ext cx="457962" cy="979170"/>
          </a:xfrm>
          <a:custGeom>
            <a:rect b="b" l="l" r="r" t="t"/>
            <a:pathLst>
              <a:path extrusionOk="0" h="1305560" w="610616">
                <a:moveTo>
                  <a:pt x="0" y="152654"/>
                </a:moveTo>
                <a:cubicBezTo>
                  <a:pt x="0" y="68326"/>
                  <a:pt x="68326" y="0"/>
                  <a:pt x="152654" y="0"/>
                </a:cubicBezTo>
                <a:lnTo>
                  <a:pt x="457962" y="0"/>
                </a:lnTo>
                <a:cubicBezTo>
                  <a:pt x="542290" y="0"/>
                  <a:pt x="610616" y="68326"/>
                  <a:pt x="610616" y="152654"/>
                </a:cubicBezTo>
                <a:lnTo>
                  <a:pt x="610616" y="1152906"/>
                </a:lnTo>
                <a:cubicBezTo>
                  <a:pt x="610616" y="1237234"/>
                  <a:pt x="542290" y="1305560"/>
                  <a:pt x="457962" y="1305560"/>
                </a:cubicBezTo>
                <a:lnTo>
                  <a:pt x="152654" y="1305560"/>
                </a:lnTo>
                <a:cubicBezTo>
                  <a:pt x="68326" y="1305560"/>
                  <a:pt x="0" y="1237234"/>
                  <a:pt x="0" y="1152906"/>
                </a:cubicBezTo>
                <a:close/>
              </a:path>
            </a:pathLst>
          </a:custGeom>
          <a:solidFill>
            <a:srgbClr val="1D6F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2" name="Google Shape;852;p10"/>
          <p:cNvGrpSpPr/>
          <p:nvPr/>
        </p:nvGrpSpPr>
        <p:grpSpPr>
          <a:xfrm>
            <a:off x="2235708" y="3223260"/>
            <a:ext cx="2221992" cy="411480"/>
            <a:chOff x="0" y="0"/>
            <a:chExt cx="2962656" cy="548640"/>
          </a:xfrm>
        </p:grpSpPr>
        <p:sp>
          <p:nvSpPr>
            <p:cNvPr id="853" name="Google Shape;853;p10"/>
            <p:cNvSpPr/>
            <p:nvPr/>
          </p:nvSpPr>
          <p:spPr>
            <a:xfrm>
              <a:off x="0" y="0"/>
              <a:ext cx="2962656" cy="548640"/>
            </a:xfrm>
            <a:custGeom>
              <a:rect b="b" l="l" r="r" t="t"/>
              <a:pathLst>
                <a:path extrusionOk="0" h="548640" w="2962656">
                  <a:moveTo>
                    <a:pt x="0" y="0"/>
                  </a:moveTo>
                  <a:lnTo>
                    <a:pt x="2962656" y="0"/>
                  </a:lnTo>
                  <a:lnTo>
                    <a:pt x="2962656" y="548640"/>
                  </a:lnTo>
                  <a:lnTo>
                    <a:pt x="0" y="5486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5219" l="0" r="0" t="-55219"/>
              </a:stretch>
            </a:blipFill>
            <a:ln>
              <a:noFill/>
            </a:ln>
          </p:spPr>
        </p:sp>
        <p:sp>
          <p:nvSpPr>
            <p:cNvPr id="854" name="Google Shape;854;p10"/>
            <p:cNvSpPr txBox="1"/>
            <p:nvPr/>
          </p:nvSpPr>
          <p:spPr>
            <a:xfrm>
              <a:off x="0" y="9525"/>
              <a:ext cx="2962656" cy="5391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00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Fabric Edge Node</a:t>
              </a:r>
              <a:endParaRPr/>
            </a:p>
          </p:txBody>
        </p:sp>
      </p:grpSp>
      <p:grpSp>
        <p:nvGrpSpPr>
          <p:cNvPr id="855" name="Google Shape;855;p10"/>
          <p:cNvGrpSpPr/>
          <p:nvPr/>
        </p:nvGrpSpPr>
        <p:grpSpPr>
          <a:xfrm>
            <a:off x="2235708" y="3703320"/>
            <a:ext cx="2167128" cy="342900"/>
            <a:chOff x="0" y="0"/>
            <a:chExt cx="2889504" cy="457200"/>
          </a:xfrm>
        </p:grpSpPr>
        <p:sp>
          <p:nvSpPr>
            <p:cNvPr id="856" name="Google Shape;856;p10"/>
            <p:cNvSpPr/>
            <p:nvPr/>
          </p:nvSpPr>
          <p:spPr>
            <a:xfrm>
              <a:off x="0" y="0"/>
              <a:ext cx="2889504" cy="457200"/>
            </a:xfrm>
            <a:custGeom>
              <a:rect b="b" l="l" r="r" t="t"/>
              <a:pathLst>
                <a:path extrusionOk="0" h="457200" w="2889504">
                  <a:moveTo>
                    <a:pt x="0" y="0"/>
                  </a:moveTo>
                  <a:lnTo>
                    <a:pt x="2889504" y="0"/>
                  </a:lnTo>
                  <a:lnTo>
                    <a:pt x="2889504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73147" l="0" r="0" t="-73147"/>
              </a:stretch>
            </a:blipFill>
            <a:ln>
              <a:noFill/>
            </a:ln>
          </p:spPr>
        </p:sp>
        <p:sp>
          <p:nvSpPr>
            <p:cNvPr id="857" name="Google Shape;857;p10"/>
            <p:cNvSpPr txBox="1"/>
            <p:nvPr/>
          </p:nvSpPr>
          <p:spPr>
            <a:xfrm>
              <a:off x="0" y="0"/>
              <a:ext cx="2889504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รับ Endpoint เข้า Fabric</a:t>
              </a:r>
              <a:endParaRPr/>
            </a:p>
          </p:txBody>
        </p:sp>
      </p:grpSp>
      <p:sp>
        <p:nvSpPr>
          <p:cNvPr id="858" name="Google Shape;858;p10"/>
          <p:cNvSpPr/>
          <p:nvPr/>
        </p:nvSpPr>
        <p:spPr>
          <a:xfrm>
            <a:off x="5614035" y="2253615"/>
            <a:ext cx="3242310" cy="1390650"/>
          </a:xfrm>
          <a:custGeom>
            <a:rect b="b" l="l" r="r" t="t"/>
            <a:pathLst>
              <a:path extrusionOk="0" h="1854200" w="4323080">
                <a:moveTo>
                  <a:pt x="0" y="148336"/>
                </a:moveTo>
                <a:cubicBezTo>
                  <a:pt x="0" y="66421"/>
                  <a:pt x="66421" y="0"/>
                  <a:pt x="148336" y="0"/>
                </a:cubicBezTo>
                <a:lnTo>
                  <a:pt x="4174744" y="0"/>
                </a:lnTo>
                <a:cubicBezTo>
                  <a:pt x="4256659" y="0"/>
                  <a:pt x="4323080" y="66421"/>
                  <a:pt x="4323080" y="148336"/>
                </a:cubicBezTo>
                <a:lnTo>
                  <a:pt x="4323080" y="1705864"/>
                </a:lnTo>
                <a:cubicBezTo>
                  <a:pt x="4323080" y="1787779"/>
                  <a:pt x="4256659" y="1854200"/>
                  <a:pt x="4174744" y="1854200"/>
                </a:cubicBezTo>
                <a:lnTo>
                  <a:pt x="148336" y="1854200"/>
                </a:lnTo>
                <a:cubicBezTo>
                  <a:pt x="66421" y="1854200"/>
                  <a:pt x="0" y="1787779"/>
                  <a:pt x="0" y="1705864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D6E0E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9" name="Google Shape;859;p10"/>
          <p:cNvSpPr/>
          <p:nvPr/>
        </p:nvSpPr>
        <p:spPr>
          <a:xfrm>
            <a:off x="5792343" y="2459355"/>
            <a:ext cx="457962" cy="979170"/>
          </a:xfrm>
          <a:custGeom>
            <a:rect b="b" l="l" r="r" t="t"/>
            <a:pathLst>
              <a:path extrusionOk="0" h="1305560" w="610616">
                <a:moveTo>
                  <a:pt x="0" y="152654"/>
                </a:moveTo>
                <a:cubicBezTo>
                  <a:pt x="0" y="68326"/>
                  <a:pt x="68326" y="0"/>
                  <a:pt x="152654" y="0"/>
                </a:cubicBezTo>
                <a:lnTo>
                  <a:pt x="457962" y="0"/>
                </a:lnTo>
                <a:cubicBezTo>
                  <a:pt x="542290" y="0"/>
                  <a:pt x="610616" y="68326"/>
                  <a:pt x="610616" y="152654"/>
                </a:cubicBezTo>
                <a:lnTo>
                  <a:pt x="610616" y="1152906"/>
                </a:lnTo>
                <a:cubicBezTo>
                  <a:pt x="610616" y="1237234"/>
                  <a:pt x="542290" y="1305560"/>
                  <a:pt x="457962" y="1305560"/>
                </a:cubicBezTo>
                <a:lnTo>
                  <a:pt x="152654" y="1305560"/>
                </a:lnTo>
                <a:cubicBezTo>
                  <a:pt x="68326" y="1305560"/>
                  <a:pt x="0" y="1237234"/>
                  <a:pt x="0" y="1152906"/>
                </a:cubicBezTo>
                <a:close/>
              </a:path>
            </a:pathLst>
          </a:custGeom>
          <a:solidFill>
            <a:srgbClr val="1FA7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60" name="Google Shape;860;p10"/>
          <p:cNvGrpSpPr/>
          <p:nvPr/>
        </p:nvGrpSpPr>
        <p:grpSpPr>
          <a:xfrm>
            <a:off x="6419088" y="2537460"/>
            <a:ext cx="2221992" cy="411480"/>
            <a:chOff x="0" y="0"/>
            <a:chExt cx="2962656" cy="548640"/>
          </a:xfrm>
        </p:grpSpPr>
        <p:sp>
          <p:nvSpPr>
            <p:cNvPr id="861" name="Google Shape;861;p10"/>
            <p:cNvSpPr/>
            <p:nvPr/>
          </p:nvSpPr>
          <p:spPr>
            <a:xfrm>
              <a:off x="0" y="0"/>
              <a:ext cx="2962656" cy="548640"/>
            </a:xfrm>
            <a:custGeom>
              <a:rect b="b" l="l" r="r" t="t"/>
              <a:pathLst>
                <a:path extrusionOk="0" h="548640" w="2962656">
                  <a:moveTo>
                    <a:pt x="0" y="0"/>
                  </a:moveTo>
                  <a:lnTo>
                    <a:pt x="2962656" y="0"/>
                  </a:lnTo>
                  <a:lnTo>
                    <a:pt x="2962656" y="548640"/>
                  </a:lnTo>
                  <a:lnTo>
                    <a:pt x="0" y="5486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5219" l="0" r="0" t="-55219"/>
              </a:stretch>
            </a:blipFill>
            <a:ln>
              <a:noFill/>
            </a:ln>
          </p:spPr>
        </p:sp>
        <p:sp>
          <p:nvSpPr>
            <p:cNvPr id="862" name="Google Shape;862;p10"/>
            <p:cNvSpPr txBox="1"/>
            <p:nvPr/>
          </p:nvSpPr>
          <p:spPr>
            <a:xfrm>
              <a:off x="0" y="9525"/>
              <a:ext cx="2962656" cy="5391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00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Control Plane Node</a:t>
              </a:r>
              <a:endParaRPr/>
            </a:p>
          </p:txBody>
        </p:sp>
      </p:grpSp>
      <p:grpSp>
        <p:nvGrpSpPr>
          <p:cNvPr id="863" name="Google Shape;863;p10"/>
          <p:cNvGrpSpPr/>
          <p:nvPr/>
        </p:nvGrpSpPr>
        <p:grpSpPr>
          <a:xfrm>
            <a:off x="6419088" y="3017520"/>
            <a:ext cx="2167128" cy="342900"/>
            <a:chOff x="0" y="0"/>
            <a:chExt cx="2889504" cy="457200"/>
          </a:xfrm>
        </p:grpSpPr>
        <p:sp>
          <p:nvSpPr>
            <p:cNvPr id="864" name="Google Shape;864;p10"/>
            <p:cNvSpPr/>
            <p:nvPr/>
          </p:nvSpPr>
          <p:spPr>
            <a:xfrm>
              <a:off x="0" y="0"/>
              <a:ext cx="2889504" cy="457200"/>
            </a:xfrm>
            <a:custGeom>
              <a:rect b="b" l="l" r="r" t="t"/>
              <a:pathLst>
                <a:path extrusionOk="0" h="457200" w="2889504">
                  <a:moveTo>
                    <a:pt x="0" y="0"/>
                  </a:moveTo>
                  <a:lnTo>
                    <a:pt x="2889504" y="0"/>
                  </a:lnTo>
                  <a:lnTo>
                    <a:pt x="2889504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73147" l="0" r="0" t="-73147"/>
              </a:stretch>
            </a:blipFill>
            <a:ln>
              <a:noFill/>
            </a:ln>
          </p:spPr>
        </p:sp>
        <p:sp>
          <p:nvSpPr>
            <p:cNvPr id="865" name="Google Shape;865;p10"/>
            <p:cNvSpPr txBox="1"/>
            <p:nvPr/>
          </p:nvSpPr>
          <p:spPr>
            <a:xfrm>
              <a:off x="0" y="0"/>
              <a:ext cx="2889504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เก็บ EID ↔ RLOC</a:t>
              </a:r>
              <a:endParaRPr/>
            </a:p>
          </p:txBody>
        </p:sp>
      </p:grpSp>
      <p:sp>
        <p:nvSpPr>
          <p:cNvPr id="866" name="Google Shape;866;p10"/>
          <p:cNvSpPr/>
          <p:nvPr/>
        </p:nvSpPr>
        <p:spPr>
          <a:xfrm>
            <a:off x="11786235" y="2253615"/>
            <a:ext cx="3242310" cy="1390650"/>
          </a:xfrm>
          <a:custGeom>
            <a:rect b="b" l="l" r="r" t="t"/>
            <a:pathLst>
              <a:path extrusionOk="0" h="1854200" w="4323080">
                <a:moveTo>
                  <a:pt x="0" y="148336"/>
                </a:moveTo>
                <a:cubicBezTo>
                  <a:pt x="0" y="66421"/>
                  <a:pt x="66421" y="0"/>
                  <a:pt x="148336" y="0"/>
                </a:cubicBezTo>
                <a:lnTo>
                  <a:pt x="4174744" y="0"/>
                </a:lnTo>
                <a:cubicBezTo>
                  <a:pt x="4256659" y="0"/>
                  <a:pt x="4323080" y="66421"/>
                  <a:pt x="4323080" y="148336"/>
                </a:cubicBezTo>
                <a:lnTo>
                  <a:pt x="4323080" y="1705864"/>
                </a:lnTo>
                <a:cubicBezTo>
                  <a:pt x="4323080" y="1787779"/>
                  <a:pt x="4256659" y="1854200"/>
                  <a:pt x="4174744" y="1854200"/>
                </a:cubicBezTo>
                <a:lnTo>
                  <a:pt x="148336" y="1854200"/>
                </a:lnTo>
                <a:cubicBezTo>
                  <a:pt x="66421" y="1854200"/>
                  <a:pt x="0" y="1787779"/>
                  <a:pt x="0" y="1705864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D6E0E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7" name="Google Shape;867;p10"/>
          <p:cNvSpPr/>
          <p:nvPr/>
        </p:nvSpPr>
        <p:spPr>
          <a:xfrm>
            <a:off x="11964543" y="2459355"/>
            <a:ext cx="457962" cy="979170"/>
          </a:xfrm>
          <a:custGeom>
            <a:rect b="b" l="l" r="r" t="t"/>
            <a:pathLst>
              <a:path extrusionOk="0" h="1305560" w="610616">
                <a:moveTo>
                  <a:pt x="0" y="152654"/>
                </a:moveTo>
                <a:cubicBezTo>
                  <a:pt x="0" y="68326"/>
                  <a:pt x="68326" y="0"/>
                  <a:pt x="152654" y="0"/>
                </a:cubicBezTo>
                <a:lnTo>
                  <a:pt x="457962" y="0"/>
                </a:lnTo>
                <a:cubicBezTo>
                  <a:pt x="542290" y="0"/>
                  <a:pt x="610616" y="68326"/>
                  <a:pt x="610616" y="152654"/>
                </a:cubicBezTo>
                <a:lnTo>
                  <a:pt x="610616" y="1152906"/>
                </a:lnTo>
                <a:cubicBezTo>
                  <a:pt x="610616" y="1237234"/>
                  <a:pt x="542290" y="1305560"/>
                  <a:pt x="457962" y="1305560"/>
                </a:cubicBezTo>
                <a:lnTo>
                  <a:pt x="152654" y="1305560"/>
                </a:lnTo>
                <a:cubicBezTo>
                  <a:pt x="68326" y="1305560"/>
                  <a:pt x="0" y="1237234"/>
                  <a:pt x="0" y="1152906"/>
                </a:cubicBezTo>
                <a:close/>
              </a:path>
            </a:pathLst>
          </a:custGeom>
          <a:solidFill>
            <a:srgbClr val="2E8B7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68" name="Google Shape;868;p10"/>
          <p:cNvGrpSpPr/>
          <p:nvPr/>
        </p:nvGrpSpPr>
        <p:grpSpPr>
          <a:xfrm>
            <a:off x="12591288" y="2537460"/>
            <a:ext cx="2221992" cy="411480"/>
            <a:chOff x="0" y="0"/>
            <a:chExt cx="2962656" cy="548640"/>
          </a:xfrm>
        </p:grpSpPr>
        <p:sp>
          <p:nvSpPr>
            <p:cNvPr id="869" name="Google Shape;869;p10"/>
            <p:cNvSpPr/>
            <p:nvPr/>
          </p:nvSpPr>
          <p:spPr>
            <a:xfrm>
              <a:off x="0" y="0"/>
              <a:ext cx="2962656" cy="548640"/>
            </a:xfrm>
            <a:custGeom>
              <a:rect b="b" l="l" r="r" t="t"/>
              <a:pathLst>
                <a:path extrusionOk="0" h="548640" w="2962656">
                  <a:moveTo>
                    <a:pt x="0" y="0"/>
                  </a:moveTo>
                  <a:lnTo>
                    <a:pt x="2962656" y="0"/>
                  </a:lnTo>
                  <a:lnTo>
                    <a:pt x="2962656" y="548640"/>
                  </a:lnTo>
                  <a:lnTo>
                    <a:pt x="0" y="5486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5219" l="0" r="0" t="-55219"/>
              </a:stretch>
            </a:blipFill>
            <a:ln>
              <a:noFill/>
            </a:ln>
          </p:spPr>
        </p:sp>
        <p:sp>
          <p:nvSpPr>
            <p:cNvPr id="870" name="Google Shape;870;p10"/>
            <p:cNvSpPr txBox="1"/>
            <p:nvPr/>
          </p:nvSpPr>
          <p:spPr>
            <a:xfrm>
              <a:off x="0" y="9525"/>
              <a:ext cx="2962656" cy="5391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00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Border Node</a:t>
              </a:r>
              <a:endParaRPr/>
            </a:p>
          </p:txBody>
        </p:sp>
      </p:grpSp>
      <p:grpSp>
        <p:nvGrpSpPr>
          <p:cNvPr id="871" name="Google Shape;871;p10"/>
          <p:cNvGrpSpPr/>
          <p:nvPr/>
        </p:nvGrpSpPr>
        <p:grpSpPr>
          <a:xfrm>
            <a:off x="12591288" y="3017520"/>
            <a:ext cx="2167128" cy="342900"/>
            <a:chOff x="0" y="0"/>
            <a:chExt cx="2889504" cy="457200"/>
          </a:xfrm>
        </p:grpSpPr>
        <p:sp>
          <p:nvSpPr>
            <p:cNvPr id="872" name="Google Shape;872;p10"/>
            <p:cNvSpPr/>
            <p:nvPr/>
          </p:nvSpPr>
          <p:spPr>
            <a:xfrm>
              <a:off x="0" y="0"/>
              <a:ext cx="2889504" cy="457200"/>
            </a:xfrm>
            <a:custGeom>
              <a:rect b="b" l="l" r="r" t="t"/>
              <a:pathLst>
                <a:path extrusionOk="0" h="457200" w="2889504">
                  <a:moveTo>
                    <a:pt x="0" y="0"/>
                  </a:moveTo>
                  <a:lnTo>
                    <a:pt x="2889504" y="0"/>
                  </a:lnTo>
                  <a:lnTo>
                    <a:pt x="2889504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73147" l="0" r="0" t="-73147"/>
              </a:stretch>
            </a:blipFill>
            <a:ln>
              <a:noFill/>
            </a:ln>
          </p:spPr>
        </p:sp>
        <p:sp>
          <p:nvSpPr>
            <p:cNvPr id="873" name="Google Shape;873;p10"/>
            <p:cNvSpPr txBox="1"/>
            <p:nvPr/>
          </p:nvSpPr>
          <p:spPr>
            <a:xfrm>
              <a:off x="0" y="0"/>
              <a:ext cx="2889504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เชื่อม External Network</a:t>
              </a:r>
              <a:endParaRPr/>
            </a:p>
          </p:txBody>
        </p:sp>
      </p:grpSp>
      <p:sp>
        <p:nvSpPr>
          <p:cNvPr id="874" name="Google Shape;874;p10"/>
          <p:cNvSpPr/>
          <p:nvPr/>
        </p:nvSpPr>
        <p:spPr>
          <a:xfrm>
            <a:off x="13706475" y="6574155"/>
            <a:ext cx="3242310" cy="1390650"/>
          </a:xfrm>
          <a:custGeom>
            <a:rect b="b" l="l" r="r" t="t"/>
            <a:pathLst>
              <a:path extrusionOk="0" h="1854200" w="4323080">
                <a:moveTo>
                  <a:pt x="0" y="148336"/>
                </a:moveTo>
                <a:cubicBezTo>
                  <a:pt x="0" y="66421"/>
                  <a:pt x="66421" y="0"/>
                  <a:pt x="148336" y="0"/>
                </a:cubicBezTo>
                <a:lnTo>
                  <a:pt x="4174744" y="0"/>
                </a:lnTo>
                <a:cubicBezTo>
                  <a:pt x="4256659" y="0"/>
                  <a:pt x="4323080" y="66421"/>
                  <a:pt x="4323080" y="148336"/>
                </a:cubicBezTo>
                <a:lnTo>
                  <a:pt x="4323080" y="1705864"/>
                </a:lnTo>
                <a:cubicBezTo>
                  <a:pt x="4323080" y="1787779"/>
                  <a:pt x="4256659" y="1854200"/>
                  <a:pt x="4174744" y="1854200"/>
                </a:cubicBezTo>
                <a:lnTo>
                  <a:pt x="148336" y="1854200"/>
                </a:lnTo>
                <a:cubicBezTo>
                  <a:pt x="66421" y="1854200"/>
                  <a:pt x="0" y="1787779"/>
                  <a:pt x="0" y="1705864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D6E0E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p10"/>
          <p:cNvSpPr/>
          <p:nvPr/>
        </p:nvSpPr>
        <p:spPr>
          <a:xfrm>
            <a:off x="13884783" y="6779895"/>
            <a:ext cx="457962" cy="979170"/>
          </a:xfrm>
          <a:custGeom>
            <a:rect b="b" l="l" r="r" t="t"/>
            <a:pathLst>
              <a:path extrusionOk="0" h="1305560" w="610616">
                <a:moveTo>
                  <a:pt x="0" y="152654"/>
                </a:moveTo>
                <a:cubicBezTo>
                  <a:pt x="0" y="68326"/>
                  <a:pt x="68326" y="0"/>
                  <a:pt x="152654" y="0"/>
                </a:cubicBezTo>
                <a:lnTo>
                  <a:pt x="457962" y="0"/>
                </a:lnTo>
                <a:cubicBezTo>
                  <a:pt x="542290" y="0"/>
                  <a:pt x="610616" y="68326"/>
                  <a:pt x="610616" y="152654"/>
                </a:cubicBezTo>
                <a:lnTo>
                  <a:pt x="610616" y="1152906"/>
                </a:lnTo>
                <a:cubicBezTo>
                  <a:pt x="610616" y="1237234"/>
                  <a:pt x="542290" y="1305560"/>
                  <a:pt x="457962" y="1305560"/>
                </a:cubicBezTo>
                <a:lnTo>
                  <a:pt x="152654" y="1305560"/>
                </a:lnTo>
                <a:cubicBezTo>
                  <a:pt x="68326" y="1305560"/>
                  <a:pt x="0" y="1237234"/>
                  <a:pt x="0" y="1152906"/>
                </a:cubicBezTo>
                <a:close/>
              </a:path>
            </a:pathLst>
          </a:custGeom>
          <a:solidFill>
            <a:srgbClr val="E48A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76" name="Google Shape;876;p10"/>
          <p:cNvGrpSpPr/>
          <p:nvPr/>
        </p:nvGrpSpPr>
        <p:grpSpPr>
          <a:xfrm>
            <a:off x="14511528" y="6858000"/>
            <a:ext cx="2221992" cy="411480"/>
            <a:chOff x="0" y="0"/>
            <a:chExt cx="2962656" cy="548640"/>
          </a:xfrm>
        </p:grpSpPr>
        <p:sp>
          <p:nvSpPr>
            <p:cNvPr id="877" name="Google Shape;877;p10"/>
            <p:cNvSpPr/>
            <p:nvPr/>
          </p:nvSpPr>
          <p:spPr>
            <a:xfrm>
              <a:off x="0" y="0"/>
              <a:ext cx="2962656" cy="548640"/>
            </a:xfrm>
            <a:custGeom>
              <a:rect b="b" l="l" r="r" t="t"/>
              <a:pathLst>
                <a:path extrusionOk="0" h="548640" w="2962656">
                  <a:moveTo>
                    <a:pt x="0" y="0"/>
                  </a:moveTo>
                  <a:lnTo>
                    <a:pt x="2962656" y="0"/>
                  </a:lnTo>
                  <a:lnTo>
                    <a:pt x="2962656" y="548640"/>
                  </a:lnTo>
                  <a:lnTo>
                    <a:pt x="0" y="5486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5219" l="0" r="0" t="-55219"/>
              </a:stretch>
            </a:blipFill>
            <a:ln>
              <a:noFill/>
            </a:ln>
          </p:spPr>
        </p:sp>
        <p:sp>
          <p:nvSpPr>
            <p:cNvPr id="878" name="Google Shape;878;p10"/>
            <p:cNvSpPr txBox="1"/>
            <p:nvPr/>
          </p:nvSpPr>
          <p:spPr>
            <a:xfrm>
              <a:off x="0" y="9525"/>
              <a:ext cx="2962656" cy="5391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00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Fabric WLC</a:t>
              </a:r>
              <a:endParaRPr/>
            </a:p>
          </p:txBody>
        </p:sp>
      </p:grpSp>
      <p:grpSp>
        <p:nvGrpSpPr>
          <p:cNvPr id="879" name="Google Shape;879;p10"/>
          <p:cNvGrpSpPr/>
          <p:nvPr/>
        </p:nvGrpSpPr>
        <p:grpSpPr>
          <a:xfrm>
            <a:off x="14511528" y="7338060"/>
            <a:ext cx="2167128" cy="342900"/>
            <a:chOff x="0" y="0"/>
            <a:chExt cx="2889504" cy="457200"/>
          </a:xfrm>
        </p:grpSpPr>
        <p:sp>
          <p:nvSpPr>
            <p:cNvPr id="880" name="Google Shape;880;p10"/>
            <p:cNvSpPr/>
            <p:nvPr/>
          </p:nvSpPr>
          <p:spPr>
            <a:xfrm>
              <a:off x="0" y="0"/>
              <a:ext cx="2889504" cy="457200"/>
            </a:xfrm>
            <a:custGeom>
              <a:rect b="b" l="l" r="r" t="t"/>
              <a:pathLst>
                <a:path extrusionOk="0" h="457200" w="2889504">
                  <a:moveTo>
                    <a:pt x="0" y="0"/>
                  </a:moveTo>
                  <a:lnTo>
                    <a:pt x="2889504" y="0"/>
                  </a:lnTo>
                  <a:lnTo>
                    <a:pt x="2889504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73147" l="0" r="0" t="-73147"/>
              </a:stretch>
            </a:blipFill>
            <a:ln>
              <a:noFill/>
            </a:ln>
          </p:spPr>
        </p:sp>
        <p:sp>
          <p:nvSpPr>
            <p:cNvPr id="881" name="Google Shape;881;p10"/>
            <p:cNvSpPr txBox="1"/>
            <p:nvPr/>
          </p:nvSpPr>
          <p:spPr>
            <a:xfrm>
              <a:off x="0" y="0"/>
              <a:ext cx="2889504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เชื่อม Wireless Client</a:t>
              </a:r>
              <a:endParaRPr/>
            </a:p>
          </p:txBody>
        </p:sp>
      </p:grpSp>
      <p:cxnSp>
        <p:nvCxnSpPr>
          <p:cNvPr id="882" name="Google Shape;882;p10"/>
          <p:cNvCxnSpPr/>
          <p:nvPr/>
        </p:nvCxnSpPr>
        <p:spPr>
          <a:xfrm rot="903720">
            <a:off x="4585440" y="4125849"/>
            <a:ext cx="3653580" cy="0"/>
          </a:xfrm>
          <a:prstGeom prst="straightConnector1">
            <a:avLst/>
          </a:prstGeom>
          <a:noFill/>
          <a:ln cap="rnd" cmpd="sng" w="19050">
            <a:solidFill>
              <a:srgbClr val="D6E0E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83" name="Google Shape;883;p10"/>
          <p:cNvCxnSpPr/>
          <p:nvPr/>
        </p:nvCxnSpPr>
        <p:spPr>
          <a:xfrm rot="4013400">
            <a:off x="7682113" y="3590925"/>
            <a:ext cx="1300724" cy="0"/>
          </a:xfrm>
          <a:prstGeom prst="straightConnector1">
            <a:avLst/>
          </a:prstGeom>
          <a:noFill/>
          <a:ln cap="rnd" cmpd="sng" w="19050">
            <a:solidFill>
              <a:srgbClr val="D6E0E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84" name="Google Shape;884;p10"/>
          <p:cNvCxnSpPr/>
          <p:nvPr/>
        </p:nvCxnSpPr>
        <p:spPr>
          <a:xfrm rot="5312460">
            <a:off x="11128820" y="3590925"/>
            <a:ext cx="1196731" cy="0"/>
          </a:xfrm>
          <a:prstGeom prst="straightConnector1">
            <a:avLst/>
          </a:prstGeom>
          <a:noFill/>
          <a:ln cap="rnd" cmpd="sng" w="19050">
            <a:solidFill>
              <a:srgbClr val="D6E0E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85" name="Google Shape;885;p10"/>
          <p:cNvCxnSpPr/>
          <p:nvPr/>
        </p:nvCxnSpPr>
        <p:spPr>
          <a:xfrm rot="2700000">
            <a:off x="11705625" y="6917055"/>
            <a:ext cx="43101" cy="0"/>
          </a:xfrm>
          <a:prstGeom prst="straightConnector1">
            <a:avLst/>
          </a:prstGeom>
          <a:noFill/>
          <a:ln cap="rnd" cmpd="sng" w="19050">
            <a:solidFill>
              <a:srgbClr val="D6E0E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86" name="Google Shape;886;p10"/>
          <p:cNvSpPr/>
          <p:nvPr/>
        </p:nvSpPr>
        <p:spPr>
          <a:xfrm>
            <a:off x="1910715" y="7602855"/>
            <a:ext cx="2007870" cy="540258"/>
          </a:xfrm>
          <a:custGeom>
            <a:rect b="b" l="l" r="r" t="t"/>
            <a:pathLst>
              <a:path extrusionOk="0" h="720344" w="2677160">
                <a:moveTo>
                  <a:pt x="0" y="151638"/>
                </a:moveTo>
                <a:cubicBezTo>
                  <a:pt x="0" y="67945"/>
                  <a:pt x="67945" y="0"/>
                  <a:pt x="151638" y="0"/>
                </a:cubicBezTo>
                <a:lnTo>
                  <a:pt x="2525522" y="0"/>
                </a:lnTo>
                <a:cubicBezTo>
                  <a:pt x="2609215" y="0"/>
                  <a:pt x="2677160" y="67945"/>
                  <a:pt x="2677160" y="151638"/>
                </a:cubicBezTo>
                <a:lnTo>
                  <a:pt x="2677160" y="568706"/>
                </a:lnTo>
                <a:cubicBezTo>
                  <a:pt x="2677160" y="652399"/>
                  <a:pt x="2609215" y="720344"/>
                  <a:pt x="2525522" y="720344"/>
                </a:cubicBezTo>
                <a:lnTo>
                  <a:pt x="151638" y="720344"/>
                </a:lnTo>
                <a:cubicBezTo>
                  <a:pt x="67945" y="720344"/>
                  <a:pt x="0" y="652399"/>
                  <a:pt x="0" y="568706"/>
                </a:cubicBezTo>
                <a:close/>
              </a:path>
            </a:pathLst>
          </a:custGeom>
          <a:solidFill>
            <a:srgbClr val="DCEC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87" name="Google Shape;887;p10"/>
          <p:cNvGrpSpPr/>
          <p:nvPr/>
        </p:nvGrpSpPr>
        <p:grpSpPr>
          <a:xfrm>
            <a:off x="1920240" y="7626096"/>
            <a:ext cx="1988820" cy="466344"/>
            <a:chOff x="0" y="0"/>
            <a:chExt cx="2651760" cy="621792"/>
          </a:xfrm>
        </p:grpSpPr>
        <p:sp>
          <p:nvSpPr>
            <p:cNvPr id="888" name="Google Shape;888;p10"/>
            <p:cNvSpPr/>
            <p:nvPr/>
          </p:nvSpPr>
          <p:spPr>
            <a:xfrm>
              <a:off x="0" y="0"/>
              <a:ext cx="2651760" cy="621792"/>
            </a:xfrm>
            <a:custGeom>
              <a:rect b="b" l="l" r="r" t="t"/>
              <a:pathLst>
                <a:path extrusionOk="0" h="621792" w="2651760">
                  <a:moveTo>
                    <a:pt x="0" y="0"/>
                  </a:moveTo>
                  <a:lnTo>
                    <a:pt x="2651760" y="0"/>
                  </a:lnTo>
                  <a:lnTo>
                    <a:pt x="2651760" y="621792"/>
                  </a:lnTo>
                  <a:lnTo>
                    <a:pt x="0" y="6217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3098" l="0" r="0" t="-33098"/>
              </a:stretch>
            </a:blipFill>
            <a:ln>
              <a:noFill/>
            </a:ln>
          </p:spPr>
        </p:sp>
        <p:sp>
          <p:nvSpPr>
            <p:cNvPr id="889" name="Google Shape;889;p10"/>
            <p:cNvSpPr txBox="1"/>
            <p:nvPr/>
          </p:nvSpPr>
          <p:spPr>
            <a:xfrm>
              <a:off x="0" y="0"/>
              <a:ext cx="2651760" cy="6217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25" u="none" cap="none" strike="noStrike">
                  <a:solidFill>
                    <a:srgbClr val="1D6FA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Endpoint</a:t>
              </a:r>
              <a:endParaRPr/>
            </a:p>
          </p:txBody>
        </p:sp>
      </p:grpSp>
      <p:sp>
        <p:nvSpPr>
          <p:cNvPr id="890" name="Google Shape;890;p10"/>
          <p:cNvSpPr/>
          <p:nvPr/>
        </p:nvSpPr>
        <p:spPr>
          <a:xfrm>
            <a:off x="6162675" y="7602855"/>
            <a:ext cx="2007870" cy="540258"/>
          </a:xfrm>
          <a:custGeom>
            <a:rect b="b" l="l" r="r" t="t"/>
            <a:pathLst>
              <a:path extrusionOk="0" h="720344" w="2677160">
                <a:moveTo>
                  <a:pt x="0" y="151638"/>
                </a:moveTo>
                <a:cubicBezTo>
                  <a:pt x="0" y="67945"/>
                  <a:pt x="67945" y="0"/>
                  <a:pt x="151638" y="0"/>
                </a:cubicBezTo>
                <a:lnTo>
                  <a:pt x="2525522" y="0"/>
                </a:lnTo>
                <a:cubicBezTo>
                  <a:pt x="2609215" y="0"/>
                  <a:pt x="2677160" y="67945"/>
                  <a:pt x="2677160" y="151638"/>
                </a:cubicBezTo>
                <a:lnTo>
                  <a:pt x="2677160" y="568706"/>
                </a:lnTo>
                <a:cubicBezTo>
                  <a:pt x="2677160" y="652399"/>
                  <a:pt x="2609215" y="720344"/>
                  <a:pt x="2525522" y="720344"/>
                </a:cubicBezTo>
                <a:lnTo>
                  <a:pt x="151638" y="720344"/>
                </a:lnTo>
                <a:cubicBezTo>
                  <a:pt x="67945" y="720344"/>
                  <a:pt x="0" y="652399"/>
                  <a:pt x="0" y="568706"/>
                </a:cubicBezTo>
                <a:close/>
              </a:path>
            </a:pathLst>
          </a:custGeom>
          <a:solidFill>
            <a:srgbClr val="E8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91" name="Google Shape;891;p10"/>
          <p:cNvGrpSpPr/>
          <p:nvPr/>
        </p:nvGrpSpPr>
        <p:grpSpPr>
          <a:xfrm>
            <a:off x="6172200" y="7626096"/>
            <a:ext cx="1988820" cy="466344"/>
            <a:chOff x="0" y="0"/>
            <a:chExt cx="2651760" cy="621792"/>
          </a:xfrm>
        </p:grpSpPr>
        <p:sp>
          <p:nvSpPr>
            <p:cNvPr id="892" name="Google Shape;892;p10"/>
            <p:cNvSpPr/>
            <p:nvPr/>
          </p:nvSpPr>
          <p:spPr>
            <a:xfrm>
              <a:off x="0" y="0"/>
              <a:ext cx="2651760" cy="621792"/>
            </a:xfrm>
            <a:custGeom>
              <a:rect b="b" l="l" r="r" t="t"/>
              <a:pathLst>
                <a:path extrusionOk="0" h="621792" w="2651760">
                  <a:moveTo>
                    <a:pt x="0" y="0"/>
                  </a:moveTo>
                  <a:lnTo>
                    <a:pt x="2651760" y="0"/>
                  </a:lnTo>
                  <a:lnTo>
                    <a:pt x="2651760" y="621792"/>
                  </a:lnTo>
                  <a:lnTo>
                    <a:pt x="0" y="6217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3098" l="0" r="0" t="-33098"/>
              </a:stretch>
            </a:blipFill>
            <a:ln>
              <a:noFill/>
            </a:ln>
          </p:spPr>
        </p:sp>
        <p:sp>
          <p:nvSpPr>
            <p:cNvPr id="893" name="Google Shape;893;p10"/>
            <p:cNvSpPr txBox="1"/>
            <p:nvPr/>
          </p:nvSpPr>
          <p:spPr>
            <a:xfrm>
              <a:off x="0" y="0"/>
              <a:ext cx="2651760" cy="6217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25" u="none" cap="none" strike="noStrike">
                  <a:solidFill>
                    <a:srgbClr val="1FA7C8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Mapping</a:t>
              </a:r>
              <a:endParaRPr/>
            </a:p>
          </p:txBody>
        </p:sp>
      </p:grpSp>
      <p:sp>
        <p:nvSpPr>
          <p:cNvPr id="894" name="Google Shape;894;p10"/>
          <p:cNvSpPr/>
          <p:nvPr/>
        </p:nvSpPr>
        <p:spPr>
          <a:xfrm>
            <a:off x="10414635" y="7602855"/>
            <a:ext cx="2007870" cy="540258"/>
          </a:xfrm>
          <a:custGeom>
            <a:rect b="b" l="l" r="r" t="t"/>
            <a:pathLst>
              <a:path extrusionOk="0" h="720344" w="2677160">
                <a:moveTo>
                  <a:pt x="0" y="151638"/>
                </a:moveTo>
                <a:cubicBezTo>
                  <a:pt x="0" y="67945"/>
                  <a:pt x="67945" y="0"/>
                  <a:pt x="151638" y="0"/>
                </a:cubicBezTo>
                <a:lnTo>
                  <a:pt x="2525522" y="0"/>
                </a:lnTo>
                <a:cubicBezTo>
                  <a:pt x="2609215" y="0"/>
                  <a:pt x="2677160" y="67945"/>
                  <a:pt x="2677160" y="151638"/>
                </a:cubicBezTo>
                <a:lnTo>
                  <a:pt x="2677160" y="568706"/>
                </a:lnTo>
                <a:cubicBezTo>
                  <a:pt x="2677160" y="652399"/>
                  <a:pt x="2609215" y="720344"/>
                  <a:pt x="2525522" y="720344"/>
                </a:cubicBezTo>
                <a:lnTo>
                  <a:pt x="151638" y="720344"/>
                </a:lnTo>
                <a:cubicBezTo>
                  <a:pt x="67945" y="720344"/>
                  <a:pt x="0" y="652399"/>
                  <a:pt x="0" y="568706"/>
                </a:cubicBezTo>
                <a:close/>
              </a:path>
            </a:pathLst>
          </a:custGeom>
          <a:solidFill>
            <a:srgbClr val="E7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95" name="Google Shape;895;p10"/>
          <p:cNvGrpSpPr/>
          <p:nvPr/>
        </p:nvGrpSpPr>
        <p:grpSpPr>
          <a:xfrm>
            <a:off x="10424160" y="7626096"/>
            <a:ext cx="1988820" cy="466344"/>
            <a:chOff x="0" y="0"/>
            <a:chExt cx="2651760" cy="621792"/>
          </a:xfrm>
        </p:grpSpPr>
        <p:sp>
          <p:nvSpPr>
            <p:cNvPr id="896" name="Google Shape;896;p10"/>
            <p:cNvSpPr/>
            <p:nvPr/>
          </p:nvSpPr>
          <p:spPr>
            <a:xfrm>
              <a:off x="0" y="0"/>
              <a:ext cx="2651760" cy="621792"/>
            </a:xfrm>
            <a:custGeom>
              <a:rect b="b" l="l" r="r" t="t"/>
              <a:pathLst>
                <a:path extrusionOk="0" h="621792" w="2651760">
                  <a:moveTo>
                    <a:pt x="0" y="0"/>
                  </a:moveTo>
                  <a:lnTo>
                    <a:pt x="2651760" y="0"/>
                  </a:lnTo>
                  <a:lnTo>
                    <a:pt x="2651760" y="621792"/>
                  </a:lnTo>
                  <a:lnTo>
                    <a:pt x="0" y="6217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3098" l="0" r="0" t="-33098"/>
              </a:stretch>
            </a:blipFill>
            <a:ln>
              <a:noFill/>
            </a:ln>
          </p:spPr>
        </p:sp>
        <p:sp>
          <p:nvSpPr>
            <p:cNvPr id="897" name="Google Shape;897;p10"/>
            <p:cNvSpPr txBox="1"/>
            <p:nvPr/>
          </p:nvSpPr>
          <p:spPr>
            <a:xfrm>
              <a:off x="0" y="0"/>
              <a:ext cx="2651760" cy="6217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25" u="none" cap="none" strike="noStrike">
                  <a:solidFill>
                    <a:srgbClr val="2E8B72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External</a:t>
              </a:r>
              <a:endParaRPr/>
            </a:p>
          </p:txBody>
        </p:sp>
      </p:grpSp>
      <p:sp>
        <p:nvSpPr>
          <p:cNvPr id="898" name="Google Shape;898;p10"/>
          <p:cNvSpPr/>
          <p:nvPr/>
        </p:nvSpPr>
        <p:spPr>
          <a:xfrm>
            <a:off x="13706475" y="7602855"/>
            <a:ext cx="2007870" cy="540258"/>
          </a:xfrm>
          <a:custGeom>
            <a:rect b="b" l="l" r="r" t="t"/>
            <a:pathLst>
              <a:path extrusionOk="0" h="720344" w="2677160">
                <a:moveTo>
                  <a:pt x="0" y="151638"/>
                </a:moveTo>
                <a:cubicBezTo>
                  <a:pt x="0" y="67945"/>
                  <a:pt x="67945" y="0"/>
                  <a:pt x="151638" y="0"/>
                </a:cubicBezTo>
                <a:lnTo>
                  <a:pt x="2525522" y="0"/>
                </a:lnTo>
                <a:cubicBezTo>
                  <a:pt x="2609215" y="0"/>
                  <a:pt x="2677160" y="67945"/>
                  <a:pt x="2677160" y="151638"/>
                </a:cubicBezTo>
                <a:lnTo>
                  <a:pt x="2677160" y="568706"/>
                </a:lnTo>
                <a:cubicBezTo>
                  <a:pt x="2677160" y="652399"/>
                  <a:pt x="2609215" y="720344"/>
                  <a:pt x="2525522" y="720344"/>
                </a:cubicBezTo>
                <a:lnTo>
                  <a:pt x="151638" y="720344"/>
                </a:lnTo>
                <a:cubicBezTo>
                  <a:pt x="67945" y="720344"/>
                  <a:pt x="0" y="652399"/>
                  <a:pt x="0" y="568706"/>
                </a:cubicBezTo>
                <a:close/>
              </a:path>
            </a:pathLst>
          </a:custGeom>
          <a:solidFill>
            <a:srgbClr val="FFF1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99" name="Google Shape;899;p10"/>
          <p:cNvGrpSpPr/>
          <p:nvPr/>
        </p:nvGrpSpPr>
        <p:grpSpPr>
          <a:xfrm>
            <a:off x="13716000" y="7626096"/>
            <a:ext cx="1988820" cy="466344"/>
            <a:chOff x="0" y="0"/>
            <a:chExt cx="2651760" cy="621792"/>
          </a:xfrm>
        </p:grpSpPr>
        <p:sp>
          <p:nvSpPr>
            <p:cNvPr id="900" name="Google Shape;900;p10"/>
            <p:cNvSpPr/>
            <p:nvPr/>
          </p:nvSpPr>
          <p:spPr>
            <a:xfrm>
              <a:off x="0" y="0"/>
              <a:ext cx="2651760" cy="621792"/>
            </a:xfrm>
            <a:custGeom>
              <a:rect b="b" l="l" r="r" t="t"/>
              <a:pathLst>
                <a:path extrusionOk="0" h="621792" w="2651760">
                  <a:moveTo>
                    <a:pt x="0" y="0"/>
                  </a:moveTo>
                  <a:lnTo>
                    <a:pt x="2651760" y="0"/>
                  </a:lnTo>
                  <a:lnTo>
                    <a:pt x="2651760" y="621792"/>
                  </a:lnTo>
                  <a:lnTo>
                    <a:pt x="0" y="6217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3098" l="0" r="0" t="-33098"/>
              </a:stretch>
            </a:blipFill>
            <a:ln>
              <a:noFill/>
            </a:ln>
          </p:spPr>
        </p:sp>
        <p:sp>
          <p:nvSpPr>
            <p:cNvPr id="901" name="Google Shape;901;p10"/>
            <p:cNvSpPr txBox="1"/>
            <p:nvPr/>
          </p:nvSpPr>
          <p:spPr>
            <a:xfrm>
              <a:off x="0" y="0"/>
              <a:ext cx="2651760" cy="6217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25" u="none" cap="none" strike="noStrike">
                  <a:solidFill>
                    <a:srgbClr val="E48A2A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Wireless</a:t>
              </a:r>
              <a:endParaRPr/>
            </a:p>
          </p:txBody>
        </p:sp>
      </p:grpSp>
      <p:grpSp>
        <p:nvGrpSpPr>
          <p:cNvPr id="902" name="Google Shape;902;p10"/>
          <p:cNvGrpSpPr/>
          <p:nvPr/>
        </p:nvGrpSpPr>
        <p:grpSpPr>
          <a:xfrm>
            <a:off x="12550140" y="9484328"/>
            <a:ext cx="4389120" cy="254032"/>
            <a:chOff x="0" y="-9525"/>
            <a:chExt cx="5852160" cy="338709"/>
          </a:xfrm>
        </p:grpSpPr>
        <p:sp>
          <p:nvSpPr>
            <p:cNvPr id="903" name="Google Shape;903;p10"/>
            <p:cNvSpPr/>
            <p:nvPr/>
          </p:nvSpPr>
          <p:spPr>
            <a:xfrm>
              <a:off x="0" y="0"/>
              <a:ext cx="5852160" cy="329184"/>
            </a:xfrm>
            <a:custGeom>
              <a:rect b="b" l="l" r="r" t="t"/>
              <a:pathLst>
                <a:path extrusionOk="0" h="329184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329184"/>
                  </a:lnTo>
                  <a:lnTo>
                    <a:pt x="0" y="32918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96404" l="0" r="0" t="-296404"/>
              </a:stretch>
            </a:blipFill>
            <a:ln>
              <a:noFill/>
            </a:ln>
          </p:spPr>
        </p:sp>
        <p:sp>
          <p:nvSpPr>
            <p:cNvPr id="904" name="Google Shape;904;p10"/>
            <p:cNvSpPr txBox="1"/>
            <p:nvPr/>
          </p:nvSpPr>
          <p:spPr>
            <a:xfrm>
              <a:off x="0" y="-9525"/>
              <a:ext cx="5852160" cy="3387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5" u="none" cap="none" strike="noStrike">
                  <a:solidFill>
                    <a:srgbClr val="8795A4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Source: Cisco CCNP Enterprise • Chapter 23</a:t>
              </a:r>
              <a:endParaRPr/>
            </a:p>
          </p:txBody>
        </p:sp>
      </p:grpSp>
      <p:sp>
        <p:nvSpPr>
          <p:cNvPr id="905" name="Google Shape;905;p10"/>
          <p:cNvSpPr txBox="1"/>
          <p:nvPr/>
        </p:nvSpPr>
        <p:spPr>
          <a:xfrm>
            <a:off x="16527780" y="9806940"/>
            <a:ext cx="10287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B7785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10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9FC"/>
        </a:solidFill>
      </p:bgPr>
    </p:bg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14" name="Google Shape;914;p11"/>
          <p:cNvCxnSpPr/>
          <p:nvPr/>
        </p:nvCxnSpPr>
        <p:spPr>
          <a:xfrm rot="3840">
            <a:off x="607685" y="9802178"/>
            <a:ext cx="17026900" cy="0"/>
          </a:xfrm>
          <a:prstGeom prst="straightConnector1">
            <a:avLst/>
          </a:prstGeom>
          <a:noFill/>
          <a:ln cap="rnd" cmpd="sng" w="9525">
            <a:solidFill>
              <a:srgbClr val="D6E0EA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15" name="Google Shape;915;p11"/>
          <p:cNvGrpSpPr/>
          <p:nvPr/>
        </p:nvGrpSpPr>
        <p:grpSpPr>
          <a:xfrm>
            <a:off x="754380" y="9868376"/>
            <a:ext cx="11658600" cy="254032"/>
            <a:chOff x="0" y="-9525"/>
            <a:chExt cx="15544800" cy="338709"/>
          </a:xfrm>
        </p:grpSpPr>
        <p:sp>
          <p:nvSpPr>
            <p:cNvPr id="916" name="Google Shape;916;p11"/>
            <p:cNvSpPr/>
            <p:nvPr/>
          </p:nvSpPr>
          <p:spPr>
            <a:xfrm>
              <a:off x="0" y="0"/>
              <a:ext cx="15544800" cy="329184"/>
            </a:xfrm>
            <a:custGeom>
              <a:rect b="b" l="l" r="r" t="t"/>
              <a:pathLst>
                <a:path extrusionOk="0" h="329184" w="15544800">
                  <a:moveTo>
                    <a:pt x="0" y="0"/>
                  </a:moveTo>
                  <a:lnTo>
                    <a:pt x="15544800" y="0"/>
                  </a:lnTo>
                  <a:lnTo>
                    <a:pt x="15544800" y="329184"/>
                  </a:lnTo>
                  <a:lnTo>
                    <a:pt x="0" y="32918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870132" l="0" r="0" t="-870132"/>
              </a:stretch>
            </a:blipFill>
            <a:ln>
              <a:noFill/>
            </a:ln>
          </p:spPr>
        </p:sp>
        <p:sp>
          <p:nvSpPr>
            <p:cNvPr id="917" name="Google Shape;917;p11"/>
            <p:cNvSpPr txBox="1"/>
            <p:nvPr/>
          </p:nvSpPr>
          <p:spPr>
            <a:xfrm>
              <a:off x="0" y="-9525"/>
              <a:ext cx="15544800" cy="3387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5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FABRIC TECHNOLOGIES  •  CCNP ENTERPRISE / CHAPTER 23</a:t>
              </a:r>
              <a:endParaRPr/>
            </a:p>
          </p:txBody>
        </p:sp>
      </p:grpSp>
      <p:grpSp>
        <p:nvGrpSpPr>
          <p:cNvPr id="918" name="Google Shape;918;p11"/>
          <p:cNvGrpSpPr/>
          <p:nvPr/>
        </p:nvGrpSpPr>
        <p:grpSpPr>
          <a:xfrm>
            <a:off x="822960" y="480060"/>
            <a:ext cx="6172200" cy="301752"/>
            <a:chOff x="0" y="0"/>
            <a:chExt cx="8229600" cy="402336"/>
          </a:xfrm>
        </p:grpSpPr>
        <p:sp>
          <p:nvSpPr>
            <p:cNvPr id="919" name="Google Shape;919;p11"/>
            <p:cNvSpPr/>
            <p:nvPr/>
          </p:nvSpPr>
          <p:spPr>
            <a:xfrm>
              <a:off x="0" y="0"/>
              <a:ext cx="8229600" cy="402336"/>
            </a:xfrm>
            <a:custGeom>
              <a:rect b="b" l="l" r="r" t="t"/>
              <a:pathLst>
                <a:path extrusionOk="0" h="402336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402336"/>
                  </a:lnTo>
                  <a:lnTo>
                    <a:pt x="0" y="40233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48534" l="0" r="0" t="-348534"/>
              </a:stretch>
            </a:blipFill>
            <a:ln>
              <a:noFill/>
            </a:ln>
          </p:spPr>
        </p:sp>
        <p:sp>
          <p:nvSpPr>
            <p:cNvPr id="920" name="Google Shape;920;p11"/>
            <p:cNvSpPr txBox="1"/>
            <p:nvPr/>
          </p:nvSpPr>
          <p:spPr>
            <a:xfrm>
              <a:off x="0" y="0"/>
              <a:ext cx="8229600" cy="4023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75" u="none" cap="none" strike="noStrike">
                  <a:solidFill>
                    <a:srgbClr val="1FA7C8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10 / TRAFFIC FLOW</a:t>
              </a:r>
              <a:endParaRPr/>
            </a:p>
          </p:txBody>
        </p:sp>
      </p:grpSp>
      <p:grpSp>
        <p:nvGrpSpPr>
          <p:cNvPr id="921" name="Google Shape;921;p11"/>
          <p:cNvGrpSpPr/>
          <p:nvPr/>
        </p:nvGrpSpPr>
        <p:grpSpPr>
          <a:xfrm>
            <a:off x="822960" y="884396"/>
            <a:ext cx="16322040" cy="761524"/>
            <a:chOff x="0" y="-9525"/>
            <a:chExt cx="21762720" cy="1015365"/>
          </a:xfrm>
        </p:grpSpPr>
        <p:sp>
          <p:nvSpPr>
            <p:cNvPr id="922" name="Google Shape;922;p11"/>
            <p:cNvSpPr/>
            <p:nvPr/>
          </p:nvSpPr>
          <p:spPr>
            <a:xfrm>
              <a:off x="0" y="0"/>
              <a:ext cx="21762720" cy="1005840"/>
            </a:xfrm>
            <a:custGeom>
              <a:rect b="b" l="l" r="r" t="t"/>
              <a:pathLst>
                <a:path extrusionOk="0" h="100584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005840"/>
                  </a:lnTo>
                  <a:lnTo>
                    <a:pt x="0" y="10058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71585" l="0" r="0" t="-371585"/>
              </a:stretch>
            </a:blipFill>
            <a:ln>
              <a:noFill/>
            </a:ln>
          </p:spPr>
        </p:sp>
        <p:sp>
          <p:nvSpPr>
            <p:cNvPr id="923" name="Google Shape;923;p11"/>
            <p:cNvSpPr txBox="1"/>
            <p:nvPr/>
          </p:nvSpPr>
          <p:spPr>
            <a:xfrm>
              <a:off x="0" y="-9525"/>
              <a:ext cx="21762720" cy="10153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200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SD-Access Traffic Flow</a:t>
              </a:r>
              <a:endParaRPr/>
            </a:p>
          </p:txBody>
        </p:sp>
      </p:grpSp>
      <p:grpSp>
        <p:nvGrpSpPr>
          <p:cNvPr id="924" name="Google Shape;924;p11"/>
          <p:cNvGrpSpPr/>
          <p:nvPr/>
        </p:nvGrpSpPr>
        <p:grpSpPr>
          <a:xfrm>
            <a:off x="822960" y="1728216"/>
            <a:ext cx="16459200" cy="521208"/>
            <a:chOff x="0" y="0"/>
            <a:chExt cx="21945600" cy="694944"/>
          </a:xfrm>
        </p:grpSpPr>
        <p:sp>
          <p:nvSpPr>
            <p:cNvPr id="925" name="Google Shape;925;p11"/>
            <p:cNvSpPr/>
            <p:nvPr/>
          </p:nvSpPr>
          <p:spPr>
            <a:xfrm>
              <a:off x="0" y="0"/>
              <a:ext cx="21945600" cy="694944"/>
            </a:xfrm>
            <a:custGeom>
              <a:rect b="b" l="l" r="r" t="t"/>
              <a:pathLst>
                <a:path extrusionOk="0" h="69494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94944"/>
                  </a:lnTo>
                  <a:lnTo>
                    <a:pt x="0" y="69494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65309" l="0" r="0" t="-565309"/>
              </a:stretch>
            </a:blipFill>
            <a:ln>
              <a:noFill/>
            </a:ln>
          </p:spPr>
        </p:sp>
        <p:sp>
          <p:nvSpPr>
            <p:cNvPr id="926" name="Google Shape;926;p11"/>
            <p:cNvSpPr txBox="1"/>
            <p:nvPr/>
          </p:nvSpPr>
          <p:spPr>
            <a:xfrm>
              <a:off x="0" y="0"/>
              <a:ext cx="21945600" cy="6949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75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ตัวอย่าง PC-A → PC-B ผ่าน LISP + VXLAN</a:t>
              </a:r>
              <a:endParaRPr/>
            </a:p>
          </p:txBody>
        </p:sp>
      </p:grpSp>
      <p:sp>
        <p:nvSpPr>
          <p:cNvPr id="927" name="Google Shape;927;p11"/>
          <p:cNvSpPr/>
          <p:nvPr/>
        </p:nvSpPr>
        <p:spPr>
          <a:xfrm>
            <a:off x="676275" y="4448175"/>
            <a:ext cx="1116330" cy="1116330"/>
          </a:xfrm>
          <a:custGeom>
            <a:rect b="b" l="l" r="r" t="t"/>
            <a:pathLst>
              <a:path extrusionOk="0" h="1488440" w="1488440">
                <a:moveTo>
                  <a:pt x="0" y="744220"/>
                </a:moveTo>
                <a:cubicBezTo>
                  <a:pt x="0" y="333248"/>
                  <a:pt x="333248" y="0"/>
                  <a:pt x="744220" y="0"/>
                </a:cubicBezTo>
                <a:cubicBezTo>
                  <a:pt x="1155192" y="0"/>
                  <a:pt x="1488440" y="333248"/>
                  <a:pt x="1488440" y="744220"/>
                </a:cubicBezTo>
                <a:cubicBezTo>
                  <a:pt x="1488440" y="1155192"/>
                  <a:pt x="1155192" y="1488440"/>
                  <a:pt x="744220" y="1488440"/>
                </a:cubicBezTo>
                <a:cubicBezTo>
                  <a:pt x="333248" y="1488440"/>
                  <a:pt x="0" y="1155192"/>
                  <a:pt x="0" y="744220"/>
                </a:cubicBezTo>
                <a:close/>
              </a:path>
            </a:pathLst>
          </a:custGeom>
          <a:solidFill>
            <a:srgbClr val="0D2B45"/>
          </a:solidFill>
          <a:ln cap="sq" cmpd="sng" w="1905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28" name="Google Shape;928;p11"/>
          <p:cNvGrpSpPr/>
          <p:nvPr/>
        </p:nvGrpSpPr>
        <p:grpSpPr>
          <a:xfrm>
            <a:off x="754380" y="4828032"/>
            <a:ext cx="960120" cy="315468"/>
            <a:chOff x="0" y="0"/>
            <a:chExt cx="1280160" cy="420624"/>
          </a:xfrm>
        </p:grpSpPr>
        <p:sp>
          <p:nvSpPr>
            <p:cNvPr id="929" name="Google Shape;929;p11"/>
            <p:cNvSpPr/>
            <p:nvPr/>
          </p:nvSpPr>
          <p:spPr>
            <a:xfrm>
              <a:off x="0" y="0"/>
              <a:ext cx="1280160" cy="420624"/>
            </a:xfrm>
            <a:custGeom>
              <a:rect b="b" l="l" r="r" t="t"/>
              <a:pathLst>
                <a:path extrusionOk="0" h="420624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420624"/>
                  </a:lnTo>
                  <a:lnTo>
                    <a:pt x="0" y="42062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9302" l="0" r="0" t="-9302"/>
              </a:stretch>
            </a:blipFill>
            <a:ln>
              <a:noFill/>
            </a:ln>
          </p:spPr>
        </p:sp>
        <p:sp>
          <p:nvSpPr>
            <p:cNvPr id="930" name="Google Shape;930;p11"/>
            <p:cNvSpPr txBox="1"/>
            <p:nvPr/>
          </p:nvSpPr>
          <p:spPr>
            <a:xfrm>
              <a:off x="0" y="0"/>
              <a:ext cx="1280160" cy="4206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350" u="none" cap="none" strike="noStrike">
                  <a:solidFill>
                    <a:srgbClr val="FFFFFF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1</a:t>
              </a:r>
              <a:endParaRPr/>
            </a:p>
          </p:txBody>
        </p:sp>
      </p:grpSp>
      <p:grpSp>
        <p:nvGrpSpPr>
          <p:cNvPr id="931" name="Google Shape;931;p11"/>
          <p:cNvGrpSpPr/>
          <p:nvPr/>
        </p:nvGrpSpPr>
        <p:grpSpPr>
          <a:xfrm>
            <a:off x="342900" y="5863304"/>
            <a:ext cx="1783080" cy="350044"/>
            <a:chOff x="0" y="-9525"/>
            <a:chExt cx="2377440" cy="466725"/>
          </a:xfrm>
        </p:grpSpPr>
        <p:sp>
          <p:nvSpPr>
            <p:cNvPr id="932" name="Google Shape;932;p11"/>
            <p:cNvSpPr/>
            <p:nvPr/>
          </p:nvSpPr>
          <p:spPr>
            <a:xfrm>
              <a:off x="0" y="0"/>
              <a:ext cx="2377440" cy="457200"/>
            </a:xfrm>
            <a:custGeom>
              <a:rect b="b" l="l" r="r" t="t"/>
              <a:pathLst>
                <a:path extrusionOk="0" h="457200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1321" l="0" r="0" t="-51321"/>
              </a:stretch>
            </a:blipFill>
            <a:ln>
              <a:noFill/>
            </a:ln>
          </p:spPr>
        </p:sp>
        <p:sp>
          <p:nvSpPr>
            <p:cNvPr id="933" name="Google Shape;933;p11"/>
            <p:cNvSpPr txBox="1"/>
            <p:nvPr/>
          </p:nvSpPr>
          <p:spPr>
            <a:xfrm>
              <a:off x="0" y="-9525"/>
              <a:ext cx="2377440" cy="466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PC-A</a:t>
              </a:r>
              <a:endParaRPr/>
            </a:p>
          </p:txBody>
        </p:sp>
      </p:grpSp>
      <p:cxnSp>
        <p:nvCxnSpPr>
          <p:cNvPr id="934" name="Google Shape;934;p11"/>
          <p:cNvCxnSpPr/>
          <p:nvPr/>
        </p:nvCxnSpPr>
        <p:spPr>
          <a:xfrm rot="81960">
            <a:off x="1795091" y="4996815"/>
            <a:ext cx="1278998" cy="0"/>
          </a:xfrm>
          <a:prstGeom prst="straightConnector1">
            <a:avLst/>
          </a:prstGeom>
          <a:noFill/>
          <a:ln cap="rnd" cmpd="sng" w="19050">
            <a:solidFill>
              <a:srgbClr val="D6E0E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35" name="Google Shape;935;p11"/>
          <p:cNvSpPr/>
          <p:nvPr/>
        </p:nvSpPr>
        <p:spPr>
          <a:xfrm>
            <a:off x="3076575" y="4448175"/>
            <a:ext cx="1116330" cy="1116330"/>
          </a:xfrm>
          <a:custGeom>
            <a:rect b="b" l="l" r="r" t="t"/>
            <a:pathLst>
              <a:path extrusionOk="0" h="1488440" w="1488440">
                <a:moveTo>
                  <a:pt x="0" y="744220"/>
                </a:moveTo>
                <a:cubicBezTo>
                  <a:pt x="0" y="333248"/>
                  <a:pt x="333248" y="0"/>
                  <a:pt x="744220" y="0"/>
                </a:cubicBezTo>
                <a:cubicBezTo>
                  <a:pt x="1155192" y="0"/>
                  <a:pt x="1488440" y="333248"/>
                  <a:pt x="1488440" y="744220"/>
                </a:cubicBezTo>
                <a:cubicBezTo>
                  <a:pt x="1488440" y="1155192"/>
                  <a:pt x="1155192" y="1488440"/>
                  <a:pt x="744220" y="1488440"/>
                </a:cubicBezTo>
                <a:cubicBezTo>
                  <a:pt x="333248" y="1488440"/>
                  <a:pt x="0" y="1155192"/>
                  <a:pt x="0" y="744220"/>
                </a:cubicBezTo>
                <a:close/>
              </a:path>
            </a:pathLst>
          </a:custGeom>
          <a:solidFill>
            <a:srgbClr val="0D2B45"/>
          </a:solidFill>
          <a:ln cap="sq" cmpd="sng" w="1905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36" name="Google Shape;936;p11"/>
          <p:cNvGrpSpPr/>
          <p:nvPr/>
        </p:nvGrpSpPr>
        <p:grpSpPr>
          <a:xfrm>
            <a:off x="3154680" y="4828032"/>
            <a:ext cx="960120" cy="315468"/>
            <a:chOff x="0" y="0"/>
            <a:chExt cx="1280160" cy="420624"/>
          </a:xfrm>
        </p:grpSpPr>
        <p:sp>
          <p:nvSpPr>
            <p:cNvPr id="937" name="Google Shape;937;p11"/>
            <p:cNvSpPr/>
            <p:nvPr/>
          </p:nvSpPr>
          <p:spPr>
            <a:xfrm>
              <a:off x="0" y="0"/>
              <a:ext cx="1280160" cy="420624"/>
            </a:xfrm>
            <a:custGeom>
              <a:rect b="b" l="l" r="r" t="t"/>
              <a:pathLst>
                <a:path extrusionOk="0" h="420624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420624"/>
                  </a:lnTo>
                  <a:lnTo>
                    <a:pt x="0" y="42062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9302" l="0" r="0" t="-9302"/>
              </a:stretch>
            </a:blipFill>
            <a:ln>
              <a:noFill/>
            </a:ln>
          </p:spPr>
        </p:sp>
        <p:sp>
          <p:nvSpPr>
            <p:cNvPr id="938" name="Google Shape;938;p11"/>
            <p:cNvSpPr txBox="1"/>
            <p:nvPr/>
          </p:nvSpPr>
          <p:spPr>
            <a:xfrm>
              <a:off x="0" y="0"/>
              <a:ext cx="1280160" cy="4206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350" u="none" cap="none" strike="noStrike">
                  <a:solidFill>
                    <a:srgbClr val="FFFFFF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2</a:t>
              </a:r>
              <a:endParaRPr/>
            </a:p>
          </p:txBody>
        </p:sp>
      </p:grpSp>
      <p:grpSp>
        <p:nvGrpSpPr>
          <p:cNvPr id="939" name="Google Shape;939;p11"/>
          <p:cNvGrpSpPr/>
          <p:nvPr/>
        </p:nvGrpSpPr>
        <p:grpSpPr>
          <a:xfrm>
            <a:off x="2743200" y="5863304"/>
            <a:ext cx="1783080" cy="350044"/>
            <a:chOff x="0" y="-9525"/>
            <a:chExt cx="2377440" cy="466725"/>
          </a:xfrm>
        </p:grpSpPr>
        <p:sp>
          <p:nvSpPr>
            <p:cNvPr id="940" name="Google Shape;940;p11"/>
            <p:cNvSpPr/>
            <p:nvPr/>
          </p:nvSpPr>
          <p:spPr>
            <a:xfrm>
              <a:off x="0" y="0"/>
              <a:ext cx="2377440" cy="457200"/>
            </a:xfrm>
            <a:custGeom>
              <a:rect b="b" l="l" r="r" t="t"/>
              <a:pathLst>
                <a:path extrusionOk="0" h="457200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1321" l="0" r="0" t="-51321"/>
              </a:stretch>
            </a:blipFill>
            <a:ln>
              <a:noFill/>
            </a:ln>
          </p:spPr>
        </p:sp>
        <p:sp>
          <p:nvSpPr>
            <p:cNvPr id="941" name="Google Shape;941;p11"/>
            <p:cNvSpPr txBox="1"/>
            <p:nvPr/>
          </p:nvSpPr>
          <p:spPr>
            <a:xfrm>
              <a:off x="0" y="-9525"/>
              <a:ext cx="2377440" cy="466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Edge-1</a:t>
              </a:r>
              <a:endParaRPr/>
            </a:p>
          </p:txBody>
        </p:sp>
      </p:grpSp>
      <p:cxnSp>
        <p:nvCxnSpPr>
          <p:cNvPr id="942" name="Google Shape;942;p11"/>
          <p:cNvCxnSpPr/>
          <p:nvPr/>
        </p:nvCxnSpPr>
        <p:spPr>
          <a:xfrm rot="81960">
            <a:off x="4195391" y="4996815"/>
            <a:ext cx="1278998" cy="0"/>
          </a:xfrm>
          <a:prstGeom prst="straightConnector1">
            <a:avLst/>
          </a:prstGeom>
          <a:noFill/>
          <a:ln cap="rnd" cmpd="sng" w="19050">
            <a:solidFill>
              <a:srgbClr val="D6E0E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43" name="Google Shape;943;p11"/>
          <p:cNvSpPr/>
          <p:nvPr/>
        </p:nvSpPr>
        <p:spPr>
          <a:xfrm>
            <a:off x="5476875" y="4448175"/>
            <a:ext cx="1116330" cy="1116330"/>
          </a:xfrm>
          <a:custGeom>
            <a:rect b="b" l="l" r="r" t="t"/>
            <a:pathLst>
              <a:path extrusionOk="0" h="1488440" w="1488440">
                <a:moveTo>
                  <a:pt x="0" y="744220"/>
                </a:moveTo>
                <a:cubicBezTo>
                  <a:pt x="0" y="333248"/>
                  <a:pt x="333248" y="0"/>
                  <a:pt x="744220" y="0"/>
                </a:cubicBezTo>
                <a:cubicBezTo>
                  <a:pt x="1155192" y="0"/>
                  <a:pt x="1488440" y="333248"/>
                  <a:pt x="1488440" y="744220"/>
                </a:cubicBezTo>
                <a:cubicBezTo>
                  <a:pt x="1488440" y="1155192"/>
                  <a:pt x="1155192" y="1488440"/>
                  <a:pt x="744220" y="1488440"/>
                </a:cubicBezTo>
                <a:cubicBezTo>
                  <a:pt x="333248" y="1488440"/>
                  <a:pt x="0" y="1155192"/>
                  <a:pt x="0" y="744220"/>
                </a:cubicBezTo>
                <a:close/>
              </a:path>
            </a:pathLst>
          </a:custGeom>
          <a:solidFill>
            <a:srgbClr val="1FA7C8"/>
          </a:solidFill>
          <a:ln cap="sq" cmpd="sng" w="1905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44" name="Google Shape;944;p11"/>
          <p:cNvGrpSpPr/>
          <p:nvPr/>
        </p:nvGrpSpPr>
        <p:grpSpPr>
          <a:xfrm>
            <a:off x="5554980" y="4828032"/>
            <a:ext cx="960120" cy="315468"/>
            <a:chOff x="0" y="0"/>
            <a:chExt cx="1280160" cy="420624"/>
          </a:xfrm>
        </p:grpSpPr>
        <p:sp>
          <p:nvSpPr>
            <p:cNvPr id="945" name="Google Shape;945;p11"/>
            <p:cNvSpPr/>
            <p:nvPr/>
          </p:nvSpPr>
          <p:spPr>
            <a:xfrm>
              <a:off x="0" y="0"/>
              <a:ext cx="1280160" cy="420624"/>
            </a:xfrm>
            <a:custGeom>
              <a:rect b="b" l="l" r="r" t="t"/>
              <a:pathLst>
                <a:path extrusionOk="0" h="420624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420624"/>
                  </a:lnTo>
                  <a:lnTo>
                    <a:pt x="0" y="42062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9302" l="0" r="0" t="-9302"/>
              </a:stretch>
            </a:blipFill>
            <a:ln>
              <a:noFill/>
            </a:ln>
          </p:spPr>
        </p:sp>
        <p:sp>
          <p:nvSpPr>
            <p:cNvPr id="946" name="Google Shape;946;p11"/>
            <p:cNvSpPr txBox="1"/>
            <p:nvPr/>
          </p:nvSpPr>
          <p:spPr>
            <a:xfrm>
              <a:off x="0" y="0"/>
              <a:ext cx="1280160" cy="4206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350" u="none" cap="none" strike="noStrike">
                  <a:solidFill>
                    <a:srgbClr val="FFFFFF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3</a:t>
              </a:r>
              <a:endParaRPr/>
            </a:p>
          </p:txBody>
        </p:sp>
      </p:grpSp>
      <p:grpSp>
        <p:nvGrpSpPr>
          <p:cNvPr id="947" name="Google Shape;947;p11"/>
          <p:cNvGrpSpPr/>
          <p:nvPr/>
        </p:nvGrpSpPr>
        <p:grpSpPr>
          <a:xfrm>
            <a:off x="5143500" y="5863304"/>
            <a:ext cx="1783080" cy="350044"/>
            <a:chOff x="0" y="-9525"/>
            <a:chExt cx="2377440" cy="466725"/>
          </a:xfrm>
        </p:grpSpPr>
        <p:sp>
          <p:nvSpPr>
            <p:cNvPr id="948" name="Google Shape;948;p11"/>
            <p:cNvSpPr/>
            <p:nvPr/>
          </p:nvSpPr>
          <p:spPr>
            <a:xfrm>
              <a:off x="0" y="0"/>
              <a:ext cx="2377440" cy="457200"/>
            </a:xfrm>
            <a:custGeom>
              <a:rect b="b" l="l" r="r" t="t"/>
              <a:pathLst>
                <a:path extrusionOk="0" h="457200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1321" l="0" r="0" t="-51321"/>
              </a:stretch>
            </a:blipFill>
            <a:ln>
              <a:noFill/>
            </a:ln>
          </p:spPr>
        </p:sp>
        <p:sp>
          <p:nvSpPr>
            <p:cNvPr id="949" name="Google Shape;949;p11"/>
            <p:cNvSpPr txBox="1"/>
            <p:nvPr/>
          </p:nvSpPr>
          <p:spPr>
            <a:xfrm>
              <a:off x="0" y="-9525"/>
              <a:ext cx="2377440" cy="466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LISP Query</a:t>
              </a:r>
              <a:endParaRPr/>
            </a:p>
          </p:txBody>
        </p:sp>
      </p:grpSp>
      <p:cxnSp>
        <p:nvCxnSpPr>
          <p:cNvPr id="950" name="Google Shape;950;p11"/>
          <p:cNvCxnSpPr/>
          <p:nvPr/>
        </p:nvCxnSpPr>
        <p:spPr>
          <a:xfrm rot="77760">
            <a:off x="6595701" y="4996815"/>
            <a:ext cx="1347559" cy="0"/>
          </a:xfrm>
          <a:prstGeom prst="straightConnector1">
            <a:avLst/>
          </a:prstGeom>
          <a:noFill/>
          <a:ln cap="rnd" cmpd="sng" w="19050">
            <a:solidFill>
              <a:srgbClr val="D6E0E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51" name="Google Shape;951;p11"/>
          <p:cNvSpPr/>
          <p:nvPr/>
        </p:nvSpPr>
        <p:spPr>
          <a:xfrm>
            <a:off x="7945755" y="4448175"/>
            <a:ext cx="1116330" cy="1116330"/>
          </a:xfrm>
          <a:custGeom>
            <a:rect b="b" l="l" r="r" t="t"/>
            <a:pathLst>
              <a:path extrusionOk="0" h="1488440" w="1488440">
                <a:moveTo>
                  <a:pt x="0" y="744220"/>
                </a:moveTo>
                <a:cubicBezTo>
                  <a:pt x="0" y="333248"/>
                  <a:pt x="333248" y="0"/>
                  <a:pt x="744220" y="0"/>
                </a:cubicBezTo>
                <a:cubicBezTo>
                  <a:pt x="1155192" y="0"/>
                  <a:pt x="1488440" y="333248"/>
                  <a:pt x="1488440" y="744220"/>
                </a:cubicBezTo>
                <a:cubicBezTo>
                  <a:pt x="1488440" y="1155192"/>
                  <a:pt x="1155192" y="1488440"/>
                  <a:pt x="744220" y="1488440"/>
                </a:cubicBezTo>
                <a:cubicBezTo>
                  <a:pt x="333248" y="1488440"/>
                  <a:pt x="0" y="1155192"/>
                  <a:pt x="0" y="744220"/>
                </a:cubicBezTo>
                <a:close/>
              </a:path>
            </a:pathLst>
          </a:custGeom>
          <a:solidFill>
            <a:srgbClr val="1D6FA5"/>
          </a:solidFill>
          <a:ln cap="sq" cmpd="sng" w="1905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52" name="Google Shape;952;p11"/>
          <p:cNvGrpSpPr/>
          <p:nvPr/>
        </p:nvGrpSpPr>
        <p:grpSpPr>
          <a:xfrm>
            <a:off x="8023860" y="4828032"/>
            <a:ext cx="960120" cy="315468"/>
            <a:chOff x="0" y="0"/>
            <a:chExt cx="1280160" cy="420624"/>
          </a:xfrm>
        </p:grpSpPr>
        <p:sp>
          <p:nvSpPr>
            <p:cNvPr id="953" name="Google Shape;953;p11"/>
            <p:cNvSpPr/>
            <p:nvPr/>
          </p:nvSpPr>
          <p:spPr>
            <a:xfrm>
              <a:off x="0" y="0"/>
              <a:ext cx="1280160" cy="420624"/>
            </a:xfrm>
            <a:custGeom>
              <a:rect b="b" l="l" r="r" t="t"/>
              <a:pathLst>
                <a:path extrusionOk="0" h="420624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420624"/>
                  </a:lnTo>
                  <a:lnTo>
                    <a:pt x="0" y="42062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9302" l="0" r="0" t="-9302"/>
              </a:stretch>
            </a:blipFill>
            <a:ln>
              <a:noFill/>
            </a:ln>
          </p:spPr>
        </p:sp>
        <p:sp>
          <p:nvSpPr>
            <p:cNvPr id="954" name="Google Shape;954;p11"/>
            <p:cNvSpPr txBox="1"/>
            <p:nvPr/>
          </p:nvSpPr>
          <p:spPr>
            <a:xfrm>
              <a:off x="0" y="0"/>
              <a:ext cx="1280160" cy="4206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350" u="none" cap="none" strike="noStrike">
                  <a:solidFill>
                    <a:srgbClr val="FFFFFF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4</a:t>
              </a:r>
              <a:endParaRPr/>
            </a:p>
          </p:txBody>
        </p:sp>
      </p:grpSp>
      <p:grpSp>
        <p:nvGrpSpPr>
          <p:cNvPr id="955" name="Google Shape;955;p11"/>
          <p:cNvGrpSpPr/>
          <p:nvPr/>
        </p:nvGrpSpPr>
        <p:grpSpPr>
          <a:xfrm>
            <a:off x="7612380" y="5863304"/>
            <a:ext cx="1783080" cy="350044"/>
            <a:chOff x="0" y="-9525"/>
            <a:chExt cx="2377440" cy="466725"/>
          </a:xfrm>
        </p:grpSpPr>
        <p:sp>
          <p:nvSpPr>
            <p:cNvPr id="956" name="Google Shape;956;p11"/>
            <p:cNvSpPr/>
            <p:nvPr/>
          </p:nvSpPr>
          <p:spPr>
            <a:xfrm>
              <a:off x="0" y="0"/>
              <a:ext cx="2377440" cy="457200"/>
            </a:xfrm>
            <a:custGeom>
              <a:rect b="b" l="l" r="r" t="t"/>
              <a:pathLst>
                <a:path extrusionOk="0" h="457200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1321" l="0" r="0" t="-51321"/>
              </a:stretch>
            </a:blipFill>
            <a:ln>
              <a:noFill/>
            </a:ln>
          </p:spPr>
        </p:sp>
        <p:sp>
          <p:nvSpPr>
            <p:cNvPr id="957" name="Google Shape;957;p11"/>
            <p:cNvSpPr txBox="1"/>
            <p:nvPr/>
          </p:nvSpPr>
          <p:spPr>
            <a:xfrm>
              <a:off x="0" y="-9525"/>
              <a:ext cx="2377440" cy="466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VXLAN</a:t>
              </a:r>
              <a:endParaRPr/>
            </a:p>
          </p:txBody>
        </p:sp>
      </p:grpSp>
      <p:cxnSp>
        <p:nvCxnSpPr>
          <p:cNvPr id="958" name="Google Shape;958;p11"/>
          <p:cNvCxnSpPr/>
          <p:nvPr/>
        </p:nvCxnSpPr>
        <p:spPr>
          <a:xfrm rot="81960">
            <a:off x="9064571" y="4996815"/>
            <a:ext cx="1278998" cy="0"/>
          </a:xfrm>
          <a:prstGeom prst="straightConnector1">
            <a:avLst/>
          </a:prstGeom>
          <a:noFill/>
          <a:ln cap="rnd" cmpd="sng" w="19050">
            <a:solidFill>
              <a:srgbClr val="D6E0E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59" name="Google Shape;959;p11"/>
          <p:cNvSpPr/>
          <p:nvPr/>
        </p:nvSpPr>
        <p:spPr>
          <a:xfrm>
            <a:off x="10346055" y="4448175"/>
            <a:ext cx="1116330" cy="1116330"/>
          </a:xfrm>
          <a:custGeom>
            <a:rect b="b" l="l" r="r" t="t"/>
            <a:pathLst>
              <a:path extrusionOk="0" h="1488440" w="1488440">
                <a:moveTo>
                  <a:pt x="0" y="744220"/>
                </a:moveTo>
                <a:cubicBezTo>
                  <a:pt x="0" y="333248"/>
                  <a:pt x="333248" y="0"/>
                  <a:pt x="744220" y="0"/>
                </a:cubicBezTo>
                <a:cubicBezTo>
                  <a:pt x="1155192" y="0"/>
                  <a:pt x="1488440" y="333248"/>
                  <a:pt x="1488440" y="744220"/>
                </a:cubicBezTo>
                <a:cubicBezTo>
                  <a:pt x="1488440" y="1155192"/>
                  <a:pt x="1155192" y="1488440"/>
                  <a:pt x="744220" y="1488440"/>
                </a:cubicBezTo>
                <a:cubicBezTo>
                  <a:pt x="333248" y="1488440"/>
                  <a:pt x="0" y="1155192"/>
                  <a:pt x="0" y="744220"/>
                </a:cubicBezTo>
                <a:close/>
              </a:path>
            </a:pathLst>
          </a:custGeom>
          <a:solidFill>
            <a:srgbClr val="0D2B45"/>
          </a:solidFill>
          <a:ln cap="sq" cmpd="sng" w="1905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60" name="Google Shape;960;p11"/>
          <p:cNvGrpSpPr/>
          <p:nvPr/>
        </p:nvGrpSpPr>
        <p:grpSpPr>
          <a:xfrm>
            <a:off x="10424160" y="4828032"/>
            <a:ext cx="960120" cy="315468"/>
            <a:chOff x="0" y="0"/>
            <a:chExt cx="1280160" cy="420624"/>
          </a:xfrm>
        </p:grpSpPr>
        <p:sp>
          <p:nvSpPr>
            <p:cNvPr id="961" name="Google Shape;961;p11"/>
            <p:cNvSpPr/>
            <p:nvPr/>
          </p:nvSpPr>
          <p:spPr>
            <a:xfrm>
              <a:off x="0" y="0"/>
              <a:ext cx="1280160" cy="420624"/>
            </a:xfrm>
            <a:custGeom>
              <a:rect b="b" l="l" r="r" t="t"/>
              <a:pathLst>
                <a:path extrusionOk="0" h="420624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420624"/>
                  </a:lnTo>
                  <a:lnTo>
                    <a:pt x="0" y="42062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9302" l="0" r="0" t="-9302"/>
              </a:stretch>
            </a:blipFill>
            <a:ln>
              <a:noFill/>
            </a:ln>
          </p:spPr>
        </p:sp>
        <p:sp>
          <p:nvSpPr>
            <p:cNvPr id="962" name="Google Shape;962;p11"/>
            <p:cNvSpPr txBox="1"/>
            <p:nvPr/>
          </p:nvSpPr>
          <p:spPr>
            <a:xfrm>
              <a:off x="0" y="0"/>
              <a:ext cx="1280160" cy="4206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350" u="none" cap="none" strike="noStrike">
                  <a:solidFill>
                    <a:srgbClr val="FFFFFF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5</a:t>
              </a:r>
              <a:endParaRPr/>
            </a:p>
          </p:txBody>
        </p:sp>
      </p:grpSp>
      <p:grpSp>
        <p:nvGrpSpPr>
          <p:cNvPr id="963" name="Google Shape;963;p11"/>
          <p:cNvGrpSpPr/>
          <p:nvPr/>
        </p:nvGrpSpPr>
        <p:grpSpPr>
          <a:xfrm>
            <a:off x="10012680" y="5863304"/>
            <a:ext cx="1783080" cy="350044"/>
            <a:chOff x="0" y="-9525"/>
            <a:chExt cx="2377440" cy="466725"/>
          </a:xfrm>
        </p:grpSpPr>
        <p:sp>
          <p:nvSpPr>
            <p:cNvPr id="964" name="Google Shape;964;p11"/>
            <p:cNvSpPr/>
            <p:nvPr/>
          </p:nvSpPr>
          <p:spPr>
            <a:xfrm>
              <a:off x="0" y="0"/>
              <a:ext cx="2377440" cy="457200"/>
            </a:xfrm>
            <a:custGeom>
              <a:rect b="b" l="l" r="r" t="t"/>
              <a:pathLst>
                <a:path extrusionOk="0" h="457200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1321" l="0" r="0" t="-51321"/>
              </a:stretch>
            </a:blipFill>
            <a:ln>
              <a:noFill/>
            </a:ln>
          </p:spPr>
        </p:sp>
        <p:sp>
          <p:nvSpPr>
            <p:cNvPr id="965" name="Google Shape;965;p11"/>
            <p:cNvSpPr txBox="1"/>
            <p:nvPr/>
          </p:nvSpPr>
          <p:spPr>
            <a:xfrm>
              <a:off x="0" y="-9525"/>
              <a:ext cx="2377440" cy="466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Edge-2</a:t>
              </a:r>
              <a:endParaRPr/>
            </a:p>
          </p:txBody>
        </p:sp>
      </p:grpSp>
      <p:cxnSp>
        <p:nvCxnSpPr>
          <p:cNvPr id="966" name="Google Shape;966;p11"/>
          <p:cNvCxnSpPr/>
          <p:nvPr/>
        </p:nvCxnSpPr>
        <p:spPr>
          <a:xfrm rot="81960">
            <a:off x="11464871" y="4996815"/>
            <a:ext cx="1278998" cy="0"/>
          </a:xfrm>
          <a:prstGeom prst="straightConnector1">
            <a:avLst/>
          </a:prstGeom>
          <a:noFill/>
          <a:ln cap="rnd" cmpd="sng" w="19050">
            <a:solidFill>
              <a:srgbClr val="D6E0E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67" name="Google Shape;967;p11"/>
          <p:cNvSpPr/>
          <p:nvPr/>
        </p:nvSpPr>
        <p:spPr>
          <a:xfrm>
            <a:off x="12746355" y="4448175"/>
            <a:ext cx="1116330" cy="1116330"/>
          </a:xfrm>
          <a:custGeom>
            <a:rect b="b" l="l" r="r" t="t"/>
            <a:pathLst>
              <a:path extrusionOk="0" h="1488440" w="1488440">
                <a:moveTo>
                  <a:pt x="0" y="744220"/>
                </a:moveTo>
                <a:cubicBezTo>
                  <a:pt x="0" y="333248"/>
                  <a:pt x="333248" y="0"/>
                  <a:pt x="744220" y="0"/>
                </a:cubicBezTo>
                <a:cubicBezTo>
                  <a:pt x="1155192" y="0"/>
                  <a:pt x="1488440" y="333248"/>
                  <a:pt x="1488440" y="744220"/>
                </a:cubicBezTo>
                <a:cubicBezTo>
                  <a:pt x="1488440" y="1155192"/>
                  <a:pt x="1155192" y="1488440"/>
                  <a:pt x="744220" y="1488440"/>
                </a:cubicBezTo>
                <a:cubicBezTo>
                  <a:pt x="333248" y="1488440"/>
                  <a:pt x="0" y="1155192"/>
                  <a:pt x="0" y="744220"/>
                </a:cubicBezTo>
                <a:close/>
              </a:path>
            </a:pathLst>
          </a:custGeom>
          <a:solidFill>
            <a:srgbClr val="0D2B45"/>
          </a:solidFill>
          <a:ln cap="sq" cmpd="sng" w="1905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68" name="Google Shape;968;p11"/>
          <p:cNvGrpSpPr/>
          <p:nvPr/>
        </p:nvGrpSpPr>
        <p:grpSpPr>
          <a:xfrm>
            <a:off x="12824460" y="4828032"/>
            <a:ext cx="960120" cy="315468"/>
            <a:chOff x="0" y="0"/>
            <a:chExt cx="1280160" cy="420624"/>
          </a:xfrm>
        </p:grpSpPr>
        <p:sp>
          <p:nvSpPr>
            <p:cNvPr id="969" name="Google Shape;969;p11"/>
            <p:cNvSpPr/>
            <p:nvPr/>
          </p:nvSpPr>
          <p:spPr>
            <a:xfrm>
              <a:off x="0" y="0"/>
              <a:ext cx="1280160" cy="420624"/>
            </a:xfrm>
            <a:custGeom>
              <a:rect b="b" l="l" r="r" t="t"/>
              <a:pathLst>
                <a:path extrusionOk="0" h="420624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420624"/>
                  </a:lnTo>
                  <a:lnTo>
                    <a:pt x="0" y="42062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9302" l="0" r="0" t="-9302"/>
              </a:stretch>
            </a:blipFill>
            <a:ln>
              <a:noFill/>
            </a:ln>
          </p:spPr>
        </p:sp>
        <p:sp>
          <p:nvSpPr>
            <p:cNvPr id="970" name="Google Shape;970;p11"/>
            <p:cNvSpPr txBox="1"/>
            <p:nvPr/>
          </p:nvSpPr>
          <p:spPr>
            <a:xfrm>
              <a:off x="0" y="0"/>
              <a:ext cx="1280160" cy="4206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350" u="none" cap="none" strike="noStrike">
                  <a:solidFill>
                    <a:srgbClr val="FFFFFF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6</a:t>
              </a:r>
              <a:endParaRPr/>
            </a:p>
          </p:txBody>
        </p:sp>
      </p:grpSp>
      <p:grpSp>
        <p:nvGrpSpPr>
          <p:cNvPr id="971" name="Google Shape;971;p11"/>
          <p:cNvGrpSpPr/>
          <p:nvPr/>
        </p:nvGrpSpPr>
        <p:grpSpPr>
          <a:xfrm>
            <a:off x="12412980" y="5863304"/>
            <a:ext cx="1783080" cy="350044"/>
            <a:chOff x="0" y="-9525"/>
            <a:chExt cx="2377440" cy="466725"/>
          </a:xfrm>
        </p:grpSpPr>
        <p:sp>
          <p:nvSpPr>
            <p:cNvPr id="972" name="Google Shape;972;p11"/>
            <p:cNvSpPr/>
            <p:nvPr/>
          </p:nvSpPr>
          <p:spPr>
            <a:xfrm>
              <a:off x="0" y="0"/>
              <a:ext cx="2377440" cy="457200"/>
            </a:xfrm>
            <a:custGeom>
              <a:rect b="b" l="l" r="r" t="t"/>
              <a:pathLst>
                <a:path extrusionOk="0" h="457200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1321" l="0" r="0" t="-51321"/>
              </a:stretch>
            </a:blipFill>
            <a:ln>
              <a:noFill/>
            </a:ln>
          </p:spPr>
        </p:sp>
        <p:sp>
          <p:nvSpPr>
            <p:cNvPr id="973" name="Google Shape;973;p11"/>
            <p:cNvSpPr txBox="1"/>
            <p:nvPr/>
          </p:nvSpPr>
          <p:spPr>
            <a:xfrm>
              <a:off x="0" y="-9525"/>
              <a:ext cx="2377440" cy="466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PC-B</a:t>
              </a:r>
              <a:endParaRPr/>
            </a:p>
          </p:txBody>
        </p:sp>
      </p:grpSp>
      <p:grpSp>
        <p:nvGrpSpPr>
          <p:cNvPr id="974" name="Google Shape;974;p11"/>
          <p:cNvGrpSpPr/>
          <p:nvPr/>
        </p:nvGrpSpPr>
        <p:grpSpPr>
          <a:xfrm>
            <a:off x="1234440" y="2880360"/>
            <a:ext cx="480060" cy="480060"/>
            <a:chOff x="0" y="0"/>
            <a:chExt cx="640080" cy="640080"/>
          </a:xfrm>
        </p:grpSpPr>
        <p:sp>
          <p:nvSpPr>
            <p:cNvPr id="975" name="Google Shape;975;p11"/>
            <p:cNvSpPr/>
            <p:nvPr/>
          </p:nvSpPr>
          <p:spPr>
            <a:xfrm>
              <a:off x="0" y="0"/>
              <a:ext cx="640080" cy="640080"/>
            </a:xfrm>
            <a:custGeom>
              <a:rect b="b" l="l" r="r" t="t"/>
              <a:pathLst>
                <a:path extrusionOk="0" h="640080" w="640080">
                  <a:moveTo>
                    <a:pt x="0" y="0"/>
                  </a:moveTo>
                  <a:lnTo>
                    <a:pt x="640080" y="0"/>
                  </a:lnTo>
                  <a:lnTo>
                    <a:pt x="640080" y="640080"/>
                  </a:lnTo>
                  <a:lnTo>
                    <a:pt x="0" y="6400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78304" r="-78304" t="0"/>
              </a:stretch>
            </a:blipFill>
            <a:ln>
              <a:noFill/>
            </a:ln>
          </p:spPr>
        </p:sp>
        <p:sp>
          <p:nvSpPr>
            <p:cNvPr id="976" name="Google Shape;976;p11"/>
            <p:cNvSpPr txBox="1"/>
            <p:nvPr/>
          </p:nvSpPr>
          <p:spPr>
            <a:xfrm>
              <a:off x="0" y="0"/>
              <a:ext cx="640080" cy="6400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00" u="none" cap="none" strike="noStrike">
                  <a:solidFill>
                    <a:srgbClr val="1D6FA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1</a:t>
              </a:r>
              <a:endParaRPr/>
            </a:p>
          </p:txBody>
        </p:sp>
      </p:grpSp>
      <p:grpSp>
        <p:nvGrpSpPr>
          <p:cNvPr id="977" name="Google Shape;977;p11"/>
          <p:cNvGrpSpPr/>
          <p:nvPr/>
        </p:nvGrpSpPr>
        <p:grpSpPr>
          <a:xfrm>
            <a:off x="1741932" y="2907792"/>
            <a:ext cx="1645920" cy="384048"/>
            <a:chOff x="0" y="0"/>
            <a:chExt cx="2194560" cy="512064"/>
          </a:xfrm>
        </p:grpSpPr>
        <p:sp>
          <p:nvSpPr>
            <p:cNvPr id="978" name="Google Shape;978;p11"/>
            <p:cNvSpPr/>
            <p:nvPr/>
          </p:nvSpPr>
          <p:spPr>
            <a:xfrm>
              <a:off x="0" y="0"/>
              <a:ext cx="2194560" cy="512064"/>
            </a:xfrm>
            <a:custGeom>
              <a:rect b="b" l="l" r="r" t="t"/>
              <a:pathLst>
                <a:path extrusionOk="0" h="512064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512064"/>
                  </a:lnTo>
                  <a:lnTo>
                    <a:pt x="0" y="51206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3506" l="0" r="0" t="-33506"/>
              </a:stretch>
            </a:blipFill>
            <a:ln>
              <a:noFill/>
            </a:ln>
          </p:spPr>
        </p:sp>
        <p:sp>
          <p:nvSpPr>
            <p:cNvPr id="979" name="Google Shape;979;p11"/>
            <p:cNvSpPr txBox="1"/>
            <p:nvPr/>
          </p:nvSpPr>
          <p:spPr>
            <a:xfrm>
              <a:off x="0" y="0"/>
              <a:ext cx="2194560" cy="5120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50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ส่งข้อมูล</a:t>
              </a:r>
              <a:endParaRPr/>
            </a:p>
          </p:txBody>
        </p:sp>
      </p:grpSp>
      <p:grpSp>
        <p:nvGrpSpPr>
          <p:cNvPr id="980" name="Google Shape;980;p11"/>
          <p:cNvGrpSpPr/>
          <p:nvPr/>
        </p:nvGrpSpPr>
        <p:grpSpPr>
          <a:xfrm>
            <a:off x="3497580" y="2880360"/>
            <a:ext cx="960120" cy="480060"/>
            <a:chOff x="0" y="0"/>
            <a:chExt cx="1280160" cy="640080"/>
          </a:xfrm>
        </p:grpSpPr>
        <p:sp>
          <p:nvSpPr>
            <p:cNvPr id="981" name="Google Shape;981;p11"/>
            <p:cNvSpPr/>
            <p:nvPr/>
          </p:nvSpPr>
          <p:spPr>
            <a:xfrm>
              <a:off x="0" y="0"/>
              <a:ext cx="1280160" cy="640080"/>
            </a:xfrm>
            <a:custGeom>
              <a:rect b="b" l="l" r="r" t="t"/>
              <a:pathLst>
                <a:path extrusionOk="0" h="64008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640080"/>
                  </a:lnTo>
                  <a:lnTo>
                    <a:pt x="0" y="6400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14150" r="-14150" t="0"/>
              </a:stretch>
            </a:blipFill>
            <a:ln>
              <a:noFill/>
            </a:ln>
          </p:spPr>
        </p:sp>
        <p:sp>
          <p:nvSpPr>
            <p:cNvPr id="982" name="Google Shape;982;p11"/>
            <p:cNvSpPr txBox="1"/>
            <p:nvPr/>
          </p:nvSpPr>
          <p:spPr>
            <a:xfrm>
              <a:off x="0" y="0"/>
              <a:ext cx="1280160" cy="6400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00" u="none" cap="none" strike="noStrike">
                  <a:solidFill>
                    <a:srgbClr val="1FA7C8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2–3</a:t>
              </a:r>
              <a:endParaRPr/>
            </a:p>
          </p:txBody>
        </p:sp>
      </p:grpSp>
      <p:grpSp>
        <p:nvGrpSpPr>
          <p:cNvPr id="983" name="Google Shape;983;p11"/>
          <p:cNvGrpSpPr/>
          <p:nvPr/>
        </p:nvGrpSpPr>
        <p:grpSpPr>
          <a:xfrm>
            <a:off x="4526280" y="2907792"/>
            <a:ext cx="2743200" cy="384048"/>
            <a:chOff x="0" y="0"/>
            <a:chExt cx="3657600" cy="512064"/>
          </a:xfrm>
        </p:grpSpPr>
        <p:sp>
          <p:nvSpPr>
            <p:cNvPr id="984" name="Google Shape;984;p11"/>
            <p:cNvSpPr/>
            <p:nvPr/>
          </p:nvSpPr>
          <p:spPr>
            <a:xfrm>
              <a:off x="0" y="0"/>
              <a:ext cx="3657600" cy="512064"/>
            </a:xfrm>
            <a:custGeom>
              <a:rect b="b" l="l" r="r" t="t"/>
              <a:pathLst>
                <a:path extrusionOk="0" h="51206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12064"/>
                  </a:lnTo>
                  <a:lnTo>
                    <a:pt x="0" y="51206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89175" l="0" r="0" t="-89175"/>
              </a:stretch>
            </a:blipFill>
            <a:ln>
              <a:noFill/>
            </a:ln>
          </p:spPr>
        </p:sp>
        <p:sp>
          <p:nvSpPr>
            <p:cNvPr id="985" name="Google Shape;985;p11"/>
            <p:cNvSpPr txBox="1"/>
            <p:nvPr/>
          </p:nvSpPr>
          <p:spPr>
            <a:xfrm>
              <a:off x="0" y="0"/>
              <a:ext cx="3657600" cy="5120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50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Query Control Plane</a:t>
              </a:r>
              <a:endParaRPr/>
            </a:p>
          </p:txBody>
        </p:sp>
      </p:grpSp>
      <p:grpSp>
        <p:nvGrpSpPr>
          <p:cNvPr id="986" name="Google Shape;986;p11"/>
          <p:cNvGrpSpPr/>
          <p:nvPr/>
        </p:nvGrpSpPr>
        <p:grpSpPr>
          <a:xfrm>
            <a:off x="7955280" y="2880360"/>
            <a:ext cx="480060" cy="480060"/>
            <a:chOff x="0" y="0"/>
            <a:chExt cx="640080" cy="640080"/>
          </a:xfrm>
        </p:grpSpPr>
        <p:sp>
          <p:nvSpPr>
            <p:cNvPr id="987" name="Google Shape;987;p11"/>
            <p:cNvSpPr/>
            <p:nvPr/>
          </p:nvSpPr>
          <p:spPr>
            <a:xfrm>
              <a:off x="0" y="0"/>
              <a:ext cx="640080" cy="640080"/>
            </a:xfrm>
            <a:custGeom>
              <a:rect b="b" l="l" r="r" t="t"/>
              <a:pathLst>
                <a:path extrusionOk="0" h="640080" w="640080">
                  <a:moveTo>
                    <a:pt x="0" y="0"/>
                  </a:moveTo>
                  <a:lnTo>
                    <a:pt x="640080" y="0"/>
                  </a:lnTo>
                  <a:lnTo>
                    <a:pt x="640080" y="640080"/>
                  </a:lnTo>
                  <a:lnTo>
                    <a:pt x="0" y="6400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78304" r="-78304" t="0"/>
              </a:stretch>
            </a:blipFill>
            <a:ln>
              <a:noFill/>
            </a:ln>
          </p:spPr>
        </p:sp>
        <p:sp>
          <p:nvSpPr>
            <p:cNvPr id="988" name="Google Shape;988;p11"/>
            <p:cNvSpPr txBox="1"/>
            <p:nvPr/>
          </p:nvSpPr>
          <p:spPr>
            <a:xfrm>
              <a:off x="0" y="0"/>
              <a:ext cx="640080" cy="6400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00" u="none" cap="none" strike="noStrike">
                  <a:solidFill>
                    <a:srgbClr val="1D6FA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4</a:t>
              </a:r>
              <a:endParaRPr/>
            </a:p>
          </p:txBody>
        </p:sp>
      </p:grpSp>
      <p:grpSp>
        <p:nvGrpSpPr>
          <p:cNvPr id="989" name="Google Shape;989;p11"/>
          <p:cNvGrpSpPr/>
          <p:nvPr/>
        </p:nvGrpSpPr>
        <p:grpSpPr>
          <a:xfrm>
            <a:off x="8476488" y="2907792"/>
            <a:ext cx="1783080" cy="384048"/>
            <a:chOff x="0" y="0"/>
            <a:chExt cx="2377440" cy="512064"/>
          </a:xfrm>
        </p:grpSpPr>
        <p:sp>
          <p:nvSpPr>
            <p:cNvPr id="990" name="Google Shape;990;p11"/>
            <p:cNvSpPr/>
            <p:nvPr/>
          </p:nvSpPr>
          <p:spPr>
            <a:xfrm>
              <a:off x="0" y="0"/>
              <a:ext cx="2377440" cy="512064"/>
            </a:xfrm>
            <a:custGeom>
              <a:rect b="b" l="l" r="r" t="t"/>
              <a:pathLst>
                <a:path extrusionOk="0" h="512064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512064"/>
                  </a:lnTo>
                  <a:lnTo>
                    <a:pt x="0" y="51206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0465" l="0" r="0" t="-40465"/>
              </a:stretch>
            </a:blipFill>
            <a:ln>
              <a:noFill/>
            </a:ln>
          </p:spPr>
        </p:sp>
        <p:sp>
          <p:nvSpPr>
            <p:cNvPr id="991" name="Google Shape;991;p11"/>
            <p:cNvSpPr txBox="1"/>
            <p:nvPr/>
          </p:nvSpPr>
          <p:spPr>
            <a:xfrm>
              <a:off x="0" y="0"/>
              <a:ext cx="2377440" cy="5120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50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Encapsulate</a:t>
              </a:r>
              <a:endParaRPr/>
            </a:p>
          </p:txBody>
        </p:sp>
      </p:grpSp>
      <p:grpSp>
        <p:nvGrpSpPr>
          <p:cNvPr id="992" name="Google Shape;992;p11"/>
          <p:cNvGrpSpPr/>
          <p:nvPr/>
        </p:nvGrpSpPr>
        <p:grpSpPr>
          <a:xfrm>
            <a:off x="11109960" y="2880360"/>
            <a:ext cx="960120" cy="480060"/>
            <a:chOff x="0" y="0"/>
            <a:chExt cx="1280160" cy="640080"/>
          </a:xfrm>
        </p:grpSpPr>
        <p:sp>
          <p:nvSpPr>
            <p:cNvPr id="993" name="Google Shape;993;p11"/>
            <p:cNvSpPr/>
            <p:nvPr/>
          </p:nvSpPr>
          <p:spPr>
            <a:xfrm>
              <a:off x="0" y="0"/>
              <a:ext cx="1280160" cy="640080"/>
            </a:xfrm>
            <a:custGeom>
              <a:rect b="b" l="l" r="r" t="t"/>
              <a:pathLst>
                <a:path extrusionOk="0" h="64008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640080"/>
                  </a:lnTo>
                  <a:lnTo>
                    <a:pt x="0" y="6400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14150" r="-14150" t="0"/>
              </a:stretch>
            </a:blipFill>
            <a:ln>
              <a:noFill/>
            </a:ln>
          </p:spPr>
        </p:sp>
        <p:sp>
          <p:nvSpPr>
            <p:cNvPr id="994" name="Google Shape;994;p11"/>
            <p:cNvSpPr txBox="1"/>
            <p:nvPr/>
          </p:nvSpPr>
          <p:spPr>
            <a:xfrm>
              <a:off x="0" y="0"/>
              <a:ext cx="1280160" cy="6400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00" u="none" cap="none" strike="noStrike">
                  <a:solidFill>
                    <a:srgbClr val="1F8A8A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5–6</a:t>
              </a:r>
              <a:endParaRPr/>
            </a:p>
          </p:txBody>
        </p:sp>
      </p:grpSp>
      <p:grpSp>
        <p:nvGrpSpPr>
          <p:cNvPr id="995" name="Google Shape;995;p11"/>
          <p:cNvGrpSpPr/>
          <p:nvPr/>
        </p:nvGrpSpPr>
        <p:grpSpPr>
          <a:xfrm>
            <a:off x="12138660" y="2907792"/>
            <a:ext cx="3291840" cy="384048"/>
            <a:chOff x="0" y="0"/>
            <a:chExt cx="4389120" cy="512064"/>
          </a:xfrm>
        </p:grpSpPr>
        <p:sp>
          <p:nvSpPr>
            <p:cNvPr id="996" name="Google Shape;996;p11"/>
            <p:cNvSpPr/>
            <p:nvPr/>
          </p:nvSpPr>
          <p:spPr>
            <a:xfrm>
              <a:off x="0" y="0"/>
              <a:ext cx="4389120" cy="512064"/>
            </a:xfrm>
            <a:custGeom>
              <a:rect b="b" l="l" r="r" t="t"/>
              <a:pathLst>
                <a:path extrusionOk="0" h="512064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512064"/>
                  </a:lnTo>
                  <a:lnTo>
                    <a:pt x="0" y="51206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17012" l="0" r="0" t="-117012"/>
              </a:stretch>
            </a:blipFill>
            <a:ln>
              <a:noFill/>
            </a:ln>
          </p:spPr>
        </p:sp>
        <p:sp>
          <p:nvSpPr>
            <p:cNvPr id="997" name="Google Shape;997;p11"/>
            <p:cNvSpPr txBox="1"/>
            <p:nvPr/>
          </p:nvSpPr>
          <p:spPr>
            <a:xfrm>
              <a:off x="0" y="0"/>
              <a:ext cx="4389120" cy="5120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50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ส่งถึงปลายทาง + Decap</a:t>
              </a:r>
              <a:endParaRPr/>
            </a:p>
          </p:txBody>
        </p:sp>
      </p:grpSp>
      <p:sp>
        <p:nvSpPr>
          <p:cNvPr id="998" name="Google Shape;998;p11"/>
          <p:cNvSpPr/>
          <p:nvPr/>
        </p:nvSpPr>
        <p:spPr>
          <a:xfrm>
            <a:off x="3007995" y="7191375"/>
            <a:ext cx="12089129" cy="1116330"/>
          </a:xfrm>
          <a:custGeom>
            <a:rect b="b" l="l" r="r" t="t"/>
            <a:pathLst>
              <a:path extrusionOk="0" h="1488440" w="16118839">
                <a:moveTo>
                  <a:pt x="0" y="148844"/>
                </a:moveTo>
                <a:cubicBezTo>
                  <a:pt x="0" y="66675"/>
                  <a:pt x="66675" y="0"/>
                  <a:pt x="148844" y="0"/>
                </a:cubicBezTo>
                <a:lnTo>
                  <a:pt x="15969996" y="0"/>
                </a:lnTo>
                <a:cubicBezTo>
                  <a:pt x="16052164" y="0"/>
                  <a:pt x="16118839" y="66675"/>
                  <a:pt x="16118839" y="148844"/>
                </a:cubicBezTo>
                <a:lnTo>
                  <a:pt x="16118839" y="1339596"/>
                </a:lnTo>
                <a:cubicBezTo>
                  <a:pt x="16118839" y="1421765"/>
                  <a:pt x="16052164" y="1488440"/>
                  <a:pt x="15969996" y="1488440"/>
                </a:cubicBezTo>
                <a:lnTo>
                  <a:pt x="148844" y="1488440"/>
                </a:lnTo>
                <a:cubicBezTo>
                  <a:pt x="66675" y="1488440"/>
                  <a:pt x="0" y="1421765"/>
                  <a:pt x="0" y="1339596"/>
                </a:cubicBezTo>
                <a:close/>
              </a:path>
            </a:pathLst>
          </a:custGeom>
          <a:solidFill>
            <a:srgbClr val="0D2B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99" name="Google Shape;999;p11"/>
          <p:cNvGrpSpPr/>
          <p:nvPr/>
        </p:nvGrpSpPr>
        <p:grpSpPr>
          <a:xfrm>
            <a:off x="3429000" y="7530084"/>
            <a:ext cx="11247121" cy="411480"/>
            <a:chOff x="0" y="0"/>
            <a:chExt cx="14996161" cy="548640"/>
          </a:xfrm>
        </p:grpSpPr>
        <p:sp>
          <p:nvSpPr>
            <p:cNvPr id="1000" name="Google Shape;1000;p11"/>
            <p:cNvSpPr/>
            <p:nvPr/>
          </p:nvSpPr>
          <p:spPr>
            <a:xfrm>
              <a:off x="0" y="0"/>
              <a:ext cx="14996161" cy="548640"/>
            </a:xfrm>
            <a:custGeom>
              <a:rect b="b" l="l" r="r" t="t"/>
              <a:pathLst>
                <a:path extrusionOk="0" h="548640" w="14996161">
                  <a:moveTo>
                    <a:pt x="0" y="0"/>
                  </a:moveTo>
                  <a:lnTo>
                    <a:pt x="14996161" y="0"/>
                  </a:lnTo>
                  <a:lnTo>
                    <a:pt x="14996161" y="548640"/>
                  </a:lnTo>
                  <a:lnTo>
                    <a:pt x="0" y="5486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82595" l="0" r="0" t="-482595"/>
              </a:stretch>
            </a:blipFill>
            <a:ln>
              <a:noFill/>
            </a:ln>
          </p:spPr>
        </p:sp>
        <p:sp>
          <p:nvSpPr>
            <p:cNvPr id="1001" name="Google Shape;1001;p11"/>
            <p:cNvSpPr txBox="1"/>
            <p:nvPr/>
          </p:nvSpPr>
          <p:spPr>
            <a:xfrm>
              <a:off x="0" y="9525"/>
              <a:ext cx="14996160" cy="5391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50" u="none" cap="none" strike="noStrike">
                  <a:solidFill>
                    <a:srgbClr val="FFFFFF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LISP = หา | VXLAN = ส่ง | Underlay = ขนส่ง</a:t>
              </a:r>
              <a:endParaRPr/>
            </a:p>
          </p:txBody>
        </p:sp>
      </p:grpSp>
      <p:grpSp>
        <p:nvGrpSpPr>
          <p:cNvPr id="1002" name="Google Shape;1002;p11"/>
          <p:cNvGrpSpPr/>
          <p:nvPr/>
        </p:nvGrpSpPr>
        <p:grpSpPr>
          <a:xfrm>
            <a:off x="12550140" y="9484328"/>
            <a:ext cx="4389120" cy="254032"/>
            <a:chOff x="0" y="-9525"/>
            <a:chExt cx="5852160" cy="338709"/>
          </a:xfrm>
        </p:grpSpPr>
        <p:sp>
          <p:nvSpPr>
            <p:cNvPr id="1003" name="Google Shape;1003;p11"/>
            <p:cNvSpPr/>
            <p:nvPr/>
          </p:nvSpPr>
          <p:spPr>
            <a:xfrm>
              <a:off x="0" y="0"/>
              <a:ext cx="5852160" cy="329184"/>
            </a:xfrm>
            <a:custGeom>
              <a:rect b="b" l="l" r="r" t="t"/>
              <a:pathLst>
                <a:path extrusionOk="0" h="329184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329184"/>
                  </a:lnTo>
                  <a:lnTo>
                    <a:pt x="0" y="32918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96404" l="0" r="0" t="-296404"/>
              </a:stretch>
            </a:blipFill>
            <a:ln>
              <a:noFill/>
            </a:ln>
          </p:spPr>
        </p:sp>
        <p:sp>
          <p:nvSpPr>
            <p:cNvPr id="1004" name="Google Shape;1004;p11"/>
            <p:cNvSpPr txBox="1"/>
            <p:nvPr/>
          </p:nvSpPr>
          <p:spPr>
            <a:xfrm>
              <a:off x="0" y="-9525"/>
              <a:ext cx="5852160" cy="3387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5" u="none" cap="none" strike="noStrike">
                  <a:solidFill>
                    <a:srgbClr val="8795A4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Source: Cisco CCNP Enterprise • Chapter 23</a:t>
              </a:r>
              <a:endParaRPr/>
            </a:p>
          </p:txBody>
        </p:sp>
      </p:grpSp>
      <p:sp>
        <p:nvSpPr>
          <p:cNvPr id="1005" name="Google Shape;1005;p11"/>
          <p:cNvSpPr txBox="1"/>
          <p:nvPr/>
        </p:nvSpPr>
        <p:spPr>
          <a:xfrm>
            <a:off x="16527780" y="9806940"/>
            <a:ext cx="10287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B7785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11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9FC"/>
        </a:solidFill>
      </p:bgPr>
    </p:bg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14" name="Google Shape;1014;p12"/>
          <p:cNvCxnSpPr/>
          <p:nvPr/>
        </p:nvCxnSpPr>
        <p:spPr>
          <a:xfrm rot="3840">
            <a:off x="607685" y="9802178"/>
            <a:ext cx="17026900" cy="0"/>
          </a:xfrm>
          <a:prstGeom prst="straightConnector1">
            <a:avLst/>
          </a:prstGeom>
          <a:noFill/>
          <a:ln cap="rnd" cmpd="sng" w="9525">
            <a:solidFill>
              <a:srgbClr val="D6E0EA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015" name="Google Shape;1015;p12"/>
          <p:cNvGrpSpPr/>
          <p:nvPr/>
        </p:nvGrpSpPr>
        <p:grpSpPr>
          <a:xfrm>
            <a:off x="754380" y="9868376"/>
            <a:ext cx="11658600" cy="254032"/>
            <a:chOff x="0" y="-9525"/>
            <a:chExt cx="15544800" cy="338709"/>
          </a:xfrm>
        </p:grpSpPr>
        <p:sp>
          <p:nvSpPr>
            <p:cNvPr id="1016" name="Google Shape;1016;p12"/>
            <p:cNvSpPr/>
            <p:nvPr/>
          </p:nvSpPr>
          <p:spPr>
            <a:xfrm>
              <a:off x="0" y="0"/>
              <a:ext cx="15544800" cy="329184"/>
            </a:xfrm>
            <a:custGeom>
              <a:rect b="b" l="l" r="r" t="t"/>
              <a:pathLst>
                <a:path extrusionOk="0" h="329184" w="15544800">
                  <a:moveTo>
                    <a:pt x="0" y="0"/>
                  </a:moveTo>
                  <a:lnTo>
                    <a:pt x="15544800" y="0"/>
                  </a:lnTo>
                  <a:lnTo>
                    <a:pt x="15544800" y="329184"/>
                  </a:lnTo>
                  <a:lnTo>
                    <a:pt x="0" y="32918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870132" l="0" r="0" t="-870132"/>
              </a:stretch>
            </a:blipFill>
            <a:ln>
              <a:noFill/>
            </a:ln>
          </p:spPr>
        </p:sp>
        <p:sp>
          <p:nvSpPr>
            <p:cNvPr id="1017" name="Google Shape;1017;p12"/>
            <p:cNvSpPr txBox="1"/>
            <p:nvPr/>
          </p:nvSpPr>
          <p:spPr>
            <a:xfrm>
              <a:off x="0" y="-9525"/>
              <a:ext cx="15544800" cy="3387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5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FABRIC TECHNOLOGIES  •  CCNP ENTERPRISE / CHAPTER 23</a:t>
              </a:r>
              <a:endParaRPr/>
            </a:p>
          </p:txBody>
        </p:sp>
      </p:grpSp>
      <p:grpSp>
        <p:nvGrpSpPr>
          <p:cNvPr id="1018" name="Google Shape;1018;p12"/>
          <p:cNvGrpSpPr/>
          <p:nvPr/>
        </p:nvGrpSpPr>
        <p:grpSpPr>
          <a:xfrm>
            <a:off x="822960" y="480060"/>
            <a:ext cx="6172200" cy="301752"/>
            <a:chOff x="0" y="0"/>
            <a:chExt cx="8229600" cy="402336"/>
          </a:xfrm>
        </p:grpSpPr>
        <p:sp>
          <p:nvSpPr>
            <p:cNvPr id="1019" name="Google Shape;1019;p12"/>
            <p:cNvSpPr/>
            <p:nvPr/>
          </p:nvSpPr>
          <p:spPr>
            <a:xfrm>
              <a:off x="0" y="0"/>
              <a:ext cx="8229600" cy="402336"/>
            </a:xfrm>
            <a:custGeom>
              <a:rect b="b" l="l" r="r" t="t"/>
              <a:pathLst>
                <a:path extrusionOk="0" h="402336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402336"/>
                  </a:lnTo>
                  <a:lnTo>
                    <a:pt x="0" y="40233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48534" l="0" r="0" t="-348534"/>
              </a:stretch>
            </a:blipFill>
            <a:ln>
              <a:noFill/>
            </a:ln>
          </p:spPr>
        </p:sp>
        <p:sp>
          <p:nvSpPr>
            <p:cNvPr id="1020" name="Google Shape;1020;p12"/>
            <p:cNvSpPr txBox="1"/>
            <p:nvPr/>
          </p:nvSpPr>
          <p:spPr>
            <a:xfrm>
              <a:off x="0" y="0"/>
              <a:ext cx="8229600" cy="4023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75" u="none" cap="none" strike="noStrike">
                  <a:solidFill>
                    <a:srgbClr val="1FA7C8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11 / WAN FABRIC</a:t>
              </a:r>
              <a:endParaRPr/>
            </a:p>
          </p:txBody>
        </p:sp>
      </p:grpSp>
      <p:grpSp>
        <p:nvGrpSpPr>
          <p:cNvPr id="1021" name="Google Shape;1021;p12"/>
          <p:cNvGrpSpPr/>
          <p:nvPr/>
        </p:nvGrpSpPr>
        <p:grpSpPr>
          <a:xfrm>
            <a:off x="822960" y="884396"/>
            <a:ext cx="16322040" cy="761524"/>
            <a:chOff x="0" y="-9525"/>
            <a:chExt cx="21762720" cy="1015365"/>
          </a:xfrm>
        </p:grpSpPr>
        <p:sp>
          <p:nvSpPr>
            <p:cNvPr id="1022" name="Google Shape;1022;p12"/>
            <p:cNvSpPr/>
            <p:nvPr/>
          </p:nvSpPr>
          <p:spPr>
            <a:xfrm>
              <a:off x="0" y="0"/>
              <a:ext cx="21762720" cy="1005840"/>
            </a:xfrm>
            <a:custGeom>
              <a:rect b="b" l="l" r="r" t="t"/>
              <a:pathLst>
                <a:path extrusionOk="0" h="100584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005840"/>
                  </a:lnTo>
                  <a:lnTo>
                    <a:pt x="0" y="10058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71585" l="0" r="0" t="-371585"/>
              </a:stretch>
            </a:blipFill>
            <a:ln>
              <a:noFill/>
            </a:ln>
          </p:spPr>
        </p:sp>
        <p:sp>
          <p:nvSpPr>
            <p:cNvPr id="1023" name="Google Shape;1023;p12"/>
            <p:cNvSpPr txBox="1"/>
            <p:nvPr/>
          </p:nvSpPr>
          <p:spPr>
            <a:xfrm>
              <a:off x="0" y="-9525"/>
              <a:ext cx="21762720" cy="10153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200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SD-WAN</a:t>
              </a:r>
              <a:endParaRPr/>
            </a:p>
          </p:txBody>
        </p:sp>
      </p:grpSp>
      <p:grpSp>
        <p:nvGrpSpPr>
          <p:cNvPr id="1024" name="Google Shape;1024;p12"/>
          <p:cNvGrpSpPr/>
          <p:nvPr/>
        </p:nvGrpSpPr>
        <p:grpSpPr>
          <a:xfrm>
            <a:off x="822960" y="1728216"/>
            <a:ext cx="16459200" cy="521208"/>
            <a:chOff x="0" y="0"/>
            <a:chExt cx="21945600" cy="694944"/>
          </a:xfrm>
        </p:grpSpPr>
        <p:sp>
          <p:nvSpPr>
            <p:cNvPr id="1025" name="Google Shape;1025;p12"/>
            <p:cNvSpPr/>
            <p:nvPr/>
          </p:nvSpPr>
          <p:spPr>
            <a:xfrm>
              <a:off x="0" y="0"/>
              <a:ext cx="21945600" cy="694944"/>
            </a:xfrm>
            <a:custGeom>
              <a:rect b="b" l="l" r="r" t="t"/>
              <a:pathLst>
                <a:path extrusionOk="0" h="69494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94944"/>
                  </a:lnTo>
                  <a:lnTo>
                    <a:pt x="0" y="69494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65309" l="0" r="0" t="-565309"/>
              </a:stretch>
            </a:blipFill>
            <a:ln>
              <a:noFill/>
            </a:ln>
          </p:spPr>
        </p:sp>
        <p:sp>
          <p:nvSpPr>
            <p:cNvPr id="1026" name="Google Shape;1026;p12"/>
            <p:cNvSpPr txBox="1"/>
            <p:nvPr/>
          </p:nvSpPr>
          <p:spPr>
            <a:xfrm>
              <a:off x="0" y="0"/>
              <a:ext cx="21945600" cy="6949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75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Software-Defined WAN สำหรับการเชื่อม Network ระหว่าง Site / Branch</a:t>
              </a:r>
              <a:endParaRPr/>
            </a:p>
          </p:txBody>
        </p:sp>
      </p:grpSp>
      <p:sp>
        <p:nvSpPr>
          <p:cNvPr id="1027" name="Google Shape;1027;p12"/>
          <p:cNvSpPr/>
          <p:nvPr/>
        </p:nvSpPr>
        <p:spPr>
          <a:xfrm>
            <a:off x="1362075" y="3007995"/>
            <a:ext cx="2145030" cy="1143857"/>
          </a:xfrm>
          <a:custGeom>
            <a:rect b="b" l="l" r="r" t="t"/>
            <a:pathLst>
              <a:path extrusionOk="0" h="1525143" w="2860040">
                <a:moveTo>
                  <a:pt x="0" y="148844"/>
                </a:moveTo>
                <a:cubicBezTo>
                  <a:pt x="0" y="66548"/>
                  <a:pt x="66548" y="0"/>
                  <a:pt x="148844" y="0"/>
                </a:cubicBezTo>
                <a:lnTo>
                  <a:pt x="2711196" y="0"/>
                </a:lnTo>
                <a:cubicBezTo>
                  <a:pt x="2793365" y="0"/>
                  <a:pt x="2860040" y="66548"/>
                  <a:pt x="2860040" y="148844"/>
                </a:cubicBezTo>
                <a:lnTo>
                  <a:pt x="2860040" y="1376299"/>
                </a:lnTo>
                <a:cubicBezTo>
                  <a:pt x="2860040" y="1458468"/>
                  <a:pt x="2793492" y="1525143"/>
                  <a:pt x="2711196" y="1525143"/>
                </a:cubicBezTo>
                <a:lnTo>
                  <a:pt x="148844" y="1525143"/>
                </a:lnTo>
                <a:cubicBezTo>
                  <a:pt x="66548" y="1525016"/>
                  <a:pt x="0" y="1458468"/>
                  <a:pt x="0" y="1376172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D6E0E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28" name="Google Shape;1028;p12"/>
          <p:cNvGrpSpPr/>
          <p:nvPr/>
        </p:nvGrpSpPr>
        <p:grpSpPr>
          <a:xfrm>
            <a:off x="1371600" y="3339560"/>
            <a:ext cx="2125980" cy="350044"/>
            <a:chOff x="0" y="-9525"/>
            <a:chExt cx="2834640" cy="466725"/>
          </a:xfrm>
        </p:grpSpPr>
        <p:sp>
          <p:nvSpPr>
            <p:cNvPr id="1029" name="Google Shape;1029;p12"/>
            <p:cNvSpPr/>
            <p:nvPr/>
          </p:nvSpPr>
          <p:spPr>
            <a:xfrm>
              <a:off x="0" y="0"/>
              <a:ext cx="2834640" cy="457200"/>
            </a:xfrm>
            <a:custGeom>
              <a:rect b="b" l="l" r="r" t="t"/>
              <a:pathLst>
                <a:path extrusionOk="0" h="457200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70808" l="0" r="0" t="-70808"/>
              </a:stretch>
            </a:blipFill>
            <a:ln>
              <a:noFill/>
            </a:ln>
          </p:spPr>
        </p:sp>
        <p:sp>
          <p:nvSpPr>
            <p:cNvPr id="1030" name="Google Shape;1030;p12"/>
            <p:cNvSpPr txBox="1"/>
            <p:nvPr/>
          </p:nvSpPr>
          <p:spPr>
            <a:xfrm>
              <a:off x="0" y="-9525"/>
              <a:ext cx="2834640" cy="466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950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Branch A</a:t>
              </a:r>
              <a:endParaRPr/>
            </a:p>
          </p:txBody>
        </p:sp>
      </p:grpSp>
      <p:sp>
        <p:nvSpPr>
          <p:cNvPr id="1031" name="Google Shape;1031;p12"/>
          <p:cNvSpPr/>
          <p:nvPr/>
        </p:nvSpPr>
        <p:spPr>
          <a:xfrm>
            <a:off x="1362075" y="5956935"/>
            <a:ext cx="2145030" cy="1143857"/>
          </a:xfrm>
          <a:custGeom>
            <a:rect b="b" l="l" r="r" t="t"/>
            <a:pathLst>
              <a:path extrusionOk="0" h="1525143" w="2860040">
                <a:moveTo>
                  <a:pt x="0" y="148844"/>
                </a:moveTo>
                <a:cubicBezTo>
                  <a:pt x="0" y="66548"/>
                  <a:pt x="66548" y="0"/>
                  <a:pt x="148844" y="0"/>
                </a:cubicBezTo>
                <a:lnTo>
                  <a:pt x="2711196" y="0"/>
                </a:lnTo>
                <a:cubicBezTo>
                  <a:pt x="2793365" y="0"/>
                  <a:pt x="2860040" y="66548"/>
                  <a:pt x="2860040" y="148844"/>
                </a:cubicBezTo>
                <a:lnTo>
                  <a:pt x="2860040" y="1376299"/>
                </a:lnTo>
                <a:cubicBezTo>
                  <a:pt x="2860040" y="1458468"/>
                  <a:pt x="2793492" y="1525143"/>
                  <a:pt x="2711196" y="1525143"/>
                </a:cubicBezTo>
                <a:lnTo>
                  <a:pt x="148844" y="1525143"/>
                </a:lnTo>
                <a:cubicBezTo>
                  <a:pt x="66548" y="1525016"/>
                  <a:pt x="0" y="1458468"/>
                  <a:pt x="0" y="1376172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D6E0E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32" name="Google Shape;1032;p12"/>
          <p:cNvGrpSpPr/>
          <p:nvPr/>
        </p:nvGrpSpPr>
        <p:grpSpPr>
          <a:xfrm>
            <a:off x="1371600" y="6288500"/>
            <a:ext cx="2125980" cy="350044"/>
            <a:chOff x="0" y="-9525"/>
            <a:chExt cx="2834640" cy="466725"/>
          </a:xfrm>
        </p:grpSpPr>
        <p:sp>
          <p:nvSpPr>
            <p:cNvPr id="1033" name="Google Shape;1033;p12"/>
            <p:cNvSpPr/>
            <p:nvPr/>
          </p:nvSpPr>
          <p:spPr>
            <a:xfrm>
              <a:off x="0" y="0"/>
              <a:ext cx="2834640" cy="457200"/>
            </a:xfrm>
            <a:custGeom>
              <a:rect b="b" l="l" r="r" t="t"/>
              <a:pathLst>
                <a:path extrusionOk="0" h="457200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70808" l="0" r="0" t="-70808"/>
              </a:stretch>
            </a:blipFill>
            <a:ln>
              <a:noFill/>
            </a:ln>
          </p:spPr>
        </p:sp>
        <p:sp>
          <p:nvSpPr>
            <p:cNvPr id="1034" name="Google Shape;1034;p12"/>
            <p:cNvSpPr txBox="1"/>
            <p:nvPr/>
          </p:nvSpPr>
          <p:spPr>
            <a:xfrm>
              <a:off x="0" y="-9525"/>
              <a:ext cx="2834640" cy="466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950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Branch B</a:t>
              </a:r>
              <a:endParaRPr/>
            </a:p>
          </p:txBody>
        </p:sp>
      </p:grpSp>
      <p:sp>
        <p:nvSpPr>
          <p:cNvPr id="1035" name="Google Shape;1035;p12"/>
          <p:cNvSpPr/>
          <p:nvPr/>
        </p:nvSpPr>
        <p:spPr>
          <a:xfrm>
            <a:off x="13432155" y="4448175"/>
            <a:ext cx="2145030" cy="1143857"/>
          </a:xfrm>
          <a:custGeom>
            <a:rect b="b" l="l" r="r" t="t"/>
            <a:pathLst>
              <a:path extrusionOk="0" h="1525143" w="2860040">
                <a:moveTo>
                  <a:pt x="0" y="148844"/>
                </a:moveTo>
                <a:cubicBezTo>
                  <a:pt x="0" y="66548"/>
                  <a:pt x="66548" y="0"/>
                  <a:pt x="148844" y="0"/>
                </a:cubicBezTo>
                <a:lnTo>
                  <a:pt x="2711196" y="0"/>
                </a:lnTo>
                <a:cubicBezTo>
                  <a:pt x="2793365" y="0"/>
                  <a:pt x="2860040" y="66548"/>
                  <a:pt x="2860040" y="148844"/>
                </a:cubicBezTo>
                <a:lnTo>
                  <a:pt x="2860040" y="1376299"/>
                </a:lnTo>
                <a:cubicBezTo>
                  <a:pt x="2860040" y="1458468"/>
                  <a:pt x="2793492" y="1525143"/>
                  <a:pt x="2711196" y="1525143"/>
                </a:cubicBezTo>
                <a:lnTo>
                  <a:pt x="148844" y="1525143"/>
                </a:lnTo>
                <a:cubicBezTo>
                  <a:pt x="66548" y="1525016"/>
                  <a:pt x="0" y="1458468"/>
                  <a:pt x="0" y="1376172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D6E0E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36" name="Google Shape;1036;p12"/>
          <p:cNvGrpSpPr/>
          <p:nvPr/>
        </p:nvGrpSpPr>
        <p:grpSpPr>
          <a:xfrm>
            <a:off x="13441680" y="4779740"/>
            <a:ext cx="2125980" cy="350044"/>
            <a:chOff x="0" y="-9525"/>
            <a:chExt cx="2834640" cy="466725"/>
          </a:xfrm>
        </p:grpSpPr>
        <p:sp>
          <p:nvSpPr>
            <p:cNvPr id="1037" name="Google Shape;1037;p12"/>
            <p:cNvSpPr/>
            <p:nvPr/>
          </p:nvSpPr>
          <p:spPr>
            <a:xfrm>
              <a:off x="0" y="0"/>
              <a:ext cx="2834640" cy="457200"/>
            </a:xfrm>
            <a:custGeom>
              <a:rect b="b" l="l" r="r" t="t"/>
              <a:pathLst>
                <a:path extrusionOk="0" h="457200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70808" l="0" r="0" t="-70808"/>
              </a:stretch>
            </a:blipFill>
            <a:ln>
              <a:noFill/>
            </a:ln>
          </p:spPr>
        </p:sp>
        <p:sp>
          <p:nvSpPr>
            <p:cNvPr id="1038" name="Google Shape;1038;p12"/>
            <p:cNvSpPr txBox="1"/>
            <p:nvPr/>
          </p:nvSpPr>
          <p:spPr>
            <a:xfrm>
              <a:off x="0" y="-9525"/>
              <a:ext cx="2834640" cy="466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950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HQ / DC</a:t>
              </a:r>
              <a:endParaRPr/>
            </a:p>
          </p:txBody>
        </p:sp>
      </p:grpSp>
      <p:cxnSp>
        <p:nvCxnSpPr>
          <p:cNvPr id="1039" name="Google Shape;1039;p12"/>
          <p:cNvCxnSpPr/>
          <p:nvPr/>
        </p:nvCxnSpPr>
        <p:spPr>
          <a:xfrm rot="511439">
            <a:off x="3637369" y="4295204"/>
            <a:ext cx="9870253" cy="0"/>
          </a:xfrm>
          <a:prstGeom prst="straightConnector1">
            <a:avLst/>
          </a:prstGeom>
          <a:noFill/>
          <a:ln cap="rnd" cmpd="sng" w="9525">
            <a:solidFill>
              <a:srgbClr val="D6E0EA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040" name="Google Shape;1040;p12"/>
          <p:cNvGrpSpPr/>
          <p:nvPr/>
        </p:nvGrpSpPr>
        <p:grpSpPr>
          <a:xfrm>
            <a:off x="5486400" y="3223260"/>
            <a:ext cx="1508760" cy="274320"/>
            <a:chOff x="0" y="0"/>
            <a:chExt cx="2011680" cy="365760"/>
          </a:xfrm>
        </p:grpSpPr>
        <p:sp>
          <p:nvSpPr>
            <p:cNvPr id="1041" name="Google Shape;1041;p12"/>
            <p:cNvSpPr/>
            <p:nvPr/>
          </p:nvSpPr>
          <p:spPr>
            <a:xfrm>
              <a:off x="0" y="0"/>
              <a:ext cx="2011680" cy="365760"/>
            </a:xfrm>
            <a:custGeom>
              <a:rect b="b" l="l" r="r" t="t"/>
              <a:pathLst>
                <a:path extrusionOk="0" h="36576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365760"/>
                  </a:lnTo>
                  <a:lnTo>
                    <a:pt x="0" y="3657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7167" l="0" r="0" t="-57167"/>
              </a:stretch>
            </a:blipFill>
            <a:ln>
              <a:noFill/>
            </a:ln>
          </p:spPr>
        </p:sp>
        <p:sp>
          <p:nvSpPr>
            <p:cNvPr id="1042" name="Google Shape;1042;p12"/>
            <p:cNvSpPr txBox="1"/>
            <p:nvPr/>
          </p:nvSpPr>
          <p:spPr>
            <a:xfrm>
              <a:off x="0" y="0"/>
              <a:ext cx="201168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75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Internet</a:t>
              </a:r>
              <a:endParaRPr/>
            </a:p>
          </p:txBody>
        </p:sp>
      </p:grpSp>
      <p:cxnSp>
        <p:nvCxnSpPr>
          <p:cNvPr id="1043" name="Google Shape;1043;p12"/>
          <p:cNvCxnSpPr/>
          <p:nvPr/>
        </p:nvCxnSpPr>
        <p:spPr>
          <a:xfrm rot="511439">
            <a:off x="3637369" y="4295204"/>
            <a:ext cx="9870253" cy="0"/>
          </a:xfrm>
          <a:prstGeom prst="straightConnector1">
            <a:avLst/>
          </a:prstGeom>
          <a:noFill/>
          <a:ln cap="rnd" cmpd="sng" w="9525">
            <a:solidFill>
              <a:srgbClr val="D6E0EA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044" name="Google Shape;1044;p12"/>
          <p:cNvGrpSpPr/>
          <p:nvPr/>
        </p:nvGrpSpPr>
        <p:grpSpPr>
          <a:xfrm>
            <a:off x="5486400" y="4183380"/>
            <a:ext cx="1508760" cy="274320"/>
            <a:chOff x="0" y="0"/>
            <a:chExt cx="2011680" cy="365760"/>
          </a:xfrm>
        </p:grpSpPr>
        <p:sp>
          <p:nvSpPr>
            <p:cNvPr id="1045" name="Google Shape;1045;p12"/>
            <p:cNvSpPr/>
            <p:nvPr/>
          </p:nvSpPr>
          <p:spPr>
            <a:xfrm>
              <a:off x="0" y="0"/>
              <a:ext cx="2011680" cy="365760"/>
            </a:xfrm>
            <a:custGeom>
              <a:rect b="b" l="l" r="r" t="t"/>
              <a:pathLst>
                <a:path extrusionOk="0" h="36576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365760"/>
                  </a:lnTo>
                  <a:lnTo>
                    <a:pt x="0" y="3657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7167" l="0" r="0" t="-57167"/>
              </a:stretch>
            </a:blipFill>
            <a:ln>
              <a:noFill/>
            </a:ln>
          </p:spPr>
        </p:sp>
        <p:sp>
          <p:nvSpPr>
            <p:cNvPr id="1046" name="Google Shape;1046;p12"/>
            <p:cNvSpPr txBox="1"/>
            <p:nvPr/>
          </p:nvSpPr>
          <p:spPr>
            <a:xfrm>
              <a:off x="0" y="0"/>
              <a:ext cx="201168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75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MPLS</a:t>
              </a:r>
              <a:endParaRPr/>
            </a:p>
          </p:txBody>
        </p:sp>
      </p:grpSp>
      <p:cxnSp>
        <p:nvCxnSpPr>
          <p:cNvPr id="1047" name="Google Shape;1047;p12"/>
          <p:cNvCxnSpPr/>
          <p:nvPr/>
        </p:nvCxnSpPr>
        <p:spPr>
          <a:xfrm rot="511439">
            <a:off x="3637369" y="4295204"/>
            <a:ext cx="9870253" cy="0"/>
          </a:xfrm>
          <a:prstGeom prst="straightConnector1">
            <a:avLst/>
          </a:prstGeom>
          <a:noFill/>
          <a:ln cap="rnd" cmpd="sng" w="9525">
            <a:solidFill>
              <a:srgbClr val="D6E0EA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048" name="Google Shape;1048;p12"/>
          <p:cNvGrpSpPr/>
          <p:nvPr/>
        </p:nvGrpSpPr>
        <p:grpSpPr>
          <a:xfrm>
            <a:off x="5486400" y="5143500"/>
            <a:ext cx="1508760" cy="274320"/>
            <a:chOff x="0" y="0"/>
            <a:chExt cx="2011680" cy="365760"/>
          </a:xfrm>
        </p:grpSpPr>
        <p:sp>
          <p:nvSpPr>
            <p:cNvPr id="1049" name="Google Shape;1049;p12"/>
            <p:cNvSpPr/>
            <p:nvPr/>
          </p:nvSpPr>
          <p:spPr>
            <a:xfrm>
              <a:off x="0" y="0"/>
              <a:ext cx="2011680" cy="365760"/>
            </a:xfrm>
            <a:custGeom>
              <a:rect b="b" l="l" r="r" t="t"/>
              <a:pathLst>
                <a:path extrusionOk="0" h="36576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365760"/>
                  </a:lnTo>
                  <a:lnTo>
                    <a:pt x="0" y="3657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7167" l="0" r="0" t="-57167"/>
              </a:stretch>
            </a:blipFill>
            <a:ln>
              <a:noFill/>
            </a:ln>
          </p:spPr>
        </p:sp>
        <p:sp>
          <p:nvSpPr>
            <p:cNvPr id="1050" name="Google Shape;1050;p12"/>
            <p:cNvSpPr txBox="1"/>
            <p:nvPr/>
          </p:nvSpPr>
          <p:spPr>
            <a:xfrm>
              <a:off x="0" y="0"/>
              <a:ext cx="201168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75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LTE / 5G</a:t>
              </a:r>
              <a:endParaRPr/>
            </a:p>
          </p:txBody>
        </p:sp>
      </p:grpSp>
      <p:cxnSp>
        <p:nvCxnSpPr>
          <p:cNvPr id="1051" name="Google Shape;1051;p12"/>
          <p:cNvCxnSpPr/>
          <p:nvPr/>
        </p:nvCxnSpPr>
        <p:spPr>
          <a:xfrm rot="511439">
            <a:off x="3637369" y="4295204"/>
            <a:ext cx="9870253" cy="0"/>
          </a:xfrm>
          <a:prstGeom prst="straightConnector1">
            <a:avLst/>
          </a:prstGeom>
          <a:noFill/>
          <a:ln cap="rnd" cmpd="sng" w="9525">
            <a:solidFill>
              <a:srgbClr val="D6E0EA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052" name="Google Shape;1052;p12"/>
          <p:cNvGrpSpPr/>
          <p:nvPr/>
        </p:nvGrpSpPr>
        <p:grpSpPr>
          <a:xfrm>
            <a:off x="5486400" y="6103620"/>
            <a:ext cx="1508760" cy="274320"/>
            <a:chOff x="0" y="0"/>
            <a:chExt cx="2011680" cy="365760"/>
          </a:xfrm>
        </p:grpSpPr>
        <p:sp>
          <p:nvSpPr>
            <p:cNvPr id="1053" name="Google Shape;1053;p12"/>
            <p:cNvSpPr/>
            <p:nvPr/>
          </p:nvSpPr>
          <p:spPr>
            <a:xfrm>
              <a:off x="0" y="0"/>
              <a:ext cx="2011680" cy="365760"/>
            </a:xfrm>
            <a:custGeom>
              <a:rect b="b" l="l" r="r" t="t"/>
              <a:pathLst>
                <a:path extrusionOk="0" h="36576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365760"/>
                  </a:lnTo>
                  <a:lnTo>
                    <a:pt x="0" y="3657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7167" l="0" r="0" t="-57167"/>
              </a:stretch>
            </a:blipFill>
            <a:ln>
              <a:noFill/>
            </a:ln>
          </p:spPr>
        </p:sp>
        <p:sp>
          <p:nvSpPr>
            <p:cNvPr id="1054" name="Google Shape;1054;p12"/>
            <p:cNvSpPr txBox="1"/>
            <p:nvPr/>
          </p:nvSpPr>
          <p:spPr>
            <a:xfrm>
              <a:off x="0" y="0"/>
              <a:ext cx="201168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75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Dedicated</a:t>
              </a:r>
              <a:endParaRPr/>
            </a:p>
          </p:txBody>
        </p:sp>
      </p:grpSp>
      <p:sp>
        <p:nvSpPr>
          <p:cNvPr id="1055" name="Google Shape;1055;p12"/>
          <p:cNvSpPr/>
          <p:nvPr/>
        </p:nvSpPr>
        <p:spPr>
          <a:xfrm>
            <a:off x="4585335" y="2733675"/>
            <a:ext cx="8042910" cy="4613910"/>
          </a:xfrm>
          <a:custGeom>
            <a:rect b="b" l="l" r="r" t="t"/>
            <a:pathLst>
              <a:path extrusionOk="0" h="6151880" w="10723880">
                <a:moveTo>
                  <a:pt x="0" y="146939"/>
                </a:moveTo>
                <a:cubicBezTo>
                  <a:pt x="0" y="65786"/>
                  <a:pt x="65786" y="0"/>
                  <a:pt x="146939" y="0"/>
                </a:cubicBezTo>
                <a:lnTo>
                  <a:pt x="10576941" y="0"/>
                </a:lnTo>
                <a:cubicBezTo>
                  <a:pt x="10658094" y="0"/>
                  <a:pt x="10723880" y="65786"/>
                  <a:pt x="10723880" y="146939"/>
                </a:cubicBezTo>
                <a:lnTo>
                  <a:pt x="10723880" y="6004941"/>
                </a:lnTo>
                <a:cubicBezTo>
                  <a:pt x="10723880" y="6086094"/>
                  <a:pt x="10658094" y="6151880"/>
                  <a:pt x="10576941" y="6151880"/>
                </a:cubicBezTo>
                <a:lnTo>
                  <a:pt x="146939" y="6151880"/>
                </a:lnTo>
                <a:cubicBezTo>
                  <a:pt x="65786" y="6151880"/>
                  <a:pt x="0" y="6086094"/>
                  <a:pt x="0" y="6004941"/>
                </a:cubicBezTo>
                <a:close/>
              </a:path>
            </a:pathLst>
          </a:custGeom>
          <a:solidFill>
            <a:srgbClr val="E8F6FA"/>
          </a:solidFill>
          <a:ln cap="sq" cmpd="sng" w="19050">
            <a:solidFill>
              <a:srgbClr val="1FA7C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56" name="Google Shape;1056;p12"/>
          <p:cNvGrpSpPr/>
          <p:nvPr/>
        </p:nvGrpSpPr>
        <p:grpSpPr>
          <a:xfrm>
            <a:off x="5074920" y="3120104"/>
            <a:ext cx="3017520" cy="350044"/>
            <a:chOff x="0" y="-9525"/>
            <a:chExt cx="4023360" cy="466725"/>
          </a:xfrm>
        </p:grpSpPr>
        <p:sp>
          <p:nvSpPr>
            <p:cNvPr id="1057" name="Google Shape;1057;p12"/>
            <p:cNvSpPr/>
            <p:nvPr/>
          </p:nvSpPr>
          <p:spPr>
            <a:xfrm>
              <a:off x="0" y="0"/>
              <a:ext cx="4023360" cy="457200"/>
            </a:xfrm>
            <a:custGeom>
              <a:rect b="b" l="l" r="r" t="t"/>
              <a:pathLst>
                <a:path extrusionOk="0" h="45720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21468" l="0" r="0" t="-121468"/>
              </a:stretch>
            </a:blipFill>
            <a:ln>
              <a:noFill/>
            </a:ln>
          </p:spPr>
        </p:sp>
        <p:sp>
          <p:nvSpPr>
            <p:cNvPr id="1058" name="Google Shape;1058;p12"/>
            <p:cNvSpPr txBox="1"/>
            <p:nvPr/>
          </p:nvSpPr>
          <p:spPr>
            <a:xfrm>
              <a:off x="0" y="-9525"/>
              <a:ext cx="4023360" cy="466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1FA7C8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SECURE OVERLAY</a:t>
              </a:r>
              <a:endParaRPr/>
            </a:p>
          </p:txBody>
        </p:sp>
      </p:grpSp>
      <p:sp>
        <p:nvSpPr>
          <p:cNvPr id="1059" name="Google Shape;1059;p12"/>
          <p:cNvSpPr/>
          <p:nvPr/>
        </p:nvSpPr>
        <p:spPr>
          <a:xfrm>
            <a:off x="5367147" y="4544187"/>
            <a:ext cx="1061466" cy="1061466"/>
          </a:xfrm>
          <a:custGeom>
            <a:rect b="b" l="l" r="r" t="t"/>
            <a:pathLst>
              <a:path extrusionOk="0" h="1415288" w="1415288">
                <a:moveTo>
                  <a:pt x="0" y="707644"/>
                </a:moveTo>
                <a:cubicBezTo>
                  <a:pt x="0" y="316865"/>
                  <a:pt x="316865" y="0"/>
                  <a:pt x="707644" y="0"/>
                </a:cubicBezTo>
                <a:cubicBezTo>
                  <a:pt x="1098423" y="0"/>
                  <a:pt x="1415288" y="316865"/>
                  <a:pt x="1415288" y="707644"/>
                </a:cubicBezTo>
                <a:cubicBezTo>
                  <a:pt x="1415288" y="1098423"/>
                  <a:pt x="1098423" y="1415288"/>
                  <a:pt x="707644" y="1415288"/>
                </a:cubicBezTo>
                <a:cubicBezTo>
                  <a:pt x="316865" y="1415288"/>
                  <a:pt x="0" y="1098423"/>
                  <a:pt x="0" y="707644"/>
                </a:cubicBezTo>
                <a:close/>
              </a:path>
            </a:pathLst>
          </a:custGeom>
          <a:solidFill>
            <a:srgbClr val="1D6FA5"/>
          </a:solidFill>
          <a:ln cap="sq" cmpd="sng" w="1905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60" name="Google Shape;1060;p12"/>
          <p:cNvGrpSpPr/>
          <p:nvPr/>
        </p:nvGrpSpPr>
        <p:grpSpPr>
          <a:xfrm>
            <a:off x="5253228" y="5671280"/>
            <a:ext cx="1303020" cy="665512"/>
            <a:chOff x="0" y="-9525"/>
            <a:chExt cx="1737360" cy="887349"/>
          </a:xfrm>
        </p:grpSpPr>
        <p:sp>
          <p:nvSpPr>
            <p:cNvPr id="1061" name="Google Shape;1061;p12"/>
            <p:cNvSpPr/>
            <p:nvPr/>
          </p:nvSpPr>
          <p:spPr>
            <a:xfrm>
              <a:off x="0" y="0"/>
              <a:ext cx="1737360" cy="877824"/>
            </a:xfrm>
            <a:custGeom>
              <a:rect b="b" l="l" r="r" t="t"/>
              <a:pathLst>
                <a:path extrusionOk="0" h="877824" w="1737360">
                  <a:moveTo>
                    <a:pt x="0" y="0"/>
                  </a:moveTo>
                  <a:lnTo>
                    <a:pt x="1737360" y="0"/>
                  </a:lnTo>
                  <a:lnTo>
                    <a:pt x="1737360" y="877824"/>
                  </a:lnTo>
                  <a:lnTo>
                    <a:pt x="0" y="87782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14827" r="-14827" t="0"/>
              </a:stretch>
            </a:blipFill>
            <a:ln>
              <a:noFill/>
            </a:ln>
          </p:spPr>
        </p:sp>
        <p:sp>
          <p:nvSpPr>
            <p:cNvPr id="1062" name="Google Shape;1062;p12"/>
            <p:cNvSpPr txBox="1"/>
            <p:nvPr/>
          </p:nvSpPr>
          <p:spPr>
            <a:xfrm>
              <a:off x="0" y="-9525"/>
              <a:ext cx="1737360" cy="8873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SD-WAN</a:t>
              </a:r>
              <a:endParaRPr/>
            </a:p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Edge</a:t>
              </a:r>
              <a:endParaRPr/>
            </a:p>
          </p:txBody>
        </p:sp>
      </p:grpSp>
      <p:sp>
        <p:nvSpPr>
          <p:cNvPr id="1063" name="Google Shape;1063;p12"/>
          <p:cNvSpPr/>
          <p:nvPr/>
        </p:nvSpPr>
        <p:spPr>
          <a:xfrm>
            <a:off x="8041767" y="4544187"/>
            <a:ext cx="1061466" cy="1061466"/>
          </a:xfrm>
          <a:custGeom>
            <a:rect b="b" l="l" r="r" t="t"/>
            <a:pathLst>
              <a:path extrusionOk="0" h="1415288" w="1415288">
                <a:moveTo>
                  <a:pt x="0" y="707644"/>
                </a:moveTo>
                <a:cubicBezTo>
                  <a:pt x="0" y="316865"/>
                  <a:pt x="316865" y="0"/>
                  <a:pt x="707644" y="0"/>
                </a:cubicBezTo>
                <a:cubicBezTo>
                  <a:pt x="1098423" y="0"/>
                  <a:pt x="1415288" y="316865"/>
                  <a:pt x="1415288" y="707644"/>
                </a:cubicBezTo>
                <a:cubicBezTo>
                  <a:pt x="1415288" y="1098423"/>
                  <a:pt x="1098423" y="1415288"/>
                  <a:pt x="707644" y="1415288"/>
                </a:cubicBezTo>
                <a:cubicBezTo>
                  <a:pt x="316865" y="1415288"/>
                  <a:pt x="0" y="1098423"/>
                  <a:pt x="0" y="707644"/>
                </a:cubicBezTo>
                <a:close/>
              </a:path>
            </a:pathLst>
          </a:custGeom>
          <a:solidFill>
            <a:srgbClr val="1FA7C8"/>
          </a:solidFill>
          <a:ln cap="sq" cmpd="sng" w="1905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64" name="Google Shape;1064;p12"/>
          <p:cNvGrpSpPr/>
          <p:nvPr/>
        </p:nvGrpSpPr>
        <p:grpSpPr>
          <a:xfrm>
            <a:off x="7914132" y="5671280"/>
            <a:ext cx="1303020" cy="363760"/>
            <a:chOff x="0" y="-9525"/>
            <a:chExt cx="1737360" cy="485013"/>
          </a:xfrm>
        </p:grpSpPr>
        <p:sp>
          <p:nvSpPr>
            <p:cNvPr id="1065" name="Google Shape;1065;p12"/>
            <p:cNvSpPr/>
            <p:nvPr/>
          </p:nvSpPr>
          <p:spPr>
            <a:xfrm>
              <a:off x="0" y="0"/>
              <a:ext cx="1737360" cy="475488"/>
            </a:xfrm>
            <a:custGeom>
              <a:rect b="b" l="l" r="r" t="t"/>
              <a:pathLst>
                <a:path extrusionOk="0" h="475488" w="1737360">
                  <a:moveTo>
                    <a:pt x="0" y="0"/>
                  </a:moveTo>
                  <a:lnTo>
                    <a:pt x="1737360" y="0"/>
                  </a:lnTo>
                  <a:lnTo>
                    <a:pt x="1737360" y="475488"/>
                  </a:lnTo>
                  <a:lnTo>
                    <a:pt x="0" y="47548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1195" l="0" r="0" t="-21195"/>
              </a:stretch>
            </a:blipFill>
            <a:ln>
              <a:noFill/>
            </a:ln>
          </p:spPr>
        </p:sp>
        <p:sp>
          <p:nvSpPr>
            <p:cNvPr id="1066" name="Google Shape;1066;p12"/>
            <p:cNvSpPr txBox="1"/>
            <p:nvPr/>
          </p:nvSpPr>
          <p:spPr>
            <a:xfrm>
              <a:off x="0" y="-9525"/>
              <a:ext cx="1737360" cy="4850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Controller</a:t>
              </a:r>
              <a:endParaRPr/>
            </a:p>
          </p:txBody>
        </p:sp>
      </p:grpSp>
      <p:sp>
        <p:nvSpPr>
          <p:cNvPr id="1067" name="Google Shape;1067;p12"/>
          <p:cNvSpPr/>
          <p:nvPr/>
        </p:nvSpPr>
        <p:spPr>
          <a:xfrm>
            <a:off x="10647807" y="4544187"/>
            <a:ext cx="1061466" cy="1061466"/>
          </a:xfrm>
          <a:custGeom>
            <a:rect b="b" l="l" r="r" t="t"/>
            <a:pathLst>
              <a:path extrusionOk="0" h="1415288" w="1415288">
                <a:moveTo>
                  <a:pt x="0" y="707644"/>
                </a:moveTo>
                <a:cubicBezTo>
                  <a:pt x="0" y="316865"/>
                  <a:pt x="316865" y="0"/>
                  <a:pt x="707644" y="0"/>
                </a:cubicBezTo>
                <a:cubicBezTo>
                  <a:pt x="1098423" y="0"/>
                  <a:pt x="1415288" y="316865"/>
                  <a:pt x="1415288" y="707644"/>
                </a:cubicBezTo>
                <a:cubicBezTo>
                  <a:pt x="1415288" y="1098423"/>
                  <a:pt x="1098423" y="1415288"/>
                  <a:pt x="707644" y="1415288"/>
                </a:cubicBezTo>
                <a:cubicBezTo>
                  <a:pt x="316865" y="1415288"/>
                  <a:pt x="0" y="1098423"/>
                  <a:pt x="0" y="707644"/>
                </a:cubicBezTo>
                <a:close/>
              </a:path>
            </a:pathLst>
          </a:custGeom>
          <a:solidFill>
            <a:srgbClr val="1F8A8A"/>
          </a:solidFill>
          <a:ln cap="sq" cmpd="sng" w="1905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68" name="Google Shape;1068;p12"/>
          <p:cNvGrpSpPr/>
          <p:nvPr/>
        </p:nvGrpSpPr>
        <p:grpSpPr>
          <a:xfrm>
            <a:off x="10561320" y="5671280"/>
            <a:ext cx="1303020" cy="665512"/>
            <a:chOff x="0" y="-9525"/>
            <a:chExt cx="1737360" cy="887349"/>
          </a:xfrm>
        </p:grpSpPr>
        <p:sp>
          <p:nvSpPr>
            <p:cNvPr id="1069" name="Google Shape;1069;p12"/>
            <p:cNvSpPr/>
            <p:nvPr/>
          </p:nvSpPr>
          <p:spPr>
            <a:xfrm>
              <a:off x="0" y="0"/>
              <a:ext cx="1737360" cy="877824"/>
            </a:xfrm>
            <a:custGeom>
              <a:rect b="b" l="l" r="r" t="t"/>
              <a:pathLst>
                <a:path extrusionOk="0" h="877824" w="1737360">
                  <a:moveTo>
                    <a:pt x="0" y="0"/>
                  </a:moveTo>
                  <a:lnTo>
                    <a:pt x="1737360" y="0"/>
                  </a:lnTo>
                  <a:lnTo>
                    <a:pt x="1737360" y="877824"/>
                  </a:lnTo>
                  <a:lnTo>
                    <a:pt x="0" y="87782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14827" r="-14827" t="0"/>
              </a:stretch>
            </a:blipFill>
            <a:ln>
              <a:noFill/>
            </a:ln>
          </p:spPr>
        </p:sp>
        <p:sp>
          <p:nvSpPr>
            <p:cNvPr id="1070" name="Google Shape;1070;p12"/>
            <p:cNvSpPr txBox="1"/>
            <p:nvPr/>
          </p:nvSpPr>
          <p:spPr>
            <a:xfrm>
              <a:off x="0" y="-9525"/>
              <a:ext cx="1737360" cy="8873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SD-WAN</a:t>
              </a:r>
              <a:endParaRPr/>
            </a:p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Edge</a:t>
              </a:r>
              <a:endParaRPr/>
            </a:p>
          </p:txBody>
        </p:sp>
      </p:grpSp>
      <p:cxnSp>
        <p:nvCxnSpPr>
          <p:cNvPr id="1071" name="Google Shape;1071;p12"/>
          <p:cNvCxnSpPr/>
          <p:nvPr/>
        </p:nvCxnSpPr>
        <p:spPr>
          <a:xfrm rot="71880">
            <a:off x="6401762" y="5065395"/>
            <a:ext cx="1639424" cy="0"/>
          </a:xfrm>
          <a:prstGeom prst="straightConnector1">
            <a:avLst/>
          </a:prstGeom>
          <a:noFill/>
          <a:ln cap="rnd" cmpd="sng" w="19050">
            <a:solidFill>
              <a:srgbClr val="1FA7C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72" name="Google Shape;1072;p12"/>
          <p:cNvCxnSpPr/>
          <p:nvPr/>
        </p:nvCxnSpPr>
        <p:spPr>
          <a:xfrm rot="75720">
            <a:off x="9103804" y="5065395"/>
            <a:ext cx="1557147" cy="0"/>
          </a:xfrm>
          <a:prstGeom prst="straightConnector1">
            <a:avLst/>
          </a:prstGeom>
          <a:noFill/>
          <a:ln cap="rnd" cmpd="sng" w="19050">
            <a:solidFill>
              <a:srgbClr val="1F8A8A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1073" name="Google Shape;1073;p12"/>
          <p:cNvGrpSpPr/>
          <p:nvPr/>
        </p:nvGrpSpPr>
        <p:grpSpPr>
          <a:xfrm>
            <a:off x="6240780" y="6885432"/>
            <a:ext cx="4869180" cy="411480"/>
            <a:chOff x="0" y="0"/>
            <a:chExt cx="6492240" cy="548640"/>
          </a:xfrm>
        </p:grpSpPr>
        <p:sp>
          <p:nvSpPr>
            <p:cNvPr id="1074" name="Google Shape;1074;p12"/>
            <p:cNvSpPr/>
            <p:nvPr/>
          </p:nvSpPr>
          <p:spPr>
            <a:xfrm>
              <a:off x="0" y="0"/>
              <a:ext cx="6492240" cy="548640"/>
            </a:xfrm>
            <a:custGeom>
              <a:rect b="b" l="l" r="r" t="t"/>
              <a:pathLst>
                <a:path extrusionOk="0" h="548640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548640"/>
                  </a:lnTo>
                  <a:lnTo>
                    <a:pt x="0" y="5486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80563" l="0" r="0" t="-180563"/>
              </a:stretch>
            </a:blipFill>
            <a:ln>
              <a:noFill/>
            </a:ln>
          </p:spPr>
        </p:sp>
        <p:sp>
          <p:nvSpPr>
            <p:cNvPr id="1075" name="Google Shape;1075;p12"/>
            <p:cNvSpPr txBox="1"/>
            <p:nvPr/>
          </p:nvSpPr>
          <p:spPr>
            <a:xfrm>
              <a:off x="0" y="0"/>
              <a:ext cx="6492240" cy="548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75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Transport-independent</a:t>
              </a:r>
              <a:endParaRPr/>
            </a:p>
          </p:txBody>
        </p:sp>
      </p:grpSp>
      <p:sp>
        <p:nvSpPr>
          <p:cNvPr id="1076" name="Google Shape;1076;p12"/>
          <p:cNvSpPr/>
          <p:nvPr/>
        </p:nvSpPr>
        <p:spPr>
          <a:xfrm>
            <a:off x="13569315" y="6436995"/>
            <a:ext cx="1802130" cy="540258"/>
          </a:xfrm>
          <a:custGeom>
            <a:rect b="b" l="l" r="r" t="t"/>
            <a:pathLst>
              <a:path extrusionOk="0" h="720344" w="2402840">
                <a:moveTo>
                  <a:pt x="0" y="151638"/>
                </a:moveTo>
                <a:cubicBezTo>
                  <a:pt x="0" y="67945"/>
                  <a:pt x="67945" y="0"/>
                  <a:pt x="151638" y="0"/>
                </a:cubicBezTo>
                <a:lnTo>
                  <a:pt x="2251202" y="0"/>
                </a:lnTo>
                <a:cubicBezTo>
                  <a:pt x="2334895" y="0"/>
                  <a:pt x="2402840" y="67945"/>
                  <a:pt x="2402840" y="151638"/>
                </a:cubicBezTo>
                <a:lnTo>
                  <a:pt x="2402840" y="568706"/>
                </a:lnTo>
                <a:cubicBezTo>
                  <a:pt x="2402840" y="652399"/>
                  <a:pt x="2334895" y="720344"/>
                  <a:pt x="2251202" y="720344"/>
                </a:cubicBezTo>
                <a:lnTo>
                  <a:pt x="151638" y="720344"/>
                </a:lnTo>
                <a:cubicBezTo>
                  <a:pt x="67945" y="720344"/>
                  <a:pt x="0" y="652399"/>
                  <a:pt x="0" y="568706"/>
                </a:cubicBezTo>
                <a:close/>
              </a:path>
            </a:pathLst>
          </a:custGeom>
          <a:solidFill>
            <a:srgbClr val="DCEC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77" name="Google Shape;1077;p12"/>
          <p:cNvGrpSpPr/>
          <p:nvPr/>
        </p:nvGrpSpPr>
        <p:grpSpPr>
          <a:xfrm>
            <a:off x="13578840" y="6460236"/>
            <a:ext cx="1783080" cy="466344"/>
            <a:chOff x="0" y="0"/>
            <a:chExt cx="2377440" cy="621792"/>
          </a:xfrm>
        </p:grpSpPr>
        <p:sp>
          <p:nvSpPr>
            <p:cNvPr id="1078" name="Google Shape;1078;p12"/>
            <p:cNvSpPr/>
            <p:nvPr/>
          </p:nvSpPr>
          <p:spPr>
            <a:xfrm>
              <a:off x="0" y="0"/>
              <a:ext cx="2377440" cy="621792"/>
            </a:xfrm>
            <a:custGeom>
              <a:rect b="b" l="l" r="r" t="t"/>
              <a:pathLst>
                <a:path extrusionOk="0" h="621792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621792"/>
                  </a:lnTo>
                  <a:lnTo>
                    <a:pt x="0" y="6217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4500" l="0" r="0" t="-24500"/>
              </a:stretch>
            </a:blipFill>
            <a:ln>
              <a:noFill/>
            </a:ln>
          </p:spPr>
        </p:sp>
        <p:sp>
          <p:nvSpPr>
            <p:cNvPr id="1079" name="Google Shape;1079;p12"/>
            <p:cNvSpPr txBox="1"/>
            <p:nvPr/>
          </p:nvSpPr>
          <p:spPr>
            <a:xfrm>
              <a:off x="0" y="0"/>
              <a:ext cx="2377440" cy="6217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25" u="none" cap="none" strike="noStrike">
                  <a:solidFill>
                    <a:srgbClr val="1D6FA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Automation</a:t>
              </a:r>
              <a:endParaRPr/>
            </a:p>
          </p:txBody>
        </p:sp>
      </p:grpSp>
      <p:sp>
        <p:nvSpPr>
          <p:cNvPr id="1080" name="Google Shape;1080;p12"/>
          <p:cNvSpPr/>
          <p:nvPr/>
        </p:nvSpPr>
        <p:spPr>
          <a:xfrm>
            <a:off x="15558135" y="6436995"/>
            <a:ext cx="1802130" cy="540258"/>
          </a:xfrm>
          <a:custGeom>
            <a:rect b="b" l="l" r="r" t="t"/>
            <a:pathLst>
              <a:path extrusionOk="0" h="720344" w="2402840">
                <a:moveTo>
                  <a:pt x="0" y="151638"/>
                </a:moveTo>
                <a:cubicBezTo>
                  <a:pt x="0" y="67945"/>
                  <a:pt x="67945" y="0"/>
                  <a:pt x="151638" y="0"/>
                </a:cubicBezTo>
                <a:lnTo>
                  <a:pt x="2251202" y="0"/>
                </a:lnTo>
                <a:cubicBezTo>
                  <a:pt x="2334895" y="0"/>
                  <a:pt x="2402840" y="67945"/>
                  <a:pt x="2402840" y="151638"/>
                </a:cubicBezTo>
                <a:lnTo>
                  <a:pt x="2402840" y="568706"/>
                </a:lnTo>
                <a:cubicBezTo>
                  <a:pt x="2402840" y="652399"/>
                  <a:pt x="2334895" y="720344"/>
                  <a:pt x="2251202" y="720344"/>
                </a:cubicBezTo>
                <a:lnTo>
                  <a:pt x="151638" y="720344"/>
                </a:lnTo>
                <a:cubicBezTo>
                  <a:pt x="67945" y="720344"/>
                  <a:pt x="0" y="652399"/>
                  <a:pt x="0" y="568706"/>
                </a:cubicBezTo>
                <a:close/>
              </a:path>
            </a:pathLst>
          </a:custGeom>
          <a:solidFill>
            <a:srgbClr val="E7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81" name="Google Shape;1081;p12"/>
          <p:cNvGrpSpPr/>
          <p:nvPr/>
        </p:nvGrpSpPr>
        <p:grpSpPr>
          <a:xfrm>
            <a:off x="15567660" y="6460236"/>
            <a:ext cx="1783080" cy="466344"/>
            <a:chOff x="0" y="0"/>
            <a:chExt cx="2377440" cy="621792"/>
          </a:xfrm>
        </p:grpSpPr>
        <p:sp>
          <p:nvSpPr>
            <p:cNvPr id="1082" name="Google Shape;1082;p12"/>
            <p:cNvSpPr/>
            <p:nvPr/>
          </p:nvSpPr>
          <p:spPr>
            <a:xfrm>
              <a:off x="0" y="0"/>
              <a:ext cx="2377440" cy="621792"/>
            </a:xfrm>
            <a:custGeom>
              <a:rect b="b" l="l" r="r" t="t"/>
              <a:pathLst>
                <a:path extrusionOk="0" h="621792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621792"/>
                  </a:lnTo>
                  <a:lnTo>
                    <a:pt x="0" y="6217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4500" l="0" r="0" t="-24500"/>
              </a:stretch>
            </a:blipFill>
            <a:ln>
              <a:noFill/>
            </a:ln>
          </p:spPr>
        </p:sp>
        <p:sp>
          <p:nvSpPr>
            <p:cNvPr id="1083" name="Google Shape;1083;p12"/>
            <p:cNvSpPr txBox="1"/>
            <p:nvPr/>
          </p:nvSpPr>
          <p:spPr>
            <a:xfrm>
              <a:off x="0" y="0"/>
              <a:ext cx="2377440" cy="6217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25" u="none" cap="none" strike="noStrike">
                  <a:solidFill>
                    <a:srgbClr val="2E8B72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Segmentation</a:t>
              </a:r>
              <a:endParaRPr/>
            </a:p>
          </p:txBody>
        </p:sp>
      </p:grpSp>
      <p:grpSp>
        <p:nvGrpSpPr>
          <p:cNvPr id="1084" name="Google Shape;1084;p12"/>
          <p:cNvGrpSpPr/>
          <p:nvPr/>
        </p:nvGrpSpPr>
        <p:grpSpPr>
          <a:xfrm>
            <a:off x="12550140" y="9484328"/>
            <a:ext cx="4389120" cy="254032"/>
            <a:chOff x="0" y="-9525"/>
            <a:chExt cx="5852160" cy="338709"/>
          </a:xfrm>
        </p:grpSpPr>
        <p:sp>
          <p:nvSpPr>
            <p:cNvPr id="1085" name="Google Shape;1085;p12"/>
            <p:cNvSpPr/>
            <p:nvPr/>
          </p:nvSpPr>
          <p:spPr>
            <a:xfrm>
              <a:off x="0" y="0"/>
              <a:ext cx="5852160" cy="329184"/>
            </a:xfrm>
            <a:custGeom>
              <a:rect b="b" l="l" r="r" t="t"/>
              <a:pathLst>
                <a:path extrusionOk="0" h="329184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329184"/>
                  </a:lnTo>
                  <a:lnTo>
                    <a:pt x="0" y="32918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96404" l="0" r="0" t="-296404"/>
              </a:stretch>
            </a:blipFill>
            <a:ln>
              <a:noFill/>
            </a:ln>
          </p:spPr>
        </p:sp>
        <p:sp>
          <p:nvSpPr>
            <p:cNvPr id="1086" name="Google Shape;1086;p12"/>
            <p:cNvSpPr txBox="1"/>
            <p:nvPr/>
          </p:nvSpPr>
          <p:spPr>
            <a:xfrm>
              <a:off x="0" y="-9525"/>
              <a:ext cx="5852160" cy="3387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5" u="none" cap="none" strike="noStrike">
                  <a:solidFill>
                    <a:srgbClr val="8795A4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Source: Cisco CCNP Enterprise • Chapter 23</a:t>
              </a:r>
              <a:endParaRPr/>
            </a:p>
          </p:txBody>
        </p:sp>
      </p:grpSp>
      <p:sp>
        <p:nvSpPr>
          <p:cNvPr id="1087" name="Google Shape;1087;p12"/>
          <p:cNvSpPr txBox="1"/>
          <p:nvPr/>
        </p:nvSpPr>
        <p:spPr>
          <a:xfrm>
            <a:off x="16527780" y="9806940"/>
            <a:ext cx="10287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B7785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12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9FC"/>
        </a:solidFill>
      </p:bgPr>
    </p:bg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96" name="Google Shape;1096;p13"/>
          <p:cNvCxnSpPr/>
          <p:nvPr/>
        </p:nvCxnSpPr>
        <p:spPr>
          <a:xfrm rot="3840">
            <a:off x="607685" y="9802178"/>
            <a:ext cx="17026900" cy="0"/>
          </a:xfrm>
          <a:prstGeom prst="straightConnector1">
            <a:avLst/>
          </a:prstGeom>
          <a:noFill/>
          <a:ln cap="rnd" cmpd="sng" w="9525">
            <a:solidFill>
              <a:srgbClr val="D6E0EA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097" name="Google Shape;1097;p13"/>
          <p:cNvGrpSpPr/>
          <p:nvPr/>
        </p:nvGrpSpPr>
        <p:grpSpPr>
          <a:xfrm>
            <a:off x="754380" y="9868376"/>
            <a:ext cx="11658600" cy="254032"/>
            <a:chOff x="0" y="-9525"/>
            <a:chExt cx="15544800" cy="338709"/>
          </a:xfrm>
        </p:grpSpPr>
        <p:sp>
          <p:nvSpPr>
            <p:cNvPr id="1098" name="Google Shape;1098;p13"/>
            <p:cNvSpPr/>
            <p:nvPr/>
          </p:nvSpPr>
          <p:spPr>
            <a:xfrm>
              <a:off x="0" y="0"/>
              <a:ext cx="15544800" cy="329184"/>
            </a:xfrm>
            <a:custGeom>
              <a:rect b="b" l="l" r="r" t="t"/>
              <a:pathLst>
                <a:path extrusionOk="0" h="329184" w="15544800">
                  <a:moveTo>
                    <a:pt x="0" y="0"/>
                  </a:moveTo>
                  <a:lnTo>
                    <a:pt x="15544800" y="0"/>
                  </a:lnTo>
                  <a:lnTo>
                    <a:pt x="15544800" y="329184"/>
                  </a:lnTo>
                  <a:lnTo>
                    <a:pt x="0" y="32918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870132" l="0" r="0" t="-870132"/>
              </a:stretch>
            </a:blipFill>
            <a:ln>
              <a:noFill/>
            </a:ln>
          </p:spPr>
        </p:sp>
        <p:sp>
          <p:nvSpPr>
            <p:cNvPr id="1099" name="Google Shape;1099;p13"/>
            <p:cNvSpPr txBox="1"/>
            <p:nvPr/>
          </p:nvSpPr>
          <p:spPr>
            <a:xfrm>
              <a:off x="0" y="-9525"/>
              <a:ext cx="15544800" cy="3387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5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FABRIC TECHNOLOGIES  •  CCNP ENTERPRISE / CHAPTER 23</a:t>
              </a:r>
              <a:endParaRPr/>
            </a:p>
          </p:txBody>
        </p:sp>
      </p:grpSp>
      <p:grpSp>
        <p:nvGrpSpPr>
          <p:cNvPr id="1100" name="Google Shape;1100;p13"/>
          <p:cNvGrpSpPr/>
          <p:nvPr/>
        </p:nvGrpSpPr>
        <p:grpSpPr>
          <a:xfrm>
            <a:off x="822960" y="480060"/>
            <a:ext cx="6172200" cy="301752"/>
            <a:chOff x="0" y="0"/>
            <a:chExt cx="8229600" cy="402336"/>
          </a:xfrm>
        </p:grpSpPr>
        <p:sp>
          <p:nvSpPr>
            <p:cNvPr id="1101" name="Google Shape;1101;p13"/>
            <p:cNvSpPr/>
            <p:nvPr/>
          </p:nvSpPr>
          <p:spPr>
            <a:xfrm>
              <a:off x="0" y="0"/>
              <a:ext cx="8229600" cy="402336"/>
            </a:xfrm>
            <a:custGeom>
              <a:rect b="b" l="l" r="r" t="t"/>
              <a:pathLst>
                <a:path extrusionOk="0" h="402336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402336"/>
                  </a:lnTo>
                  <a:lnTo>
                    <a:pt x="0" y="40233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48534" l="0" r="0" t="-348534"/>
              </a:stretch>
            </a:blipFill>
            <a:ln>
              <a:noFill/>
            </a:ln>
          </p:spPr>
        </p:sp>
        <p:sp>
          <p:nvSpPr>
            <p:cNvPr id="1102" name="Google Shape;1102;p13"/>
            <p:cNvSpPr txBox="1"/>
            <p:nvPr/>
          </p:nvSpPr>
          <p:spPr>
            <a:xfrm>
              <a:off x="0" y="0"/>
              <a:ext cx="8229600" cy="4023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75" u="none" cap="none" strike="noStrike">
                  <a:solidFill>
                    <a:srgbClr val="1FA7C8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12 / SD-WAN ARCHITECTURE</a:t>
              </a:r>
              <a:endParaRPr/>
            </a:p>
          </p:txBody>
        </p:sp>
      </p:grpSp>
      <p:grpSp>
        <p:nvGrpSpPr>
          <p:cNvPr id="1103" name="Google Shape;1103;p13"/>
          <p:cNvGrpSpPr/>
          <p:nvPr/>
        </p:nvGrpSpPr>
        <p:grpSpPr>
          <a:xfrm>
            <a:off x="822960" y="884396"/>
            <a:ext cx="16322040" cy="761524"/>
            <a:chOff x="0" y="-9525"/>
            <a:chExt cx="21762720" cy="1015365"/>
          </a:xfrm>
        </p:grpSpPr>
        <p:sp>
          <p:nvSpPr>
            <p:cNvPr id="1104" name="Google Shape;1104;p13"/>
            <p:cNvSpPr/>
            <p:nvPr/>
          </p:nvSpPr>
          <p:spPr>
            <a:xfrm>
              <a:off x="0" y="0"/>
              <a:ext cx="21762720" cy="1005840"/>
            </a:xfrm>
            <a:custGeom>
              <a:rect b="b" l="l" r="r" t="t"/>
              <a:pathLst>
                <a:path extrusionOk="0" h="100584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005840"/>
                  </a:lnTo>
                  <a:lnTo>
                    <a:pt x="0" y="10058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71585" l="0" r="0" t="-371585"/>
              </a:stretch>
            </a:blipFill>
            <a:ln>
              <a:noFill/>
            </a:ln>
          </p:spPr>
        </p:sp>
        <p:sp>
          <p:nvSpPr>
            <p:cNvPr id="1105" name="Google Shape;1105;p13"/>
            <p:cNvSpPr txBox="1"/>
            <p:nvPr/>
          </p:nvSpPr>
          <p:spPr>
            <a:xfrm>
              <a:off x="0" y="-9525"/>
              <a:ext cx="21762720" cy="10153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200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4 Plane หลักของ Cisco SD-WAN</a:t>
              </a:r>
              <a:endParaRPr/>
            </a:p>
          </p:txBody>
        </p:sp>
      </p:grpSp>
      <p:grpSp>
        <p:nvGrpSpPr>
          <p:cNvPr id="1106" name="Google Shape;1106;p13"/>
          <p:cNvGrpSpPr/>
          <p:nvPr/>
        </p:nvGrpSpPr>
        <p:grpSpPr>
          <a:xfrm>
            <a:off x="822960" y="1728216"/>
            <a:ext cx="16459200" cy="521208"/>
            <a:chOff x="0" y="0"/>
            <a:chExt cx="21945600" cy="694944"/>
          </a:xfrm>
        </p:grpSpPr>
        <p:sp>
          <p:nvSpPr>
            <p:cNvPr id="1107" name="Google Shape;1107;p13"/>
            <p:cNvSpPr/>
            <p:nvPr/>
          </p:nvSpPr>
          <p:spPr>
            <a:xfrm>
              <a:off x="0" y="0"/>
              <a:ext cx="21945600" cy="694944"/>
            </a:xfrm>
            <a:custGeom>
              <a:rect b="b" l="l" r="r" t="t"/>
              <a:pathLst>
                <a:path extrusionOk="0" h="69494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94944"/>
                  </a:lnTo>
                  <a:lnTo>
                    <a:pt x="0" y="69494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65309" l="0" r="0" t="-565309"/>
              </a:stretch>
            </a:blipFill>
            <a:ln>
              <a:noFill/>
            </a:ln>
          </p:spPr>
        </p:sp>
        <p:sp>
          <p:nvSpPr>
            <p:cNvPr id="1108" name="Google Shape;1108;p13"/>
            <p:cNvSpPr txBox="1"/>
            <p:nvPr/>
          </p:nvSpPr>
          <p:spPr>
            <a:xfrm>
              <a:off x="0" y="0"/>
              <a:ext cx="21945600" cy="6949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75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Management → Control → Orchestration → Data</a:t>
              </a:r>
              <a:endParaRPr/>
            </a:p>
          </p:txBody>
        </p:sp>
      </p:grpSp>
      <p:sp>
        <p:nvSpPr>
          <p:cNvPr id="1109" name="Google Shape;1109;p13"/>
          <p:cNvSpPr/>
          <p:nvPr/>
        </p:nvSpPr>
        <p:spPr>
          <a:xfrm>
            <a:off x="1156335" y="2733675"/>
            <a:ext cx="3379470" cy="5231130"/>
          </a:xfrm>
          <a:custGeom>
            <a:rect b="b" l="l" r="r" t="t"/>
            <a:pathLst>
              <a:path extrusionOk="0" h="6974840" w="4505960">
                <a:moveTo>
                  <a:pt x="0" y="147066"/>
                </a:moveTo>
                <a:cubicBezTo>
                  <a:pt x="0" y="65913"/>
                  <a:pt x="65913" y="0"/>
                  <a:pt x="147066" y="0"/>
                </a:cubicBezTo>
                <a:lnTo>
                  <a:pt x="4358894" y="0"/>
                </a:lnTo>
                <a:cubicBezTo>
                  <a:pt x="4440174" y="0"/>
                  <a:pt x="4505960" y="65913"/>
                  <a:pt x="4505960" y="147066"/>
                </a:cubicBezTo>
                <a:lnTo>
                  <a:pt x="4505960" y="6827774"/>
                </a:lnTo>
                <a:cubicBezTo>
                  <a:pt x="4505960" y="6909054"/>
                  <a:pt x="4440047" y="6974840"/>
                  <a:pt x="4358894" y="6974840"/>
                </a:cubicBezTo>
                <a:lnTo>
                  <a:pt x="147066" y="6974840"/>
                </a:lnTo>
                <a:cubicBezTo>
                  <a:pt x="65913" y="6974840"/>
                  <a:pt x="0" y="6908927"/>
                  <a:pt x="0" y="6827774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D6E0E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0" name="Google Shape;1110;p13"/>
          <p:cNvSpPr/>
          <p:nvPr/>
        </p:nvSpPr>
        <p:spPr>
          <a:xfrm>
            <a:off x="1156335" y="2733675"/>
            <a:ext cx="3379470" cy="677418"/>
          </a:xfrm>
          <a:custGeom>
            <a:rect b="b" l="l" r="r" t="t"/>
            <a:pathLst>
              <a:path extrusionOk="0" h="903224" w="4505960">
                <a:moveTo>
                  <a:pt x="0" y="150495"/>
                </a:moveTo>
                <a:cubicBezTo>
                  <a:pt x="0" y="67437"/>
                  <a:pt x="67437" y="0"/>
                  <a:pt x="150495" y="0"/>
                </a:cubicBezTo>
                <a:lnTo>
                  <a:pt x="4355465" y="0"/>
                </a:lnTo>
                <a:cubicBezTo>
                  <a:pt x="4438650" y="0"/>
                  <a:pt x="4505960" y="67437"/>
                  <a:pt x="4505960" y="150495"/>
                </a:cubicBezTo>
                <a:lnTo>
                  <a:pt x="4505960" y="752729"/>
                </a:lnTo>
                <a:cubicBezTo>
                  <a:pt x="4505960" y="835914"/>
                  <a:pt x="4438523" y="903224"/>
                  <a:pt x="4355465" y="903224"/>
                </a:cubicBezTo>
                <a:lnTo>
                  <a:pt x="150495" y="903224"/>
                </a:lnTo>
                <a:cubicBezTo>
                  <a:pt x="67437" y="903224"/>
                  <a:pt x="0" y="835787"/>
                  <a:pt x="0" y="752729"/>
                </a:cubicBezTo>
                <a:close/>
              </a:path>
            </a:pathLst>
          </a:custGeom>
          <a:solidFill>
            <a:srgbClr val="1D6F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1" name="Google Shape;1111;p13"/>
          <p:cNvGrpSpPr/>
          <p:nvPr/>
        </p:nvGrpSpPr>
        <p:grpSpPr>
          <a:xfrm>
            <a:off x="1275588" y="2900648"/>
            <a:ext cx="3154680" cy="281464"/>
            <a:chOff x="0" y="-9525"/>
            <a:chExt cx="4206240" cy="375285"/>
          </a:xfrm>
        </p:grpSpPr>
        <p:sp>
          <p:nvSpPr>
            <p:cNvPr id="1112" name="Google Shape;1112;p13"/>
            <p:cNvSpPr/>
            <p:nvPr/>
          </p:nvSpPr>
          <p:spPr>
            <a:xfrm>
              <a:off x="0" y="0"/>
              <a:ext cx="4206240" cy="365760"/>
            </a:xfrm>
            <a:custGeom>
              <a:rect b="b" l="l" r="r" t="t"/>
              <a:pathLst>
                <a:path extrusionOk="0" h="36576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365760"/>
                  </a:lnTo>
                  <a:lnTo>
                    <a:pt x="0" y="3657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74075" l="0" r="0" t="-174075"/>
              </a:stretch>
            </a:blipFill>
            <a:ln>
              <a:noFill/>
            </a:ln>
          </p:spPr>
        </p:sp>
        <p:sp>
          <p:nvSpPr>
            <p:cNvPr id="1113" name="Google Shape;1113;p13"/>
            <p:cNvSpPr txBox="1"/>
            <p:nvPr/>
          </p:nvSpPr>
          <p:spPr>
            <a:xfrm>
              <a:off x="0" y="-9525"/>
              <a:ext cx="4206240" cy="3752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FFFFFF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Management Plane</a:t>
              </a:r>
              <a:endParaRPr/>
            </a:p>
          </p:txBody>
        </p:sp>
      </p:grpSp>
      <p:grpSp>
        <p:nvGrpSpPr>
          <p:cNvPr id="1114" name="Google Shape;1114;p13"/>
          <p:cNvGrpSpPr/>
          <p:nvPr/>
        </p:nvGrpSpPr>
        <p:grpSpPr>
          <a:xfrm>
            <a:off x="1412748" y="4046220"/>
            <a:ext cx="2852928" cy="754380"/>
            <a:chOff x="0" y="0"/>
            <a:chExt cx="3803904" cy="1005840"/>
          </a:xfrm>
        </p:grpSpPr>
        <p:sp>
          <p:nvSpPr>
            <p:cNvPr id="1115" name="Google Shape;1115;p13"/>
            <p:cNvSpPr/>
            <p:nvPr/>
          </p:nvSpPr>
          <p:spPr>
            <a:xfrm>
              <a:off x="0" y="0"/>
              <a:ext cx="3803904" cy="1005840"/>
            </a:xfrm>
            <a:custGeom>
              <a:rect b="b" l="l" r="r" t="t"/>
              <a:pathLst>
                <a:path extrusionOk="0" h="1005840" w="3803904">
                  <a:moveTo>
                    <a:pt x="0" y="0"/>
                  </a:moveTo>
                  <a:lnTo>
                    <a:pt x="3803904" y="0"/>
                  </a:lnTo>
                  <a:lnTo>
                    <a:pt x="3803904" y="1005840"/>
                  </a:lnTo>
                  <a:lnTo>
                    <a:pt x="0" y="10058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3688" l="0" r="0" t="-23688"/>
              </a:stretch>
            </a:blipFill>
            <a:ln>
              <a:noFill/>
            </a:ln>
          </p:spPr>
        </p:sp>
        <p:sp>
          <p:nvSpPr>
            <p:cNvPr id="1116" name="Google Shape;1116;p13"/>
            <p:cNvSpPr txBox="1"/>
            <p:nvPr/>
          </p:nvSpPr>
          <p:spPr>
            <a:xfrm>
              <a:off x="0" y="0"/>
              <a:ext cx="3803904" cy="1005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00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SD-WAN Manager</a:t>
              </a:r>
              <a:endParaRPr/>
            </a:p>
          </p:txBody>
        </p:sp>
      </p:grpSp>
      <p:grpSp>
        <p:nvGrpSpPr>
          <p:cNvPr id="1117" name="Google Shape;1117;p13"/>
          <p:cNvGrpSpPr/>
          <p:nvPr/>
        </p:nvGrpSpPr>
        <p:grpSpPr>
          <a:xfrm>
            <a:off x="1412748" y="5232368"/>
            <a:ext cx="2852928" cy="487204"/>
            <a:chOff x="0" y="-9525"/>
            <a:chExt cx="3803904" cy="649605"/>
          </a:xfrm>
        </p:grpSpPr>
        <p:sp>
          <p:nvSpPr>
            <p:cNvPr id="1118" name="Google Shape;1118;p13"/>
            <p:cNvSpPr/>
            <p:nvPr/>
          </p:nvSpPr>
          <p:spPr>
            <a:xfrm>
              <a:off x="0" y="0"/>
              <a:ext cx="3803904" cy="640080"/>
            </a:xfrm>
            <a:custGeom>
              <a:rect b="b" l="l" r="r" t="t"/>
              <a:pathLst>
                <a:path extrusionOk="0" h="640080" w="3803904">
                  <a:moveTo>
                    <a:pt x="0" y="0"/>
                  </a:moveTo>
                  <a:lnTo>
                    <a:pt x="3803904" y="0"/>
                  </a:lnTo>
                  <a:lnTo>
                    <a:pt x="3803904" y="640080"/>
                  </a:lnTo>
                  <a:lnTo>
                    <a:pt x="0" y="6400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65794" l="0" r="0" t="-65794"/>
              </a:stretch>
            </a:blipFill>
            <a:ln>
              <a:noFill/>
            </a:ln>
          </p:spPr>
        </p:sp>
        <p:sp>
          <p:nvSpPr>
            <p:cNvPr id="1119" name="Google Shape;1119;p13"/>
            <p:cNvSpPr txBox="1"/>
            <p:nvPr/>
          </p:nvSpPr>
          <p:spPr>
            <a:xfrm>
              <a:off x="0" y="-9525"/>
              <a:ext cx="3803904" cy="6496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Config / Monitoring</a:t>
              </a:r>
              <a:endParaRPr/>
            </a:p>
          </p:txBody>
        </p:sp>
      </p:grpSp>
      <p:sp>
        <p:nvSpPr>
          <p:cNvPr id="1120" name="Google Shape;1120;p13"/>
          <p:cNvSpPr/>
          <p:nvPr/>
        </p:nvSpPr>
        <p:spPr>
          <a:xfrm>
            <a:off x="2418207" y="6094095"/>
            <a:ext cx="842010" cy="842010"/>
          </a:xfrm>
          <a:custGeom>
            <a:rect b="b" l="l" r="r" t="t"/>
            <a:pathLst>
              <a:path extrusionOk="0" h="1122680" w="1122680">
                <a:moveTo>
                  <a:pt x="0" y="561340"/>
                </a:moveTo>
                <a:cubicBezTo>
                  <a:pt x="0" y="251333"/>
                  <a:pt x="251333" y="0"/>
                  <a:pt x="561340" y="0"/>
                </a:cubicBezTo>
                <a:cubicBezTo>
                  <a:pt x="871347" y="0"/>
                  <a:pt x="1122680" y="251333"/>
                  <a:pt x="1122680" y="561340"/>
                </a:cubicBezTo>
                <a:cubicBezTo>
                  <a:pt x="1122680" y="871347"/>
                  <a:pt x="871347" y="1122680"/>
                  <a:pt x="561340" y="1122680"/>
                </a:cubicBezTo>
                <a:cubicBezTo>
                  <a:pt x="251333" y="1122680"/>
                  <a:pt x="0" y="871347"/>
                  <a:pt x="0" y="561340"/>
                </a:cubicBezTo>
                <a:close/>
              </a:path>
            </a:pathLst>
          </a:custGeom>
          <a:solidFill>
            <a:srgbClr val="1D6FA5"/>
          </a:solidFill>
          <a:ln cap="sq" cmpd="sng" w="1905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21" name="Google Shape;1121;p13"/>
          <p:cNvGrpSpPr/>
          <p:nvPr/>
        </p:nvGrpSpPr>
        <p:grpSpPr>
          <a:xfrm>
            <a:off x="2194560" y="7104888"/>
            <a:ext cx="1303020" cy="342900"/>
            <a:chOff x="0" y="0"/>
            <a:chExt cx="1737360" cy="457200"/>
          </a:xfrm>
        </p:grpSpPr>
        <p:sp>
          <p:nvSpPr>
            <p:cNvPr id="1122" name="Google Shape;1122;p13"/>
            <p:cNvSpPr/>
            <p:nvPr/>
          </p:nvSpPr>
          <p:spPr>
            <a:xfrm>
              <a:off x="0" y="0"/>
              <a:ext cx="1737360" cy="457200"/>
            </a:xfrm>
            <a:custGeom>
              <a:rect b="b" l="l" r="r" t="t"/>
              <a:pathLst>
                <a:path extrusionOk="0" h="457200" w="1737360">
                  <a:moveTo>
                    <a:pt x="0" y="0"/>
                  </a:moveTo>
                  <a:lnTo>
                    <a:pt x="1737360" y="0"/>
                  </a:lnTo>
                  <a:lnTo>
                    <a:pt x="1737360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4043" l="0" r="0" t="-24043"/>
              </a:stretch>
            </a:blipFill>
            <a:ln>
              <a:noFill/>
            </a:ln>
          </p:spPr>
        </p:sp>
        <p:sp>
          <p:nvSpPr>
            <p:cNvPr id="1123" name="Google Shape;1123;p13"/>
            <p:cNvSpPr txBox="1"/>
            <p:nvPr/>
          </p:nvSpPr>
          <p:spPr>
            <a:xfrm>
              <a:off x="0" y="0"/>
              <a:ext cx="17373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350" u="none" cap="none" strike="noStrike">
                  <a:solidFill>
                    <a:srgbClr val="1D6FA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Management</a:t>
              </a:r>
              <a:endParaRPr/>
            </a:p>
          </p:txBody>
        </p:sp>
      </p:grpSp>
      <p:sp>
        <p:nvSpPr>
          <p:cNvPr id="1124" name="Google Shape;1124;p13"/>
          <p:cNvSpPr/>
          <p:nvPr/>
        </p:nvSpPr>
        <p:spPr>
          <a:xfrm>
            <a:off x="5408295" y="2733675"/>
            <a:ext cx="3379470" cy="5231130"/>
          </a:xfrm>
          <a:custGeom>
            <a:rect b="b" l="l" r="r" t="t"/>
            <a:pathLst>
              <a:path extrusionOk="0" h="6974840" w="4505960">
                <a:moveTo>
                  <a:pt x="0" y="147066"/>
                </a:moveTo>
                <a:cubicBezTo>
                  <a:pt x="0" y="65913"/>
                  <a:pt x="65913" y="0"/>
                  <a:pt x="147066" y="0"/>
                </a:cubicBezTo>
                <a:lnTo>
                  <a:pt x="4358894" y="0"/>
                </a:lnTo>
                <a:cubicBezTo>
                  <a:pt x="4440174" y="0"/>
                  <a:pt x="4505960" y="65913"/>
                  <a:pt x="4505960" y="147066"/>
                </a:cubicBezTo>
                <a:lnTo>
                  <a:pt x="4505960" y="6827774"/>
                </a:lnTo>
                <a:cubicBezTo>
                  <a:pt x="4505960" y="6909054"/>
                  <a:pt x="4440047" y="6974840"/>
                  <a:pt x="4358894" y="6974840"/>
                </a:cubicBezTo>
                <a:lnTo>
                  <a:pt x="147066" y="6974840"/>
                </a:lnTo>
                <a:cubicBezTo>
                  <a:pt x="65913" y="6974840"/>
                  <a:pt x="0" y="6908927"/>
                  <a:pt x="0" y="6827774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D6E0E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5" name="Google Shape;1125;p13"/>
          <p:cNvSpPr/>
          <p:nvPr/>
        </p:nvSpPr>
        <p:spPr>
          <a:xfrm>
            <a:off x="5408295" y="2733675"/>
            <a:ext cx="3379470" cy="677418"/>
          </a:xfrm>
          <a:custGeom>
            <a:rect b="b" l="l" r="r" t="t"/>
            <a:pathLst>
              <a:path extrusionOk="0" h="903224" w="4505960">
                <a:moveTo>
                  <a:pt x="0" y="150495"/>
                </a:moveTo>
                <a:cubicBezTo>
                  <a:pt x="0" y="67437"/>
                  <a:pt x="67437" y="0"/>
                  <a:pt x="150495" y="0"/>
                </a:cubicBezTo>
                <a:lnTo>
                  <a:pt x="4355465" y="0"/>
                </a:lnTo>
                <a:cubicBezTo>
                  <a:pt x="4438650" y="0"/>
                  <a:pt x="4505960" y="67437"/>
                  <a:pt x="4505960" y="150495"/>
                </a:cubicBezTo>
                <a:lnTo>
                  <a:pt x="4505960" y="752729"/>
                </a:lnTo>
                <a:cubicBezTo>
                  <a:pt x="4505960" y="835914"/>
                  <a:pt x="4438523" y="903224"/>
                  <a:pt x="4355465" y="903224"/>
                </a:cubicBezTo>
                <a:lnTo>
                  <a:pt x="150495" y="903224"/>
                </a:lnTo>
                <a:cubicBezTo>
                  <a:pt x="67437" y="903224"/>
                  <a:pt x="0" y="835787"/>
                  <a:pt x="0" y="752729"/>
                </a:cubicBezTo>
                <a:close/>
              </a:path>
            </a:pathLst>
          </a:custGeom>
          <a:solidFill>
            <a:srgbClr val="1FA7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26" name="Google Shape;1126;p13"/>
          <p:cNvGrpSpPr/>
          <p:nvPr/>
        </p:nvGrpSpPr>
        <p:grpSpPr>
          <a:xfrm>
            <a:off x="5527548" y="2900648"/>
            <a:ext cx="3154680" cy="281464"/>
            <a:chOff x="0" y="-9525"/>
            <a:chExt cx="4206240" cy="375285"/>
          </a:xfrm>
        </p:grpSpPr>
        <p:sp>
          <p:nvSpPr>
            <p:cNvPr id="1127" name="Google Shape;1127;p13"/>
            <p:cNvSpPr/>
            <p:nvPr/>
          </p:nvSpPr>
          <p:spPr>
            <a:xfrm>
              <a:off x="0" y="0"/>
              <a:ext cx="4206240" cy="365760"/>
            </a:xfrm>
            <a:custGeom>
              <a:rect b="b" l="l" r="r" t="t"/>
              <a:pathLst>
                <a:path extrusionOk="0" h="36576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365760"/>
                  </a:lnTo>
                  <a:lnTo>
                    <a:pt x="0" y="3657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74075" l="0" r="0" t="-174075"/>
              </a:stretch>
            </a:blipFill>
            <a:ln>
              <a:noFill/>
            </a:ln>
          </p:spPr>
        </p:sp>
        <p:sp>
          <p:nvSpPr>
            <p:cNvPr id="1128" name="Google Shape;1128;p13"/>
            <p:cNvSpPr txBox="1"/>
            <p:nvPr/>
          </p:nvSpPr>
          <p:spPr>
            <a:xfrm>
              <a:off x="0" y="-9525"/>
              <a:ext cx="4206240" cy="3752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FFFFFF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Control Plane</a:t>
              </a:r>
              <a:endParaRPr/>
            </a:p>
          </p:txBody>
        </p:sp>
      </p:grpSp>
      <p:grpSp>
        <p:nvGrpSpPr>
          <p:cNvPr id="1129" name="Google Shape;1129;p13"/>
          <p:cNvGrpSpPr/>
          <p:nvPr/>
        </p:nvGrpSpPr>
        <p:grpSpPr>
          <a:xfrm>
            <a:off x="5664708" y="4046220"/>
            <a:ext cx="2852928" cy="754380"/>
            <a:chOff x="0" y="0"/>
            <a:chExt cx="3803904" cy="1005840"/>
          </a:xfrm>
        </p:grpSpPr>
        <p:sp>
          <p:nvSpPr>
            <p:cNvPr id="1130" name="Google Shape;1130;p13"/>
            <p:cNvSpPr/>
            <p:nvPr/>
          </p:nvSpPr>
          <p:spPr>
            <a:xfrm>
              <a:off x="0" y="0"/>
              <a:ext cx="3803904" cy="1005840"/>
            </a:xfrm>
            <a:custGeom>
              <a:rect b="b" l="l" r="r" t="t"/>
              <a:pathLst>
                <a:path extrusionOk="0" h="1005840" w="3803904">
                  <a:moveTo>
                    <a:pt x="0" y="0"/>
                  </a:moveTo>
                  <a:lnTo>
                    <a:pt x="3803904" y="0"/>
                  </a:lnTo>
                  <a:lnTo>
                    <a:pt x="3803904" y="1005840"/>
                  </a:lnTo>
                  <a:lnTo>
                    <a:pt x="0" y="10058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3688" l="0" r="0" t="-23688"/>
              </a:stretch>
            </a:blipFill>
            <a:ln>
              <a:noFill/>
            </a:ln>
          </p:spPr>
        </p:sp>
        <p:sp>
          <p:nvSpPr>
            <p:cNvPr id="1131" name="Google Shape;1131;p13"/>
            <p:cNvSpPr txBox="1"/>
            <p:nvPr/>
          </p:nvSpPr>
          <p:spPr>
            <a:xfrm>
              <a:off x="0" y="0"/>
              <a:ext cx="3803904" cy="1005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00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SD-WAN Controller</a:t>
              </a:r>
              <a:endParaRPr/>
            </a:p>
          </p:txBody>
        </p:sp>
      </p:grpSp>
      <p:grpSp>
        <p:nvGrpSpPr>
          <p:cNvPr id="1132" name="Google Shape;1132;p13"/>
          <p:cNvGrpSpPr/>
          <p:nvPr/>
        </p:nvGrpSpPr>
        <p:grpSpPr>
          <a:xfrm>
            <a:off x="5664708" y="5232368"/>
            <a:ext cx="2852928" cy="487204"/>
            <a:chOff x="0" y="-9525"/>
            <a:chExt cx="3803904" cy="649605"/>
          </a:xfrm>
        </p:grpSpPr>
        <p:sp>
          <p:nvSpPr>
            <p:cNvPr id="1133" name="Google Shape;1133;p13"/>
            <p:cNvSpPr/>
            <p:nvPr/>
          </p:nvSpPr>
          <p:spPr>
            <a:xfrm>
              <a:off x="0" y="0"/>
              <a:ext cx="3803904" cy="640080"/>
            </a:xfrm>
            <a:custGeom>
              <a:rect b="b" l="l" r="r" t="t"/>
              <a:pathLst>
                <a:path extrusionOk="0" h="640080" w="3803904">
                  <a:moveTo>
                    <a:pt x="0" y="0"/>
                  </a:moveTo>
                  <a:lnTo>
                    <a:pt x="3803904" y="0"/>
                  </a:lnTo>
                  <a:lnTo>
                    <a:pt x="3803904" y="640080"/>
                  </a:lnTo>
                  <a:lnTo>
                    <a:pt x="0" y="6400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65794" l="0" r="0" t="-65794"/>
              </a:stretch>
            </a:blipFill>
            <a:ln>
              <a:noFill/>
            </a:ln>
          </p:spPr>
        </p:sp>
        <p:sp>
          <p:nvSpPr>
            <p:cNvPr id="1134" name="Google Shape;1134;p13"/>
            <p:cNvSpPr txBox="1"/>
            <p:nvPr/>
          </p:nvSpPr>
          <p:spPr>
            <a:xfrm>
              <a:off x="0" y="-9525"/>
              <a:ext cx="3803904" cy="6496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Route / Policy / Topology</a:t>
              </a:r>
              <a:endParaRPr/>
            </a:p>
          </p:txBody>
        </p:sp>
      </p:grpSp>
      <p:sp>
        <p:nvSpPr>
          <p:cNvPr id="1135" name="Google Shape;1135;p13"/>
          <p:cNvSpPr/>
          <p:nvPr/>
        </p:nvSpPr>
        <p:spPr>
          <a:xfrm>
            <a:off x="6670167" y="6094095"/>
            <a:ext cx="842010" cy="842010"/>
          </a:xfrm>
          <a:custGeom>
            <a:rect b="b" l="l" r="r" t="t"/>
            <a:pathLst>
              <a:path extrusionOk="0" h="1122680" w="1122680">
                <a:moveTo>
                  <a:pt x="0" y="561340"/>
                </a:moveTo>
                <a:cubicBezTo>
                  <a:pt x="0" y="251333"/>
                  <a:pt x="251333" y="0"/>
                  <a:pt x="561340" y="0"/>
                </a:cubicBezTo>
                <a:cubicBezTo>
                  <a:pt x="871347" y="0"/>
                  <a:pt x="1122680" y="251333"/>
                  <a:pt x="1122680" y="561340"/>
                </a:cubicBezTo>
                <a:cubicBezTo>
                  <a:pt x="1122680" y="871347"/>
                  <a:pt x="871347" y="1122680"/>
                  <a:pt x="561340" y="1122680"/>
                </a:cubicBezTo>
                <a:cubicBezTo>
                  <a:pt x="251333" y="1122680"/>
                  <a:pt x="0" y="871347"/>
                  <a:pt x="0" y="561340"/>
                </a:cubicBezTo>
                <a:close/>
              </a:path>
            </a:pathLst>
          </a:custGeom>
          <a:solidFill>
            <a:srgbClr val="1FA7C8"/>
          </a:solidFill>
          <a:ln cap="sq" cmpd="sng" w="1905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36" name="Google Shape;1136;p13"/>
          <p:cNvGrpSpPr/>
          <p:nvPr/>
        </p:nvGrpSpPr>
        <p:grpSpPr>
          <a:xfrm>
            <a:off x="6446520" y="7104888"/>
            <a:ext cx="1303020" cy="342900"/>
            <a:chOff x="0" y="0"/>
            <a:chExt cx="1737360" cy="457200"/>
          </a:xfrm>
        </p:grpSpPr>
        <p:sp>
          <p:nvSpPr>
            <p:cNvPr id="1137" name="Google Shape;1137;p13"/>
            <p:cNvSpPr/>
            <p:nvPr/>
          </p:nvSpPr>
          <p:spPr>
            <a:xfrm>
              <a:off x="0" y="0"/>
              <a:ext cx="1737360" cy="457200"/>
            </a:xfrm>
            <a:custGeom>
              <a:rect b="b" l="l" r="r" t="t"/>
              <a:pathLst>
                <a:path extrusionOk="0" h="457200" w="1737360">
                  <a:moveTo>
                    <a:pt x="0" y="0"/>
                  </a:moveTo>
                  <a:lnTo>
                    <a:pt x="1737360" y="0"/>
                  </a:lnTo>
                  <a:lnTo>
                    <a:pt x="1737360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4043" l="0" r="0" t="-24043"/>
              </a:stretch>
            </a:blipFill>
            <a:ln>
              <a:noFill/>
            </a:ln>
          </p:spPr>
        </p:sp>
        <p:sp>
          <p:nvSpPr>
            <p:cNvPr id="1138" name="Google Shape;1138;p13"/>
            <p:cNvSpPr txBox="1"/>
            <p:nvPr/>
          </p:nvSpPr>
          <p:spPr>
            <a:xfrm>
              <a:off x="0" y="0"/>
              <a:ext cx="17373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350" u="none" cap="none" strike="noStrike">
                  <a:solidFill>
                    <a:srgbClr val="1FA7C8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Control</a:t>
              </a:r>
              <a:endParaRPr/>
            </a:p>
          </p:txBody>
        </p:sp>
      </p:grpSp>
      <p:sp>
        <p:nvSpPr>
          <p:cNvPr id="1139" name="Google Shape;1139;p13"/>
          <p:cNvSpPr/>
          <p:nvPr/>
        </p:nvSpPr>
        <p:spPr>
          <a:xfrm>
            <a:off x="9660255" y="2733675"/>
            <a:ext cx="3379470" cy="5231130"/>
          </a:xfrm>
          <a:custGeom>
            <a:rect b="b" l="l" r="r" t="t"/>
            <a:pathLst>
              <a:path extrusionOk="0" h="6974840" w="4505960">
                <a:moveTo>
                  <a:pt x="0" y="147066"/>
                </a:moveTo>
                <a:cubicBezTo>
                  <a:pt x="0" y="65913"/>
                  <a:pt x="65913" y="0"/>
                  <a:pt x="147066" y="0"/>
                </a:cubicBezTo>
                <a:lnTo>
                  <a:pt x="4358894" y="0"/>
                </a:lnTo>
                <a:cubicBezTo>
                  <a:pt x="4440174" y="0"/>
                  <a:pt x="4505960" y="65913"/>
                  <a:pt x="4505960" y="147066"/>
                </a:cubicBezTo>
                <a:lnTo>
                  <a:pt x="4505960" y="6827774"/>
                </a:lnTo>
                <a:cubicBezTo>
                  <a:pt x="4505960" y="6909054"/>
                  <a:pt x="4440047" y="6974840"/>
                  <a:pt x="4358894" y="6974840"/>
                </a:cubicBezTo>
                <a:lnTo>
                  <a:pt x="147066" y="6974840"/>
                </a:lnTo>
                <a:cubicBezTo>
                  <a:pt x="65913" y="6974840"/>
                  <a:pt x="0" y="6908927"/>
                  <a:pt x="0" y="6827774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D6E0E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0" name="Google Shape;1140;p13"/>
          <p:cNvSpPr/>
          <p:nvPr/>
        </p:nvSpPr>
        <p:spPr>
          <a:xfrm>
            <a:off x="9660255" y="2733675"/>
            <a:ext cx="3379470" cy="677418"/>
          </a:xfrm>
          <a:custGeom>
            <a:rect b="b" l="l" r="r" t="t"/>
            <a:pathLst>
              <a:path extrusionOk="0" h="903224" w="4505960">
                <a:moveTo>
                  <a:pt x="0" y="150495"/>
                </a:moveTo>
                <a:cubicBezTo>
                  <a:pt x="0" y="67437"/>
                  <a:pt x="67437" y="0"/>
                  <a:pt x="150495" y="0"/>
                </a:cubicBezTo>
                <a:lnTo>
                  <a:pt x="4355465" y="0"/>
                </a:lnTo>
                <a:cubicBezTo>
                  <a:pt x="4438650" y="0"/>
                  <a:pt x="4505960" y="67437"/>
                  <a:pt x="4505960" y="150495"/>
                </a:cubicBezTo>
                <a:lnTo>
                  <a:pt x="4505960" y="752729"/>
                </a:lnTo>
                <a:cubicBezTo>
                  <a:pt x="4505960" y="835914"/>
                  <a:pt x="4438523" y="903224"/>
                  <a:pt x="4355465" y="903224"/>
                </a:cubicBezTo>
                <a:lnTo>
                  <a:pt x="150495" y="903224"/>
                </a:lnTo>
                <a:cubicBezTo>
                  <a:pt x="67437" y="903224"/>
                  <a:pt x="0" y="835787"/>
                  <a:pt x="0" y="752729"/>
                </a:cubicBezTo>
                <a:close/>
              </a:path>
            </a:pathLst>
          </a:custGeom>
          <a:solidFill>
            <a:srgbClr val="1F8A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41" name="Google Shape;1141;p13"/>
          <p:cNvGrpSpPr/>
          <p:nvPr/>
        </p:nvGrpSpPr>
        <p:grpSpPr>
          <a:xfrm>
            <a:off x="9779508" y="2900648"/>
            <a:ext cx="3154680" cy="281464"/>
            <a:chOff x="0" y="-9525"/>
            <a:chExt cx="4206240" cy="375285"/>
          </a:xfrm>
        </p:grpSpPr>
        <p:sp>
          <p:nvSpPr>
            <p:cNvPr id="1142" name="Google Shape;1142;p13"/>
            <p:cNvSpPr/>
            <p:nvPr/>
          </p:nvSpPr>
          <p:spPr>
            <a:xfrm>
              <a:off x="0" y="0"/>
              <a:ext cx="4206240" cy="365760"/>
            </a:xfrm>
            <a:custGeom>
              <a:rect b="b" l="l" r="r" t="t"/>
              <a:pathLst>
                <a:path extrusionOk="0" h="36576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365760"/>
                  </a:lnTo>
                  <a:lnTo>
                    <a:pt x="0" y="3657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74075" l="0" r="0" t="-174075"/>
              </a:stretch>
            </a:blipFill>
            <a:ln>
              <a:noFill/>
            </a:ln>
          </p:spPr>
        </p:sp>
        <p:sp>
          <p:nvSpPr>
            <p:cNvPr id="1143" name="Google Shape;1143;p13"/>
            <p:cNvSpPr txBox="1"/>
            <p:nvPr/>
          </p:nvSpPr>
          <p:spPr>
            <a:xfrm>
              <a:off x="0" y="-9525"/>
              <a:ext cx="4206240" cy="3752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FFFFFF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Orchestration Plane</a:t>
              </a:r>
              <a:endParaRPr/>
            </a:p>
          </p:txBody>
        </p:sp>
      </p:grpSp>
      <p:grpSp>
        <p:nvGrpSpPr>
          <p:cNvPr id="1144" name="Google Shape;1144;p13"/>
          <p:cNvGrpSpPr/>
          <p:nvPr/>
        </p:nvGrpSpPr>
        <p:grpSpPr>
          <a:xfrm>
            <a:off x="9916668" y="4046220"/>
            <a:ext cx="2852928" cy="754380"/>
            <a:chOff x="0" y="0"/>
            <a:chExt cx="3803904" cy="1005840"/>
          </a:xfrm>
        </p:grpSpPr>
        <p:sp>
          <p:nvSpPr>
            <p:cNvPr id="1145" name="Google Shape;1145;p13"/>
            <p:cNvSpPr/>
            <p:nvPr/>
          </p:nvSpPr>
          <p:spPr>
            <a:xfrm>
              <a:off x="0" y="0"/>
              <a:ext cx="3803904" cy="1005840"/>
            </a:xfrm>
            <a:custGeom>
              <a:rect b="b" l="l" r="r" t="t"/>
              <a:pathLst>
                <a:path extrusionOk="0" h="1005840" w="3803904">
                  <a:moveTo>
                    <a:pt x="0" y="0"/>
                  </a:moveTo>
                  <a:lnTo>
                    <a:pt x="3803904" y="0"/>
                  </a:lnTo>
                  <a:lnTo>
                    <a:pt x="3803904" y="1005840"/>
                  </a:lnTo>
                  <a:lnTo>
                    <a:pt x="0" y="10058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3688" l="0" r="0" t="-23688"/>
              </a:stretch>
            </a:blipFill>
            <a:ln>
              <a:noFill/>
            </a:ln>
          </p:spPr>
        </p:sp>
        <p:sp>
          <p:nvSpPr>
            <p:cNvPr id="1146" name="Google Shape;1146;p13"/>
            <p:cNvSpPr txBox="1"/>
            <p:nvPr/>
          </p:nvSpPr>
          <p:spPr>
            <a:xfrm>
              <a:off x="0" y="0"/>
              <a:ext cx="3803904" cy="1005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00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SD-WAN Validator</a:t>
              </a:r>
              <a:endParaRPr/>
            </a:p>
          </p:txBody>
        </p:sp>
      </p:grpSp>
      <p:grpSp>
        <p:nvGrpSpPr>
          <p:cNvPr id="1147" name="Google Shape;1147;p13"/>
          <p:cNvGrpSpPr/>
          <p:nvPr/>
        </p:nvGrpSpPr>
        <p:grpSpPr>
          <a:xfrm>
            <a:off x="9916668" y="5232368"/>
            <a:ext cx="2852928" cy="487204"/>
            <a:chOff x="0" y="-9525"/>
            <a:chExt cx="3803904" cy="649605"/>
          </a:xfrm>
        </p:grpSpPr>
        <p:sp>
          <p:nvSpPr>
            <p:cNvPr id="1148" name="Google Shape;1148;p13"/>
            <p:cNvSpPr/>
            <p:nvPr/>
          </p:nvSpPr>
          <p:spPr>
            <a:xfrm>
              <a:off x="0" y="0"/>
              <a:ext cx="3803904" cy="640080"/>
            </a:xfrm>
            <a:custGeom>
              <a:rect b="b" l="l" r="r" t="t"/>
              <a:pathLst>
                <a:path extrusionOk="0" h="640080" w="3803904">
                  <a:moveTo>
                    <a:pt x="0" y="0"/>
                  </a:moveTo>
                  <a:lnTo>
                    <a:pt x="3803904" y="0"/>
                  </a:lnTo>
                  <a:lnTo>
                    <a:pt x="3803904" y="640080"/>
                  </a:lnTo>
                  <a:lnTo>
                    <a:pt x="0" y="6400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65794" l="0" r="0" t="-65794"/>
              </a:stretch>
            </a:blipFill>
            <a:ln>
              <a:noFill/>
            </a:ln>
          </p:spPr>
        </p:sp>
        <p:sp>
          <p:nvSpPr>
            <p:cNvPr id="1149" name="Google Shape;1149;p13"/>
            <p:cNvSpPr txBox="1"/>
            <p:nvPr/>
          </p:nvSpPr>
          <p:spPr>
            <a:xfrm>
              <a:off x="0" y="-9525"/>
              <a:ext cx="3803904" cy="6496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Authentication / Onboarding</a:t>
              </a:r>
              <a:endParaRPr/>
            </a:p>
          </p:txBody>
        </p:sp>
      </p:grpSp>
      <p:sp>
        <p:nvSpPr>
          <p:cNvPr id="1150" name="Google Shape;1150;p13"/>
          <p:cNvSpPr/>
          <p:nvPr/>
        </p:nvSpPr>
        <p:spPr>
          <a:xfrm>
            <a:off x="10922127" y="6094095"/>
            <a:ext cx="842010" cy="842010"/>
          </a:xfrm>
          <a:custGeom>
            <a:rect b="b" l="l" r="r" t="t"/>
            <a:pathLst>
              <a:path extrusionOk="0" h="1122680" w="1122680">
                <a:moveTo>
                  <a:pt x="0" y="561340"/>
                </a:moveTo>
                <a:cubicBezTo>
                  <a:pt x="0" y="251333"/>
                  <a:pt x="251333" y="0"/>
                  <a:pt x="561340" y="0"/>
                </a:cubicBezTo>
                <a:cubicBezTo>
                  <a:pt x="871347" y="0"/>
                  <a:pt x="1122680" y="251333"/>
                  <a:pt x="1122680" y="561340"/>
                </a:cubicBezTo>
                <a:cubicBezTo>
                  <a:pt x="1122680" y="871347"/>
                  <a:pt x="871347" y="1122680"/>
                  <a:pt x="561340" y="1122680"/>
                </a:cubicBezTo>
                <a:cubicBezTo>
                  <a:pt x="251333" y="1122680"/>
                  <a:pt x="0" y="871347"/>
                  <a:pt x="0" y="561340"/>
                </a:cubicBezTo>
                <a:close/>
              </a:path>
            </a:pathLst>
          </a:custGeom>
          <a:solidFill>
            <a:srgbClr val="1F8A8A"/>
          </a:solidFill>
          <a:ln cap="sq" cmpd="sng" w="1905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51" name="Google Shape;1151;p13"/>
          <p:cNvGrpSpPr/>
          <p:nvPr/>
        </p:nvGrpSpPr>
        <p:grpSpPr>
          <a:xfrm>
            <a:off x="10698480" y="7104888"/>
            <a:ext cx="1303020" cy="342900"/>
            <a:chOff x="0" y="0"/>
            <a:chExt cx="1737360" cy="457200"/>
          </a:xfrm>
        </p:grpSpPr>
        <p:sp>
          <p:nvSpPr>
            <p:cNvPr id="1152" name="Google Shape;1152;p13"/>
            <p:cNvSpPr/>
            <p:nvPr/>
          </p:nvSpPr>
          <p:spPr>
            <a:xfrm>
              <a:off x="0" y="0"/>
              <a:ext cx="1737360" cy="457200"/>
            </a:xfrm>
            <a:custGeom>
              <a:rect b="b" l="l" r="r" t="t"/>
              <a:pathLst>
                <a:path extrusionOk="0" h="457200" w="1737360">
                  <a:moveTo>
                    <a:pt x="0" y="0"/>
                  </a:moveTo>
                  <a:lnTo>
                    <a:pt x="1737360" y="0"/>
                  </a:lnTo>
                  <a:lnTo>
                    <a:pt x="1737360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4043" l="0" r="0" t="-24043"/>
              </a:stretch>
            </a:blipFill>
            <a:ln>
              <a:noFill/>
            </a:ln>
          </p:spPr>
        </p:sp>
        <p:sp>
          <p:nvSpPr>
            <p:cNvPr id="1153" name="Google Shape;1153;p13"/>
            <p:cNvSpPr txBox="1"/>
            <p:nvPr/>
          </p:nvSpPr>
          <p:spPr>
            <a:xfrm>
              <a:off x="0" y="0"/>
              <a:ext cx="17373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350" u="none" cap="none" strike="noStrike">
                  <a:solidFill>
                    <a:srgbClr val="1F8A8A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Orchestration</a:t>
              </a:r>
              <a:endParaRPr/>
            </a:p>
          </p:txBody>
        </p:sp>
      </p:grpSp>
      <p:sp>
        <p:nvSpPr>
          <p:cNvPr id="1154" name="Google Shape;1154;p13"/>
          <p:cNvSpPr/>
          <p:nvPr/>
        </p:nvSpPr>
        <p:spPr>
          <a:xfrm>
            <a:off x="13912215" y="2733675"/>
            <a:ext cx="3379470" cy="5231130"/>
          </a:xfrm>
          <a:custGeom>
            <a:rect b="b" l="l" r="r" t="t"/>
            <a:pathLst>
              <a:path extrusionOk="0" h="6974840" w="4505960">
                <a:moveTo>
                  <a:pt x="0" y="147066"/>
                </a:moveTo>
                <a:cubicBezTo>
                  <a:pt x="0" y="65913"/>
                  <a:pt x="65913" y="0"/>
                  <a:pt x="147066" y="0"/>
                </a:cubicBezTo>
                <a:lnTo>
                  <a:pt x="4358894" y="0"/>
                </a:lnTo>
                <a:cubicBezTo>
                  <a:pt x="4440174" y="0"/>
                  <a:pt x="4505960" y="65913"/>
                  <a:pt x="4505960" y="147066"/>
                </a:cubicBezTo>
                <a:lnTo>
                  <a:pt x="4505960" y="6827774"/>
                </a:lnTo>
                <a:cubicBezTo>
                  <a:pt x="4505960" y="6909054"/>
                  <a:pt x="4440047" y="6974840"/>
                  <a:pt x="4358894" y="6974840"/>
                </a:cubicBezTo>
                <a:lnTo>
                  <a:pt x="147066" y="6974840"/>
                </a:lnTo>
                <a:cubicBezTo>
                  <a:pt x="65913" y="6974840"/>
                  <a:pt x="0" y="6908927"/>
                  <a:pt x="0" y="6827774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D6E0E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5" name="Google Shape;1155;p13"/>
          <p:cNvSpPr/>
          <p:nvPr/>
        </p:nvSpPr>
        <p:spPr>
          <a:xfrm>
            <a:off x="13912215" y="2733675"/>
            <a:ext cx="3379470" cy="677418"/>
          </a:xfrm>
          <a:custGeom>
            <a:rect b="b" l="l" r="r" t="t"/>
            <a:pathLst>
              <a:path extrusionOk="0" h="903224" w="4505960">
                <a:moveTo>
                  <a:pt x="0" y="150495"/>
                </a:moveTo>
                <a:cubicBezTo>
                  <a:pt x="0" y="67437"/>
                  <a:pt x="67437" y="0"/>
                  <a:pt x="150495" y="0"/>
                </a:cubicBezTo>
                <a:lnTo>
                  <a:pt x="4355465" y="0"/>
                </a:lnTo>
                <a:cubicBezTo>
                  <a:pt x="4438650" y="0"/>
                  <a:pt x="4505960" y="67437"/>
                  <a:pt x="4505960" y="150495"/>
                </a:cubicBezTo>
                <a:lnTo>
                  <a:pt x="4505960" y="752729"/>
                </a:lnTo>
                <a:cubicBezTo>
                  <a:pt x="4505960" y="835914"/>
                  <a:pt x="4438523" y="903224"/>
                  <a:pt x="4355465" y="903224"/>
                </a:cubicBezTo>
                <a:lnTo>
                  <a:pt x="150495" y="903224"/>
                </a:lnTo>
                <a:cubicBezTo>
                  <a:pt x="67437" y="903224"/>
                  <a:pt x="0" y="835787"/>
                  <a:pt x="0" y="752729"/>
                </a:cubicBezTo>
                <a:close/>
              </a:path>
            </a:pathLst>
          </a:custGeom>
          <a:solidFill>
            <a:srgbClr val="E48A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56" name="Google Shape;1156;p13"/>
          <p:cNvGrpSpPr/>
          <p:nvPr/>
        </p:nvGrpSpPr>
        <p:grpSpPr>
          <a:xfrm>
            <a:off x="14031468" y="2900648"/>
            <a:ext cx="3154680" cy="281464"/>
            <a:chOff x="0" y="-9525"/>
            <a:chExt cx="4206240" cy="375285"/>
          </a:xfrm>
        </p:grpSpPr>
        <p:sp>
          <p:nvSpPr>
            <p:cNvPr id="1157" name="Google Shape;1157;p13"/>
            <p:cNvSpPr/>
            <p:nvPr/>
          </p:nvSpPr>
          <p:spPr>
            <a:xfrm>
              <a:off x="0" y="0"/>
              <a:ext cx="4206240" cy="365760"/>
            </a:xfrm>
            <a:custGeom>
              <a:rect b="b" l="l" r="r" t="t"/>
              <a:pathLst>
                <a:path extrusionOk="0" h="36576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365760"/>
                  </a:lnTo>
                  <a:lnTo>
                    <a:pt x="0" y="3657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74075" l="0" r="0" t="-174075"/>
              </a:stretch>
            </a:blipFill>
            <a:ln>
              <a:noFill/>
            </a:ln>
          </p:spPr>
        </p:sp>
        <p:sp>
          <p:nvSpPr>
            <p:cNvPr id="1158" name="Google Shape;1158;p13"/>
            <p:cNvSpPr txBox="1"/>
            <p:nvPr/>
          </p:nvSpPr>
          <p:spPr>
            <a:xfrm>
              <a:off x="0" y="-9525"/>
              <a:ext cx="4206240" cy="3752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FFFFFF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Data Plane</a:t>
              </a:r>
              <a:endParaRPr/>
            </a:p>
          </p:txBody>
        </p:sp>
      </p:grpSp>
      <p:grpSp>
        <p:nvGrpSpPr>
          <p:cNvPr id="1159" name="Google Shape;1159;p13"/>
          <p:cNvGrpSpPr/>
          <p:nvPr/>
        </p:nvGrpSpPr>
        <p:grpSpPr>
          <a:xfrm>
            <a:off x="14168628" y="4046220"/>
            <a:ext cx="2852928" cy="754380"/>
            <a:chOff x="0" y="0"/>
            <a:chExt cx="3803904" cy="1005840"/>
          </a:xfrm>
        </p:grpSpPr>
        <p:sp>
          <p:nvSpPr>
            <p:cNvPr id="1160" name="Google Shape;1160;p13"/>
            <p:cNvSpPr/>
            <p:nvPr/>
          </p:nvSpPr>
          <p:spPr>
            <a:xfrm>
              <a:off x="0" y="0"/>
              <a:ext cx="3803904" cy="1005840"/>
            </a:xfrm>
            <a:custGeom>
              <a:rect b="b" l="l" r="r" t="t"/>
              <a:pathLst>
                <a:path extrusionOk="0" h="1005840" w="3803904">
                  <a:moveTo>
                    <a:pt x="0" y="0"/>
                  </a:moveTo>
                  <a:lnTo>
                    <a:pt x="3803904" y="0"/>
                  </a:lnTo>
                  <a:lnTo>
                    <a:pt x="3803904" y="1005840"/>
                  </a:lnTo>
                  <a:lnTo>
                    <a:pt x="0" y="10058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3688" l="0" r="0" t="-23688"/>
              </a:stretch>
            </a:blipFill>
            <a:ln>
              <a:noFill/>
            </a:ln>
          </p:spPr>
        </p:sp>
        <p:sp>
          <p:nvSpPr>
            <p:cNvPr id="1161" name="Google Shape;1161;p13"/>
            <p:cNvSpPr txBox="1"/>
            <p:nvPr/>
          </p:nvSpPr>
          <p:spPr>
            <a:xfrm>
              <a:off x="0" y="0"/>
              <a:ext cx="3803904" cy="1005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00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WAN Edge Router</a:t>
              </a:r>
              <a:endParaRPr/>
            </a:p>
          </p:txBody>
        </p:sp>
      </p:grpSp>
      <p:grpSp>
        <p:nvGrpSpPr>
          <p:cNvPr id="1162" name="Google Shape;1162;p13"/>
          <p:cNvGrpSpPr/>
          <p:nvPr/>
        </p:nvGrpSpPr>
        <p:grpSpPr>
          <a:xfrm>
            <a:off x="14168628" y="5232368"/>
            <a:ext cx="2852928" cy="487204"/>
            <a:chOff x="0" y="-9525"/>
            <a:chExt cx="3803904" cy="649605"/>
          </a:xfrm>
        </p:grpSpPr>
        <p:sp>
          <p:nvSpPr>
            <p:cNvPr id="1163" name="Google Shape;1163;p13"/>
            <p:cNvSpPr/>
            <p:nvPr/>
          </p:nvSpPr>
          <p:spPr>
            <a:xfrm>
              <a:off x="0" y="0"/>
              <a:ext cx="3803904" cy="640080"/>
            </a:xfrm>
            <a:custGeom>
              <a:rect b="b" l="l" r="r" t="t"/>
              <a:pathLst>
                <a:path extrusionOk="0" h="640080" w="3803904">
                  <a:moveTo>
                    <a:pt x="0" y="0"/>
                  </a:moveTo>
                  <a:lnTo>
                    <a:pt x="3803904" y="0"/>
                  </a:lnTo>
                  <a:lnTo>
                    <a:pt x="3803904" y="640080"/>
                  </a:lnTo>
                  <a:lnTo>
                    <a:pt x="0" y="6400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65794" l="0" r="0" t="-65794"/>
              </a:stretch>
            </a:blipFill>
            <a:ln>
              <a:noFill/>
            </a:ln>
          </p:spPr>
        </p:sp>
        <p:sp>
          <p:nvSpPr>
            <p:cNvPr id="1164" name="Google Shape;1164;p13"/>
            <p:cNvSpPr txBox="1"/>
            <p:nvPr/>
          </p:nvSpPr>
          <p:spPr>
            <a:xfrm>
              <a:off x="0" y="-9525"/>
              <a:ext cx="3803904" cy="6496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User Traffic</a:t>
              </a:r>
              <a:endParaRPr/>
            </a:p>
          </p:txBody>
        </p:sp>
      </p:grpSp>
      <p:sp>
        <p:nvSpPr>
          <p:cNvPr id="1165" name="Google Shape;1165;p13"/>
          <p:cNvSpPr/>
          <p:nvPr/>
        </p:nvSpPr>
        <p:spPr>
          <a:xfrm>
            <a:off x="15174087" y="6094095"/>
            <a:ext cx="842010" cy="842010"/>
          </a:xfrm>
          <a:custGeom>
            <a:rect b="b" l="l" r="r" t="t"/>
            <a:pathLst>
              <a:path extrusionOk="0" h="1122680" w="1122680">
                <a:moveTo>
                  <a:pt x="0" y="561340"/>
                </a:moveTo>
                <a:cubicBezTo>
                  <a:pt x="0" y="251333"/>
                  <a:pt x="251333" y="0"/>
                  <a:pt x="561340" y="0"/>
                </a:cubicBezTo>
                <a:cubicBezTo>
                  <a:pt x="871347" y="0"/>
                  <a:pt x="1122680" y="251333"/>
                  <a:pt x="1122680" y="561340"/>
                </a:cubicBezTo>
                <a:cubicBezTo>
                  <a:pt x="1122680" y="871347"/>
                  <a:pt x="871347" y="1122680"/>
                  <a:pt x="561340" y="1122680"/>
                </a:cubicBezTo>
                <a:cubicBezTo>
                  <a:pt x="251333" y="1122680"/>
                  <a:pt x="0" y="871347"/>
                  <a:pt x="0" y="561340"/>
                </a:cubicBezTo>
                <a:close/>
              </a:path>
            </a:pathLst>
          </a:custGeom>
          <a:solidFill>
            <a:srgbClr val="E48A2A"/>
          </a:solidFill>
          <a:ln cap="sq" cmpd="sng" w="1905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66" name="Google Shape;1166;p13"/>
          <p:cNvGrpSpPr/>
          <p:nvPr/>
        </p:nvGrpSpPr>
        <p:grpSpPr>
          <a:xfrm>
            <a:off x="14950440" y="7104888"/>
            <a:ext cx="1303020" cy="342900"/>
            <a:chOff x="0" y="0"/>
            <a:chExt cx="1737360" cy="457200"/>
          </a:xfrm>
        </p:grpSpPr>
        <p:sp>
          <p:nvSpPr>
            <p:cNvPr id="1167" name="Google Shape;1167;p13"/>
            <p:cNvSpPr/>
            <p:nvPr/>
          </p:nvSpPr>
          <p:spPr>
            <a:xfrm>
              <a:off x="0" y="0"/>
              <a:ext cx="1737360" cy="457200"/>
            </a:xfrm>
            <a:custGeom>
              <a:rect b="b" l="l" r="r" t="t"/>
              <a:pathLst>
                <a:path extrusionOk="0" h="457200" w="1737360">
                  <a:moveTo>
                    <a:pt x="0" y="0"/>
                  </a:moveTo>
                  <a:lnTo>
                    <a:pt x="1737360" y="0"/>
                  </a:lnTo>
                  <a:lnTo>
                    <a:pt x="1737360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4043" l="0" r="0" t="-24043"/>
              </a:stretch>
            </a:blipFill>
            <a:ln>
              <a:noFill/>
            </a:ln>
          </p:spPr>
        </p:sp>
        <p:sp>
          <p:nvSpPr>
            <p:cNvPr id="1168" name="Google Shape;1168;p13"/>
            <p:cNvSpPr txBox="1"/>
            <p:nvPr/>
          </p:nvSpPr>
          <p:spPr>
            <a:xfrm>
              <a:off x="0" y="0"/>
              <a:ext cx="17373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350" u="none" cap="none" strike="noStrike">
                  <a:solidFill>
                    <a:srgbClr val="E48A2A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Data</a:t>
              </a:r>
              <a:endParaRPr/>
            </a:p>
          </p:txBody>
        </p:sp>
      </p:grpSp>
      <p:grpSp>
        <p:nvGrpSpPr>
          <p:cNvPr id="1169" name="Google Shape;1169;p13"/>
          <p:cNvGrpSpPr/>
          <p:nvPr/>
        </p:nvGrpSpPr>
        <p:grpSpPr>
          <a:xfrm>
            <a:off x="1714500" y="8298180"/>
            <a:ext cx="14813280" cy="438912"/>
            <a:chOff x="0" y="0"/>
            <a:chExt cx="19751040" cy="585216"/>
          </a:xfrm>
        </p:grpSpPr>
        <p:sp>
          <p:nvSpPr>
            <p:cNvPr id="1170" name="Google Shape;1170;p13"/>
            <p:cNvSpPr/>
            <p:nvPr/>
          </p:nvSpPr>
          <p:spPr>
            <a:xfrm>
              <a:off x="0" y="0"/>
              <a:ext cx="19751039" cy="585216"/>
            </a:xfrm>
            <a:custGeom>
              <a:rect b="b" l="l" r="r" t="t"/>
              <a:pathLst>
                <a:path extrusionOk="0" h="585216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585216"/>
                  </a:lnTo>
                  <a:lnTo>
                    <a:pt x="0" y="58521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607549" l="0" r="0" t="-607549"/>
              </a:stretch>
            </a:blipFill>
            <a:ln>
              <a:noFill/>
            </a:ln>
          </p:spPr>
        </p:sp>
        <p:sp>
          <p:nvSpPr>
            <p:cNvPr id="1171" name="Google Shape;1171;p13"/>
            <p:cNvSpPr txBox="1"/>
            <p:nvPr/>
          </p:nvSpPr>
          <p:spPr>
            <a:xfrm>
              <a:off x="0" y="0"/>
              <a:ext cx="19751040" cy="5852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25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Control components จัดการ “Network Intelligence” • Edge รับผิดชอบ “Traffic”</a:t>
              </a:r>
              <a:endParaRPr/>
            </a:p>
          </p:txBody>
        </p:sp>
      </p:grpSp>
      <p:grpSp>
        <p:nvGrpSpPr>
          <p:cNvPr id="1172" name="Google Shape;1172;p13"/>
          <p:cNvGrpSpPr/>
          <p:nvPr/>
        </p:nvGrpSpPr>
        <p:grpSpPr>
          <a:xfrm>
            <a:off x="12550140" y="9484328"/>
            <a:ext cx="4389120" cy="254032"/>
            <a:chOff x="0" y="-9525"/>
            <a:chExt cx="5852160" cy="338709"/>
          </a:xfrm>
        </p:grpSpPr>
        <p:sp>
          <p:nvSpPr>
            <p:cNvPr id="1173" name="Google Shape;1173;p13"/>
            <p:cNvSpPr/>
            <p:nvPr/>
          </p:nvSpPr>
          <p:spPr>
            <a:xfrm>
              <a:off x="0" y="0"/>
              <a:ext cx="5852160" cy="329184"/>
            </a:xfrm>
            <a:custGeom>
              <a:rect b="b" l="l" r="r" t="t"/>
              <a:pathLst>
                <a:path extrusionOk="0" h="329184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329184"/>
                  </a:lnTo>
                  <a:lnTo>
                    <a:pt x="0" y="32918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96404" l="0" r="0" t="-296404"/>
              </a:stretch>
            </a:blipFill>
            <a:ln>
              <a:noFill/>
            </a:ln>
          </p:spPr>
        </p:sp>
        <p:sp>
          <p:nvSpPr>
            <p:cNvPr id="1174" name="Google Shape;1174;p13"/>
            <p:cNvSpPr txBox="1"/>
            <p:nvPr/>
          </p:nvSpPr>
          <p:spPr>
            <a:xfrm>
              <a:off x="0" y="-9525"/>
              <a:ext cx="5852160" cy="3387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5" u="none" cap="none" strike="noStrike">
                  <a:solidFill>
                    <a:srgbClr val="8795A4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Source: Cisco CCNP Enterprise • Chapter 23</a:t>
              </a:r>
              <a:endParaRPr/>
            </a:p>
          </p:txBody>
        </p:sp>
      </p:grpSp>
      <p:sp>
        <p:nvSpPr>
          <p:cNvPr id="1175" name="Google Shape;1175;p13"/>
          <p:cNvSpPr txBox="1"/>
          <p:nvPr/>
        </p:nvSpPr>
        <p:spPr>
          <a:xfrm>
            <a:off x="16527780" y="9806940"/>
            <a:ext cx="10287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B7785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13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9FC"/>
        </a:solidFill>
      </p:bgPr>
    </p:bg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84" name="Google Shape;1184;p14"/>
          <p:cNvCxnSpPr/>
          <p:nvPr/>
        </p:nvCxnSpPr>
        <p:spPr>
          <a:xfrm rot="3840">
            <a:off x="607685" y="9802178"/>
            <a:ext cx="17026900" cy="0"/>
          </a:xfrm>
          <a:prstGeom prst="straightConnector1">
            <a:avLst/>
          </a:prstGeom>
          <a:noFill/>
          <a:ln cap="rnd" cmpd="sng" w="9525">
            <a:solidFill>
              <a:srgbClr val="D6E0EA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85" name="Google Shape;1185;p14"/>
          <p:cNvGrpSpPr/>
          <p:nvPr/>
        </p:nvGrpSpPr>
        <p:grpSpPr>
          <a:xfrm>
            <a:off x="754380" y="9868376"/>
            <a:ext cx="11658600" cy="254032"/>
            <a:chOff x="0" y="-9525"/>
            <a:chExt cx="15544800" cy="338709"/>
          </a:xfrm>
        </p:grpSpPr>
        <p:sp>
          <p:nvSpPr>
            <p:cNvPr id="1186" name="Google Shape;1186;p14"/>
            <p:cNvSpPr/>
            <p:nvPr/>
          </p:nvSpPr>
          <p:spPr>
            <a:xfrm>
              <a:off x="0" y="0"/>
              <a:ext cx="15544800" cy="329184"/>
            </a:xfrm>
            <a:custGeom>
              <a:rect b="b" l="l" r="r" t="t"/>
              <a:pathLst>
                <a:path extrusionOk="0" h="329184" w="15544800">
                  <a:moveTo>
                    <a:pt x="0" y="0"/>
                  </a:moveTo>
                  <a:lnTo>
                    <a:pt x="15544800" y="0"/>
                  </a:lnTo>
                  <a:lnTo>
                    <a:pt x="15544800" y="329184"/>
                  </a:lnTo>
                  <a:lnTo>
                    <a:pt x="0" y="32918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870132" l="0" r="0" t="-870132"/>
              </a:stretch>
            </a:blipFill>
            <a:ln>
              <a:noFill/>
            </a:ln>
          </p:spPr>
        </p:sp>
        <p:sp>
          <p:nvSpPr>
            <p:cNvPr id="1187" name="Google Shape;1187;p14"/>
            <p:cNvSpPr txBox="1"/>
            <p:nvPr/>
          </p:nvSpPr>
          <p:spPr>
            <a:xfrm>
              <a:off x="0" y="-9525"/>
              <a:ext cx="15544800" cy="3387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5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FABRIC TECHNOLOGIES  •  CCNP ENTERPRISE / CHAPTER 23</a:t>
              </a:r>
              <a:endParaRPr/>
            </a:p>
          </p:txBody>
        </p:sp>
      </p:grpSp>
      <p:grpSp>
        <p:nvGrpSpPr>
          <p:cNvPr id="1188" name="Google Shape;1188;p14"/>
          <p:cNvGrpSpPr/>
          <p:nvPr/>
        </p:nvGrpSpPr>
        <p:grpSpPr>
          <a:xfrm>
            <a:off x="822960" y="480060"/>
            <a:ext cx="6172200" cy="301752"/>
            <a:chOff x="0" y="0"/>
            <a:chExt cx="8229600" cy="402336"/>
          </a:xfrm>
        </p:grpSpPr>
        <p:sp>
          <p:nvSpPr>
            <p:cNvPr id="1189" name="Google Shape;1189;p14"/>
            <p:cNvSpPr/>
            <p:nvPr/>
          </p:nvSpPr>
          <p:spPr>
            <a:xfrm>
              <a:off x="0" y="0"/>
              <a:ext cx="8229600" cy="402336"/>
            </a:xfrm>
            <a:custGeom>
              <a:rect b="b" l="l" r="r" t="t"/>
              <a:pathLst>
                <a:path extrusionOk="0" h="402336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402336"/>
                  </a:lnTo>
                  <a:lnTo>
                    <a:pt x="0" y="40233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48534" l="0" r="0" t="-348534"/>
              </a:stretch>
            </a:blipFill>
            <a:ln>
              <a:noFill/>
            </a:ln>
          </p:spPr>
        </p:sp>
        <p:sp>
          <p:nvSpPr>
            <p:cNvPr id="1190" name="Google Shape;1190;p14"/>
            <p:cNvSpPr txBox="1"/>
            <p:nvPr/>
          </p:nvSpPr>
          <p:spPr>
            <a:xfrm>
              <a:off x="0" y="0"/>
              <a:ext cx="8229600" cy="4023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75" u="none" cap="none" strike="noStrike">
                  <a:solidFill>
                    <a:srgbClr val="1FA7C8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13 / CONTROL PLANE</a:t>
              </a:r>
              <a:endParaRPr/>
            </a:p>
          </p:txBody>
        </p:sp>
      </p:grpSp>
      <p:grpSp>
        <p:nvGrpSpPr>
          <p:cNvPr id="1191" name="Google Shape;1191;p14"/>
          <p:cNvGrpSpPr/>
          <p:nvPr/>
        </p:nvGrpSpPr>
        <p:grpSpPr>
          <a:xfrm>
            <a:off x="822960" y="884396"/>
            <a:ext cx="16322040" cy="761524"/>
            <a:chOff x="0" y="-9525"/>
            <a:chExt cx="21762720" cy="1015365"/>
          </a:xfrm>
        </p:grpSpPr>
        <p:sp>
          <p:nvSpPr>
            <p:cNvPr id="1192" name="Google Shape;1192;p14"/>
            <p:cNvSpPr/>
            <p:nvPr/>
          </p:nvSpPr>
          <p:spPr>
            <a:xfrm>
              <a:off x="0" y="0"/>
              <a:ext cx="21762720" cy="1005840"/>
            </a:xfrm>
            <a:custGeom>
              <a:rect b="b" l="l" r="r" t="t"/>
              <a:pathLst>
                <a:path extrusionOk="0" h="100584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005840"/>
                  </a:lnTo>
                  <a:lnTo>
                    <a:pt x="0" y="10058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71585" l="0" r="0" t="-371585"/>
              </a:stretch>
            </a:blipFill>
            <a:ln>
              <a:noFill/>
            </a:ln>
          </p:spPr>
        </p:sp>
        <p:sp>
          <p:nvSpPr>
            <p:cNvPr id="1193" name="Google Shape;1193;p14"/>
            <p:cNvSpPr txBox="1"/>
            <p:nvPr/>
          </p:nvSpPr>
          <p:spPr>
            <a:xfrm>
              <a:off x="0" y="-9525"/>
              <a:ext cx="21762720" cy="10153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200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OMP (Overlay Management Protocol)</a:t>
              </a:r>
              <a:endParaRPr/>
            </a:p>
          </p:txBody>
        </p:sp>
      </p:grpSp>
      <p:grpSp>
        <p:nvGrpSpPr>
          <p:cNvPr id="1194" name="Google Shape;1194;p14"/>
          <p:cNvGrpSpPr/>
          <p:nvPr/>
        </p:nvGrpSpPr>
        <p:grpSpPr>
          <a:xfrm>
            <a:off x="822960" y="1728216"/>
            <a:ext cx="16459200" cy="521208"/>
            <a:chOff x="0" y="0"/>
            <a:chExt cx="21945600" cy="694944"/>
          </a:xfrm>
        </p:grpSpPr>
        <p:sp>
          <p:nvSpPr>
            <p:cNvPr id="1195" name="Google Shape;1195;p14"/>
            <p:cNvSpPr/>
            <p:nvPr/>
          </p:nvSpPr>
          <p:spPr>
            <a:xfrm>
              <a:off x="0" y="0"/>
              <a:ext cx="21945600" cy="694944"/>
            </a:xfrm>
            <a:custGeom>
              <a:rect b="b" l="l" r="r" t="t"/>
              <a:pathLst>
                <a:path extrusionOk="0" h="69494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94944"/>
                  </a:lnTo>
                  <a:lnTo>
                    <a:pt x="0" y="69494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65309" l="0" r="0" t="-565309"/>
              </a:stretch>
            </a:blipFill>
            <a:ln>
              <a:noFill/>
            </a:ln>
          </p:spPr>
        </p:sp>
        <p:sp>
          <p:nvSpPr>
            <p:cNvPr id="1196" name="Google Shape;1196;p14"/>
            <p:cNvSpPr txBox="1"/>
            <p:nvPr/>
          </p:nvSpPr>
          <p:spPr>
            <a:xfrm>
              <a:off x="0" y="0"/>
              <a:ext cx="21945600" cy="6949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75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แจกจ่าย Route + TLOC + Policy + Security Information</a:t>
              </a:r>
              <a:endParaRPr/>
            </a:p>
          </p:txBody>
        </p:sp>
      </p:grpSp>
      <p:sp>
        <p:nvSpPr>
          <p:cNvPr id="1197" name="Google Shape;1197;p14"/>
          <p:cNvSpPr/>
          <p:nvPr/>
        </p:nvSpPr>
        <p:spPr>
          <a:xfrm>
            <a:off x="1156335" y="2939415"/>
            <a:ext cx="3242310" cy="4476750"/>
          </a:xfrm>
          <a:custGeom>
            <a:rect b="b" l="l" r="r" t="t"/>
            <a:pathLst>
              <a:path extrusionOk="0" h="5969000" w="4323080">
                <a:moveTo>
                  <a:pt x="0" y="147193"/>
                </a:moveTo>
                <a:cubicBezTo>
                  <a:pt x="0" y="65913"/>
                  <a:pt x="65913" y="0"/>
                  <a:pt x="147193" y="0"/>
                </a:cubicBezTo>
                <a:lnTo>
                  <a:pt x="4175887" y="0"/>
                </a:lnTo>
                <a:cubicBezTo>
                  <a:pt x="4257167" y="0"/>
                  <a:pt x="4323080" y="65913"/>
                  <a:pt x="4323080" y="147193"/>
                </a:cubicBezTo>
                <a:lnTo>
                  <a:pt x="4323080" y="5821807"/>
                </a:lnTo>
                <a:cubicBezTo>
                  <a:pt x="4323080" y="5903087"/>
                  <a:pt x="4257167" y="5969000"/>
                  <a:pt x="4175887" y="5969000"/>
                </a:cubicBezTo>
                <a:lnTo>
                  <a:pt x="147193" y="5969000"/>
                </a:lnTo>
                <a:cubicBezTo>
                  <a:pt x="65913" y="5969000"/>
                  <a:pt x="0" y="5903087"/>
                  <a:pt x="0" y="5821807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D6E0E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98" name="Google Shape;1198;p14"/>
          <p:cNvGrpSpPr/>
          <p:nvPr/>
        </p:nvGrpSpPr>
        <p:grpSpPr>
          <a:xfrm>
            <a:off x="1577340" y="3401568"/>
            <a:ext cx="2400300" cy="411480"/>
            <a:chOff x="0" y="0"/>
            <a:chExt cx="3200400" cy="548640"/>
          </a:xfrm>
        </p:grpSpPr>
        <p:sp>
          <p:nvSpPr>
            <p:cNvPr id="1199" name="Google Shape;1199;p14"/>
            <p:cNvSpPr/>
            <p:nvPr/>
          </p:nvSpPr>
          <p:spPr>
            <a:xfrm>
              <a:off x="0" y="0"/>
              <a:ext cx="3200400" cy="548640"/>
            </a:xfrm>
            <a:custGeom>
              <a:rect b="b" l="l" r="r" t="t"/>
              <a:pathLst>
                <a:path extrusionOk="0" h="548640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548640"/>
                  </a:lnTo>
                  <a:lnTo>
                    <a:pt x="0" y="5486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63662" l="0" r="0" t="-63662"/>
              </a:stretch>
            </a:blipFill>
            <a:ln>
              <a:noFill/>
            </a:ln>
          </p:spPr>
        </p:sp>
        <p:sp>
          <p:nvSpPr>
            <p:cNvPr id="1200" name="Google Shape;1200;p14"/>
            <p:cNvSpPr txBox="1"/>
            <p:nvPr/>
          </p:nvSpPr>
          <p:spPr>
            <a:xfrm>
              <a:off x="0" y="0"/>
              <a:ext cx="3200400" cy="548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6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850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Branch A</a:t>
              </a:r>
              <a:endParaRPr/>
            </a:p>
          </p:txBody>
        </p:sp>
      </p:grpSp>
      <p:sp>
        <p:nvSpPr>
          <p:cNvPr id="1201" name="Google Shape;1201;p14"/>
          <p:cNvSpPr/>
          <p:nvPr/>
        </p:nvSpPr>
        <p:spPr>
          <a:xfrm>
            <a:off x="1883283" y="4311015"/>
            <a:ext cx="1774698" cy="540258"/>
          </a:xfrm>
          <a:custGeom>
            <a:rect b="b" l="l" r="r" t="t"/>
            <a:pathLst>
              <a:path extrusionOk="0" h="720344" w="2366264">
                <a:moveTo>
                  <a:pt x="0" y="151638"/>
                </a:moveTo>
                <a:cubicBezTo>
                  <a:pt x="0" y="67945"/>
                  <a:pt x="67945" y="0"/>
                  <a:pt x="151638" y="0"/>
                </a:cubicBezTo>
                <a:lnTo>
                  <a:pt x="2214626" y="0"/>
                </a:lnTo>
                <a:cubicBezTo>
                  <a:pt x="2298319" y="0"/>
                  <a:pt x="2366264" y="67945"/>
                  <a:pt x="2366264" y="151638"/>
                </a:cubicBezTo>
                <a:lnTo>
                  <a:pt x="2366264" y="568706"/>
                </a:lnTo>
                <a:cubicBezTo>
                  <a:pt x="2366264" y="652399"/>
                  <a:pt x="2298319" y="720344"/>
                  <a:pt x="2214626" y="720344"/>
                </a:cubicBezTo>
                <a:lnTo>
                  <a:pt x="151638" y="720344"/>
                </a:lnTo>
                <a:cubicBezTo>
                  <a:pt x="67945" y="720344"/>
                  <a:pt x="0" y="652399"/>
                  <a:pt x="0" y="568706"/>
                </a:cubicBezTo>
                <a:close/>
              </a:path>
            </a:pathLst>
          </a:custGeom>
          <a:solidFill>
            <a:srgbClr val="DCEC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02" name="Google Shape;1202;p14"/>
          <p:cNvGrpSpPr/>
          <p:nvPr/>
        </p:nvGrpSpPr>
        <p:grpSpPr>
          <a:xfrm>
            <a:off x="1892808" y="4334256"/>
            <a:ext cx="1755648" cy="466344"/>
            <a:chOff x="0" y="0"/>
            <a:chExt cx="2340864" cy="621792"/>
          </a:xfrm>
        </p:grpSpPr>
        <p:sp>
          <p:nvSpPr>
            <p:cNvPr id="1203" name="Google Shape;1203;p14"/>
            <p:cNvSpPr/>
            <p:nvPr/>
          </p:nvSpPr>
          <p:spPr>
            <a:xfrm>
              <a:off x="0" y="0"/>
              <a:ext cx="2340864" cy="621792"/>
            </a:xfrm>
            <a:custGeom>
              <a:rect b="b" l="l" r="r" t="t"/>
              <a:pathLst>
                <a:path extrusionOk="0" h="621792" w="2340864">
                  <a:moveTo>
                    <a:pt x="0" y="0"/>
                  </a:moveTo>
                  <a:lnTo>
                    <a:pt x="2340864" y="0"/>
                  </a:lnTo>
                  <a:lnTo>
                    <a:pt x="2340864" y="621792"/>
                  </a:lnTo>
                  <a:lnTo>
                    <a:pt x="0" y="6217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3355" l="0" r="0" t="-23355"/>
              </a:stretch>
            </a:blipFill>
            <a:ln>
              <a:noFill/>
            </a:ln>
          </p:spPr>
        </p:sp>
        <p:sp>
          <p:nvSpPr>
            <p:cNvPr id="1204" name="Google Shape;1204;p14"/>
            <p:cNvSpPr txBox="1"/>
            <p:nvPr/>
          </p:nvSpPr>
          <p:spPr>
            <a:xfrm>
              <a:off x="0" y="0"/>
              <a:ext cx="2340864" cy="6217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25" u="none" cap="none" strike="noStrike">
                  <a:solidFill>
                    <a:srgbClr val="1D6FA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WAN Edge</a:t>
              </a:r>
              <a:endParaRPr/>
            </a:p>
          </p:txBody>
        </p:sp>
      </p:grpSp>
      <p:grpSp>
        <p:nvGrpSpPr>
          <p:cNvPr id="1205" name="Google Shape;1205;p14"/>
          <p:cNvGrpSpPr/>
          <p:nvPr/>
        </p:nvGrpSpPr>
        <p:grpSpPr>
          <a:xfrm>
            <a:off x="1536192" y="5547836"/>
            <a:ext cx="2468880" cy="391192"/>
            <a:chOff x="0" y="-9525"/>
            <a:chExt cx="3291840" cy="521589"/>
          </a:xfrm>
        </p:grpSpPr>
        <p:sp>
          <p:nvSpPr>
            <p:cNvPr id="1206" name="Google Shape;1206;p14"/>
            <p:cNvSpPr/>
            <p:nvPr/>
          </p:nvSpPr>
          <p:spPr>
            <a:xfrm>
              <a:off x="0" y="0"/>
              <a:ext cx="3291840" cy="512064"/>
            </a:xfrm>
            <a:custGeom>
              <a:rect b="b" l="l" r="r" t="t"/>
              <a:pathLst>
                <a:path extrusionOk="0" h="512064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512064"/>
                  </a:lnTo>
                  <a:lnTo>
                    <a:pt x="0" y="51206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75263" l="0" r="0" t="-75263"/>
              </a:stretch>
            </a:blipFill>
            <a:ln>
              <a:noFill/>
            </a:ln>
          </p:spPr>
        </p:sp>
        <p:sp>
          <p:nvSpPr>
            <p:cNvPr id="1207" name="Google Shape;1207;p14"/>
            <p:cNvSpPr txBox="1"/>
            <p:nvPr/>
          </p:nvSpPr>
          <p:spPr>
            <a:xfrm>
              <a:off x="0" y="-9525"/>
              <a:ext cx="3291840" cy="5215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ต้องการไป Branch B</a:t>
              </a:r>
              <a:endParaRPr/>
            </a:p>
          </p:txBody>
        </p:sp>
      </p:grpSp>
      <p:sp>
        <p:nvSpPr>
          <p:cNvPr id="1208" name="Google Shape;1208;p14"/>
          <p:cNvSpPr/>
          <p:nvPr/>
        </p:nvSpPr>
        <p:spPr>
          <a:xfrm>
            <a:off x="6848475" y="2459355"/>
            <a:ext cx="4476750" cy="5505450"/>
          </a:xfrm>
          <a:custGeom>
            <a:rect b="b" l="l" r="r" t="t"/>
            <a:pathLst>
              <a:path extrusionOk="0" h="7340600" w="5969000">
                <a:moveTo>
                  <a:pt x="0" y="146939"/>
                </a:moveTo>
                <a:cubicBezTo>
                  <a:pt x="0" y="65786"/>
                  <a:pt x="65786" y="0"/>
                  <a:pt x="146939" y="0"/>
                </a:cubicBezTo>
                <a:lnTo>
                  <a:pt x="5822061" y="0"/>
                </a:lnTo>
                <a:cubicBezTo>
                  <a:pt x="5903214" y="0"/>
                  <a:pt x="5969000" y="65786"/>
                  <a:pt x="5969000" y="146939"/>
                </a:cubicBezTo>
                <a:lnTo>
                  <a:pt x="5969000" y="7193661"/>
                </a:lnTo>
                <a:cubicBezTo>
                  <a:pt x="5969000" y="7274814"/>
                  <a:pt x="5903214" y="7340600"/>
                  <a:pt x="5822061" y="7340600"/>
                </a:cubicBezTo>
                <a:lnTo>
                  <a:pt x="146939" y="7340600"/>
                </a:lnTo>
                <a:cubicBezTo>
                  <a:pt x="65786" y="7340600"/>
                  <a:pt x="0" y="7274814"/>
                  <a:pt x="0" y="7193661"/>
                </a:cubicBezTo>
                <a:close/>
              </a:path>
            </a:pathLst>
          </a:custGeom>
          <a:solidFill>
            <a:srgbClr val="0D2B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09" name="Google Shape;1209;p14"/>
          <p:cNvGrpSpPr/>
          <p:nvPr/>
        </p:nvGrpSpPr>
        <p:grpSpPr>
          <a:xfrm>
            <a:off x="7338060" y="3154680"/>
            <a:ext cx="3497580" cy="493776"/>
            <a:chOff x="0" y="0"/>
            <a:chExt cx="4663440" cy="658368"/>
          </a:xfrm>
        </p:grpSpPr>
        <p:sp>
          <p:nvSpPr>
            <p:cNvPr id="1210" name="Google Shape;1210;p14"/>
            <p:cNvSpPr/>
            <p:nvPr/>
          </p:nvSpPr>
          <p:spPr>
            <a:xfrm>
              <a:off x="0" y="0"/>
              <a:ext cx="4663440" cy="658368"/>
            </a:xfrm>
            <a:custGeom>
              <a:rect b="b" l="l" r="r" t="t"/>
              <a:pathLst>
                <a:path extrusionOk="0" h="658368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658368"/>
                  </a:lnTo>
                  <a:lnTo>
                    <a:pt x="0" y="65836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88022" l="0" r="0" t="-88022"/>
              </a:stretch>
            </a:blipFill>
            <a:ln>
              <a:noFill/>
            </a:ln>
          </p:spPr>
        </p:sp>
        <p:sp>
          <p:nvSpPr>
            <p:cNvPr id="1211" name="Google Shape;1211;p14"/>
            <p:cNvSpPr txBox="1"/>
            <p:nvPr/>
          </p:nvSpPr>
          <p:spPr>
            <a:xfrm>
              <a:off x="0" y="9525"/>
              <a:ext cx="4663440" cy="6488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6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150" u="none" cap="none" strike="noStrike">
                  <a:solidFill>
                    <a:srgbClr val="FFFFFF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SD-WAN Controller</a:t>
              </a:r>
              <a:endParaRPr/>
            </a:p>
          </p:txBody>
        </p:sp>
      </p:grpSp>
      <p:grpSp>
        <p:nvGrpSpPr>
          <p:cNvPr id="1212" name="Google Shape;1212;p14"/>
          <p:cNvGrpSpPr/>
          <p:nvPr/>
        </p:nvGrpSpPr>
        <p:grpSpPr>
          <a:xfrm>
            <a:off x="7338060" y="4251960"/>
            <a:ext cx="3497580" cy="754380"/>
            <a:chOff x="0" y="0"/>
            <a:chExt cx="4663440" cy="1005840"/>
          </a:xfrm>
        </p:grpSpPr>
        <p:sp>
          <p:nvSpPr>
            <p:cNvPr id="1213" name="Google Shape;1213;p14"/>
            <p:cNvSpPr/>
            <p:nvPr/>
          </p:nvSpPr>
          <p:spPr>
            <a:xfrm>
              <a:off x="0" y="0"/>
              <a:ext cx="4663440" cy="1005840"/>
            </a:xfrm>
            <a:custGeom>
              <a:rect b="b" l="l" r="r" t="t"/>
              <a:pathLst>
                <a:path extrusionOk="0" h="1005840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1005840"/>
                  </a:lnTo>
                  <a:lnTo>
                    <a:pt x="0" y="10058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0337" l="0" r="0" t="-40337"/>
              </a:stretch>
            </a:blipFill>
            <a:ln>
              <a:noFill/>
            </a:ln>
          </p:spPr>
        </p:sp>
        <p:sp>
          <p:nvSpPr>
            <p:cNvPr id="1214" name="Google Shape;1214;p14"/>
            <p:cNvSpPr txBox="1"/>
            <p:nvPr/>
          </p:nvSpPr>
          <p:spPr>
            <a:xfrm>
              <a:off x="0" y="0"/>
              <a:ext cx="4663440" cy="1005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100" u="none" cap="none" strike="noStrike">
                  <a:solidFill>
                    <a:srgbClr val="8FD7E7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OMP</a:t>
              </a:r>
              <a:endParaRPr/>
            </a:p>
          </p:txBody>
        </p:sp>
      </p:grpSp>
      <p:sp>
        <p:nvSpPr>
          <p:cNvPr id="1215" name="Google Shape;1215;p14"/>
          <p:cNvSpPr/>
          <p:nvPr/>
        </p:nvSpPr>
        <p:spPr>
          <a:xfrm>
            <a:off x="7836027" y="5614035"/>
            <a:ext cx="1322070" cy="540258"/>
          </a:xfrm>
          <a:custGeom>
            <a:rect b="b" l="l" r="r" t="t"/>
            <a:pathLst>
              <a:path extrusionOk="0" h="720344" w="1762760">
                <a:moveTo>
                  <a:pt x="0" y="151638"/>
                </a:moveTo>
                <a:cubicBezTo>
                  <a:pt x="0" y="67945"/>
                  <a:pt x="67945" y="0"/>
                  <a:pt x="151638" y="0"/>
                </a:cubicBezTo>
                <a:lnTo>
                  <a:pt x="1611122" y="0"/>
                </a:lnTo>
                <a:cubicBezTo>
                  <a:pt x="1694815" y="0"/>
                  <a:pt x="1762760" y="67945"/>
                  <a:pt x="1762760" y="151638"/>
                </a:cubicBezTo>
                <a:lnTo>
                  <a:pt x="1762760" y="568706"/>
                </a:lnTo>
                <a:cubicBezTo>
                  <a:pt x="1762760" y="652399"/>
                  <a:pt x="1694815" y="720344"/>
                  <a:pt x="1611122" y="720344"/>
                </a:cubicBezTo>
                <a:lnTo>
                  <a:pt x="151638" y="720344"/>
                </a:lnTo>
                <a:cubicBezTo>
                  <a:pt x="67945" y="720344"/>
                  <a:pt x="0" y="652399"/>
                  <a:pt x="0" y="568706"/>
                </a:cubicBezTo>
                <a:close/>
              </a:path>
            </a:pathLst>
          </a:custGeom>
          <a:solidFill>
            <a:srgbClr val="173C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16" name="Google Shape;1216;p14"/>
          <p:cNvGrpSpPr/>
          <p:nvPr/>
        </p:nvGrpSpPr>
        <p:grpSpPr>
          <a:xfrm>
            <a:off x="7845552" y="5637276"/>
            <a:ext cx="1303020" cy="466344"/>
            <a:chOff x="0" y="0"/>
            <a:chExt cx="1737360" cy="621792"/>
          </a:xfrm>
        </p:grpSpPr>
        <p:sp>
          <p:nvSpPr>
            <p:cNvPr id="1217" name="Google Shape;1217;p14"/>
            <p:cNvSpPr/>
            <p:nvPr/>
          </p:nvSpPr>
          <p:spPr>
            <a:xfrm>
              <a:off x="0" y="0"/>
              <a:ext cx="1737360" cy="621792"/>
            </a:xfrm>
            <a:custGeom>
              <a:rect b="b" l="l" r="r" t="t"/>
              <a:pathLst>
                <a:path extrusionOk="0" h="621792" w="1737360">
                  <a:moveTo>
                    <a:pt x="0" y="0"/>
                  </a:moveTo>
                  <a:lnTo>
                    <a:pt x="1737360" y="0"/>
                  </a:lnTo>
                  <a:lnTo>
                    <a:pt x="1737360" y="621792"/>
                  </a:lnTo>
                  <a:lnTo>
                    <a:pt x="0" y="6217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443" l="0" r="0" t="-4443"/>
              </a:stretch>
            </a:blipFill>
            <a:ln>
              <a:noFill/>
            </a:ln>
          </p:spPr>
        </p:sp>
        <p:sp>
          <p:nvSpPr>
            <p:cNvPr id="1218" name="Google Shape;1218;p14"/>
            <p:cNvSpPr txBox="1"/>
            <p:nvPr/>
          </p:nvSpPr>
          <p:spPr>
            <a:xfrm>
              <a:off x="0" y="0"/>
              <a:ext cx="1737360" cy="6217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25" u="none" cap="none" strike="noStrike">
                  <a:solidFill>
                    <a:srgbClr val="FFFFFF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Routes</a:t>
              </a:r>
              <a:endParaRPr/>
            </a:p>
          </p:txBody>
        </p:sp>
      </p:grpSp>
      <p:sp>
        <p:nvSpPr>
          <p:cNvPr id="1219" name="Google Shape;1219;p14"/>
          <p:cNvSpPr/>
          <p:nvPr/>
        </p:nvSpPr>
        <p:spPr>
          <a:xfrm>
            <a:off x="9385935" y="5614035"/>
            <a:ext cx="1322070" cy="540258"/>
          </a:xfrm>
          <a:custGeom>
            <a:rect b="b" l="l" r="r" t="t"/>
            <a:pathLst>
              <a:path extrusionOk="0" h="720344" w="1762760">
                <a:moveTo>
                  <a:pt x="0" y="151638"/>
                </a:moveTo>
                <a:cubicBezTo>
                  <a:pt x="0" y="67945"/>
                  <a:pt x="67945" y="0"/>
                  <a:pt x="151638" y="0"/>
                </a:cubicBezTo>
                <a:lnTo>
                  <a:pt x="1611122" y="0"/>
                </a:lnTo>
                <a:cubicBezTo>
                  <a:pt x="1694815" y="0"/>
                  <a:pt x="1762760" y="67945"/>
                  <a:pt x="1762760" y="151638"/>
                </a:cubicBezTo>
                <a:lnTo>
                  <a:pt x="1762760" y="568706"/>
                </a:lnTo>
                <a:cubicBezTo>
                  <a:pt x="1762760" y="652399"/>
                  <a:pt x="1694815" y="720344"/>
                  <a:pt x="1611122" y="720344"/>
                </a:cubicBezTo>
                <a:lnTo>
                  <a:pt x="151638" y="720344"/>
                </a:lnTo>
                <a:cubicBezTo>
                  <a:pt x="67945" y="720344"/>
                  <a:pt x="0" y="652399"/>
                  <a:pt x="0" y="568706"/>
                </a:cubicBezTo>
                <a:close/>
              </a:path>
            </a:pathLst>
          </a:custGeom>
          <a:solidFill>
            <a:srgbClr val="164B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20" name="Google Shape;1220;p14"/>
          <p:cNvGrpSpPr/>
          <p:nvPr/>
        </p:nvGrpSpPr>
        <p:grpSpPr>
          <a:xfrm>
            <a:off x="9395460" y="5637276"/>
            <a:ext cx="1303020" cy="466344"/>
            <a:chOff x="0" y="0"/>
            <a:chExt cx="1737360" cy="621792"/>
          </a:xfrm>
        </p:grpSpPr>
        <p:sp>
          <p:nvSpPr>
            <p:cNvPr id="1221" name="Google Shape;1221;p14"/>
            <p:cNvSpPr/>
            <p:nvPr/>
          </p:nvSpPr>
          <p:spPr>
            <a:xfrm>
              <a:off x="0" y="0"/>
              <a:ext cx="1737360" cy="621792"/>
            </a:xfrm>
            <a:custGeom>
              <a:rect b="b" l="l" r="r" t="t"/>
              <a:pathLst>
                <a:path extrusionOk="0" h="621792" w="1737360">
                  <a:moveTo>
                    <a:pt x="0" y="0"/>
                  </a:moveTo>
                  <a:lnTo>
                    <a:pt x="1737360" y="0"/>
                  </a:lnTo>
                  <a:lnTo>
                    <a:pt x="1737360" y="621792"/>
                  </a:lnTo>
                  <a:lnTo>
                    <a:pt x="0" y="6217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443" l="0" r="0" t="-4443"/>
              </a:stretch>
            </a:blipFill>
            <a:ln>
              <a:noFill/>
            </a:ln>
          </p:spPr>
        </p:sp>
        <p:sp>
          <p:nvSpPr>
            <p:cNvPr id="1222" name="Google Shape;1222;p14"/>
            <p:cNvSpPr txBox="1"/>
            <p:nvPr/>
          </p:nvSpPr>
          <p:spPr>
            <a:xfrm>
              <a:off x="0" y="0"/>
              <a:ext cx="1737360" cy="6217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25" u="none" cap="none" strike="noStrike">
                  <a:solidFill>
                    <a:srgbClr val="FFFFFF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TLOC</a:t>
              </a:r>
              <a:endParaRPr/>
            </a:p>
          </p:txBody>
        </p:sp>
      </p:grpSp>
      <p:sp>
        <p:nvSpPr>
          <p:cNvPr id="1223" name="Google Shape;1223;p14"/>
          <p:cNvSpPr/>
          <p:nvPr/>
        </p:nvSpPr>
        <p:spPr>
          <a:xfrm>
            <a:off x="7836027" y="6436995"/>
            <a:ext cx="1322070" cy="540258"/>
          </a:xfrm>
          <a:custGeom>
            <a:rect b="b" l="l" r="r" t="t"/>
            <a:pathLst>
              <a:path extrusionOk="0" h="720344" w="1762760">
                <a:moveTo>
                  <a:pt x="0" y="151638"/>
                </a:moveTo>
                <a:cubicBezTo>
                  <a:pt x="0" y="67945"/>
                  <a:pt x="67945" y="0"/>
                  <a:pt x="151638" y="0"/>
                </a:cubicBezTo>
                <a:lnTo>
                  <a:pt x="1611122" y="0"/>
                </a:lnTo>
                <a:cubicBezTo>
                  <a:pt x="1694815" y="0"/>
                  <a:pt x="1762760" y="67945"/>
                  <a:pt x="1762760" y="151638"/>
                </a:cubicBezTo>
                <a:lnTo>
                  <a:pt x="1762760" y="568706"/>
                </a:lnTo>
                <a:cubicBezTo>
                  <a:pt x="1762760" y="652399"/>
                  <a:pt x="1694815" y="720344"/>
                  <a:pt x="1611122" y="720344"/>
                </a:cubicBezTo>
                <a:lnTo>
                  <a:pt x="151638" y="720344"/>
                </a:lnTo>
                <a:cubicBezTo>
                  <a:pt x="67945" y="720344"/>
                  <a:pt x="0" y="652399"/>
                  <a:pt x="0" y="568706"/>
                </a:cubicBezTo>
                <a:close/>
              </a:path>
            </a:pathLst>
          </a:custGeom>
          <a:solidFill>
            <a:srgbClr val="173C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24" name="Google Shape;1224;p14"/>
          <p:cNvGrpSpPr/>
          <p:nvPr/>
        </p:nvGrpSpPr>
        <p:grpSpPr>
          <a:xfrm>
            <a:off x="7845552" y="6460236"/>
            <a:ext cx="1303020" cy="466344"/>
            <a:chOff x="0" y="0"/>
            <a:chExt cx="1737360" cy="621792"/>
          </a:xfrm>
        </p:grpSpPr>
        <p:sp>
          <p:nvSpPr>
            <p:cNvPr id="1225" name="Google Shape;1225;p14"/>
            <p:cNvSpPr/>
            <p:nvPr/>
          </p:nvSpPr>
          <p:spPr>
            <a:xfrm>
              <a:off x="0" y="0"/>
              <a:ext cx="1737360" cy="621792"/>
            </a:xfrm>
            <a:custGeom>
              <a:rect b="b" l="l" r="r" t="t"/>
              <a:pathLst>
                <a:path extrusionOk="0" h="621792" w="1737360">
                  <a:moveTo>
                    <a:pt x="0" y="0"/>
                  </a:moveTo>
                  <a:lnTo>
                    <a:pt x="1737360" y="0"/>
                  </a:lnTo>
                  <a:lnTo>
                    <a:pt x="1737360" y="621792"/>
                  </a:lnTo>
                  <a:lnTo>
                    <a:pt x="0" y="6217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443" l="0" r="0" t="-4443"/>
              </a:stretch>
            </a:blipFill>
            <a:ln>
              <a:noFill/>
            </a:ln>
          </p:spPr>
        </p:sp>
        <p:sp>
          <p:nvSpPr>
            <p:cNvPr id="1226" name="Google Shape;1226;p14"/>
            <p:cNvSpPr txBox="1"/>
            <p:nvPr/>
          </p:nvSpPr>
          <p:spPr>
            <a:xfrm>
              <a:off x="0" y="0"/>
              <a:ext cx="1737360" cy="6217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25" u="none" cap="none" strike="noStrike">
                  <a:solidFill>
                    <a:srgbClr val="FFFFFF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Policy</a:t>
              </a:r>
              <a:endParaRPr/>
            </a:p>
          </p:txBody>
        </p:sp>
      </p:grpSp>
      <p:sp>
        <p:nvSpPr>
          <p:cNvPr id="1227" name="Google Shape;1227;p14"/>
          <p:cNvSpPr/>
          <p:nvPr/>
        </p:nvSpPr>
        <p:spPr>
          <a:xfrm>
            <a:off x="9385935" y="6436995"/>
            <a:ext cx="1322070" cy="540258"/>
          </a:xfrm>
          <a:custGeom>
            <a:rect b="b" l="l" r="r" t="t"/>
            <a:pathLst>
              <a:path extrusionOk="0" h="720344" w="1762760">
                <a:moveTo>
                  <a:pt x="0" y="151638"/>
                </a:moveTo>
                <a:cubicBezTo>
                  <a:pt x="0" y="67945"/>
                  <a:pt x="67945" y="0"/>
                  <a:pt x="151638" y="0"/>
                </a:cubicBezTo>
                <a:lnTo>
                  <a:pt x="1611122" y="0"/>
                </a:lnTo>
                <a:cubicBezTo>
                  <a:pt x="1694815" y="0"/>
                  <a:pt x="1762760" y="67945"/>
                  <a:pt x="1762760" y="151638"/>
                </a:cubicBezTo>
                <a:lnTo>
                  <a:pt x="1762760" y="568706"/>
                </a:lnTo>
                <a:cubicBezTo>
                  <a:pt x="1762760" y="652399"/>
                  <a:pt x="1694815" y="720344"/>
                  <a:pt x="1611122" y="720344"/>
                </a:cubicBezTo>
                <a:lnTo>
                  <a:pt x="151638" y="720344"/>
                </a:lnTo>
                <a:cubicBezTo>
                  <a:pt x="67945" y="720344"/>
                  <a:pt x="0" y="652399"/>
                  <a:pt x="0" y="568706"/>
                </a:cubicBezTo>
                <a:close/>
              </a:path>
            </a:pathLst>
          </a:custGeom>
          <a:solidFill>
            <a:srgbClr val="164B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28" name="Google Shape;1228;p14"/>
          <p:cNvGrpSpPr/>
          <p:nvPr/>
        </p:nvGrpSpPr>
        <p:grpSpPr>
          <a:xfrm>
            <a:off x="9395460" y="6460236"/>
            <a:ext cx="1303020" cy="466344"/>
            <a:chOff x="0" y="0"/>
            <a:chExt cx="1737360" cy="621792"/>
          </a:xfrm>
        </p:grpSpPr>
        <p:sp>
          <p:nvSpPr>
            <p:cNvPr id="1229" name="Google Shape;1229;p14"/>
            <p:cNvSpPr/>
            <p:nvPr/>
          </p:nvSpPr>
          <p:spPr>
            <a:xfrm>
              <a:off x="0" y="0"/>
              <a:ext cx="1737360" cy="621792"/>
            </a:xfrm>
            <a:custGeom>
              <a:rect b="b" l="l" r="r" t="t"/>
              <a:pathLst>
                <a:path extrusionOk="0" h="621792" w="1737360">
                  <a:moveTo>
                    <a:pt x="0" y="0"/>
                  </a:moveTo>
                  <a:lnTo>
                    <a:pt x="1737360" y="0"/>
                  </a:lnTo>
                  <a:lnTo>
                    <a:pt x="1737360" y="621792"/>
                  </a:lnTo>
                  <a:lnTo>
                    <a:pt x="0" y="6217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443" l="0" r="0" t="-4443"/>
              </a:stretch>
            </a:blipFill>
            <a:ln>
              <a:noFill/>
            </a:ln>
          </p:spPr>
        </p:sp>
        <p:sp>
          <p:nvSpPr>
            <p:cNvPr id="1230" name="Google Shape;1230;p14"/>
            <p:cNvSpPr txBox="1"/>
            <p:nvPr/>
          </p:nvSpPr>
          <p:spPr>
            <a:xfrm>
              <a:off x="0" y="0"/>
              <a:ext cx="1737360" cy="6217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25" u="none" cap="none" strike="noStrike">
                  <a:solidFill>
                    <a:srgbClr val="FFFFFF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Security</a:t>
              </a:r>
              <a:endParaRPr/>
            </a:p>
          </p:txBody>
        </p:sp>
      </p:grpSp>
      <p:sp>
        <p:nvSpPr>
          <p:cNvPr id="1231" name="Google Shape;1231;p14"/>
          <p:cNvSpPr/>
          <p:nvPr/>
        </p:nvSpPr>
        <p:spPr>
          <a:xfrm>
            <a:off x="13569315" y="2939415"/>
            <a:ext cx="3242310" cy="4476750"/>
          </a:xfrm>
          <a:custGeom>
            <a:rect b="b" l="l" r="r" t="t"/>
            <a:pathLst>
              <a:path extrusionOk="0" h="5969000" w="4323080">
                <a:moveTo>
                  <a:pt x="0" y="147193"/>
                </a:moveTo>
                <a:cubicBezTo>
                  <a:pt x="0" y="65913"/>
                  <a:pt x="65913" y="0"/>
                  <a:pt x="147193" y="0"/>
                </a:cubicBezTo>
                <a:lnTo>
                  <a:pt x="4175887" y="0"/>
                </a:lnTo>
                <a:cubicBezTo>
                  <a:pt x="4257167" y="0"/>
                  <a:pt x="4323080" y="65913"/>
                  <a:pt x="4323080" y="147193"/>
                </a:cubicBezTo>
                <a:lnTo>
                  <a:pt x="4323080" y="5821807"/>
                </a:lnTo>
                <a:cubicBezTo>
                  <a:pt x="4323080" y="5903087"/>
                  <a:pt x="4257167" y="5969000"/>
                  <a:pt x="4175887" y="5969000"/>
                </a:cubicBezTo>
                <a:lnTo>
                  <a:pt x="147193" y="5969000"/>
                </a:lnTo>
                <a:cubicBezTo>
                  <a:pt x="65913" y="5969000"/>
                  <a:pt x="0" y="5903087"/>
                  <a:pt x="0" y="5821807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D6E0E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32" name="Google Shape;1232;p14"/>
          <p:cNvGrpSpPr/>
          <p:nvPr/>
        </p:nvGrpSpPr>
        <p:grpSpPr>
          <a:xfrm>
            <a:off x="13990320" y="3401568"/>
            <a:ext cx="2400300" cy="411480"/>
            <a:chOff x="0" y="0"/>
            <a:chExt cx="3200400" cy="548640"/>
          </a:xfrm>
        </p:grpSpPr>
        <p:sp>
          <p:nvSpPr>
            <p:cNvPr id="1233" name="Google Shape;1233;p14"/>
            <p:cNvSpPr/>
            <p:nvPr/>
          </p:nvSpPr>
          <p:spPr>
            <a:xfrm>
              <a:off x="0" y="0"/>
              <a:ext cx="3200400" cy="548640"/>
            </a:xfrm>
            <a:custGeom>
              <a:rect b="b" l="l" r="r" t="t"/>
              <a:pathLst>
                <a:path extrusionOk="0" h="548640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548640"/>
                  </a:lnTo>
                  <a:lnTo>
                    <a:pt x="0" y="5486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63662" l="0" r="0" t="-63662"/>
              </a:stretch>
            </a:blipFill>
            <a:ln>
              <a:noFill/>
            </a:ln>
          </p:spPr>
        </p:sp>
        <p:sp>
          <p:nvSpPr>
            <p:cNvPr id="1234" name="Google Shape;1234;p14"/>
            <p:cNvSpPr txBox="1"/>
            <p:nvPr/>
          </p:nvSpPr>
          <p:spPr>
            <a:xfrm>
              <a:off x="0" y="0"/>
              <a:ext cx="3200400" cy="548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6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850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Branch B</a:t>
              </a:r>
              <a:endParaRPr/>
            </a:p>
          </p:txBody>
        </p:sp>
      </p:grpSp>
      <p:sp>
        <p:nvSpPr>
          <p:cNvPr id="1235" name="Google Shape;1235;p14"/>
          <p:cNvSpPr/>
          <p:nvPr/>
        </p:nvSpPr>
        <p:spPr>
          <a:xfrm>
            <a:off x="14296263" y="4311015"/>
            <a:ext cx="1774698" cy="540258"/>
          </a:xfrm>
          <a:custGeom>
            <a:rect b="b" l="l" r="r" t="t"/>
            <a:pathLst>
              <a:path extrusionOk="0" h="720344" w="2366264">
                <a:moveTo>
                  <a:pt x="0" y="151638"/>
                </a:moveTo>
                <a:cubicBezTo>
                  <a:pt x="0" y="67945"/>
                  <a:pt x="67945" y="0"/>
                  <a:pt x="151638" y="0"/>
                </a:cubicBezTo>
                <a:lnTo>
                  <a:pt x="2214626" y="0"/>
                </a:lnTo>
                <a:cubicBezTo>
                  <a:pt x="2298319" y="0"/>
                  <a:pt x="2366264" y="67945"/>
                  <a:pt x="2366264" y="151638"/>
                </a:cubicBezTo>
                <a:lnTo>
                  <a:pt x="2366264" y="568706"/>
                </a:lnTo>
                <a:cubicBezTo>
                  <a:pt x="2366264" y="652399"/>
                  <a:pt x="2298319" y="720344"/>
                  <a:pt x="2214626" y="720344"/>
                </a:cubicBezTo>
                <a:lnTo>
                  <a:pt x="151638" y="720344"/>
                </a:lnTo>
                <a:cubicBezTo>
                  <a:pt x="67945" y="720344"/>
                  <a:pt x="0" y="652399"/>
                  <a:pt x="0" y="568706"/>
                </a:cubicBezTo>
                <a:close/>
              </a:path>
            </a:pathLst>
          </a:custGeom>
          <a:solidFill>
            <a:srgbClr val="E7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36" name="Google Shape;1236;p14"/>
          <p:cNvGrpSpPr/>
          <p:nvPr/>
        </p:nvGrpSpPr>
        <p:grpSpPr>
          <a:xfrm>
            <a:off x="14305788" y="4334256"/>
            <a:ext cx="1755648" cy="466344"/>
            <a:chOff x="0" y="0"/>
            <a:chExt cx="2340864" cy="621792"/>
          </a:xfrm>
        </p:grpSpPr>
        <p:sp>
          <p:nvSpPr>
            <p:cNvPr id="1237" name="Google Shape;1237;p14"/>
            <p:cNvSpPr/>
            <p:nvPr/>
          </p:nvSpPr>
          <p:spPr>
            <a:xfrm>
              <a:off x="0" y="0"/>
              <a:ext cx="2340864" cy="621792"/>
            </a:xfrm>
            <a:custGeom>
              <a:rect b="b" l="l" r="r" t="t"/>
              <a:pathLst>
                <a:path extrusionOk="0" h="621792" w="2340864">
                  <a:moveTo>
                    <a:pt x="0" y="0"/>
                  </a:moveTo>
                  <a:lnTo>
                    <a:pt x="2340864" y="0"/>
                  </a:lnTo>
                  <a:lnTo>
                    <a:pt x="2340864" y="621792"/>
                  </a:lnTo>
                  <a:lnTo>
                    <a:pt x="0" y="6217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3355" l="0" r="0" t="-23355"/>
              </a:stretch>
            </a:blipFill>
            <a:ln>
              <a:noFill/>
            </a:ln>
          </p:spPr>
        </p:sp>
        <p:sp>
          <p:nvSpPr>
            <p:cNvPr id="1238" name="Google Shape;1238;p14"/>
            <p:cNvSpPr txBox="1"/>
            <p:nvPr/>
          </p:nvSpPr>
          <p:spPr>
            <a:xfrm>
              <a:off x="0" y="0"/>
              <a:ext cx="2340864" cy="6217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25" u="none" cap="none" strike="noStrike">
                  <a:solidFill>
                    <a:srgbClr val="1F8A8A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WAN Edge</a:t>
              </a:r>
              <a:endParaRPr/>
            </a:p>
          </p:txBody>
        </p:sp>
      </p:grpSp>
      <p:grpSp>
        <p:nvGrpSpPr>
          <p:cNvPr id="1239" name="Google Shape;1239;p14"/>
          <p:cNvGrpSpPr/>
          <p:nvPr/>
        </p:nvGrpSpPr>
        <p:grpSpPr>
          <a:xfrm>
            <a:off x="13921740" y="5547836"/>
            <a:ext cx="2537460" cy="391192"/>
            <a:chOff x="0" y="-9525"/>
            <a:chExt cx="3383280" cy="521589"/>
          </a:xfrm>
        </p:grpSpPr>
        <p:sp>
          <p:nvSpPr>
            <p:cNvPr id="1240" name="Google Shape;1240;p14"/>
            <p:cNvSpPr/>
            <p:nvPr/>
          </p:nvSpPr>
          <p:spPr>
            <a:xfrm>
              <a:off x="0" y="0"/>
              <a:ext cx="3383280" cy="512064"/>
            </a:xfrm>
            <a:custGeom>
              <a:rect b="b" l="l" r="r" t="t"/>
              <a:pathLst>
                <a:path extrusionOk="0" h="512064" w="3383280">
                  <a:moveTo>
                    <a:pt x="0" y="0"/>
                  </a:moveTo>
                  <a:lnTo>
                    <a:pt x="3383280" y="0"/>
                  </a:lnTo>
                  <a:lnTo>
                    <a:pt x="3383280" y="512064"/>
                  </a:lnTo>
                  <a:lnTo>
                    <a:pt x="0" y="51206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78740" l="0" r="0" t="-78740"/>
              </a:stretch>
            </a:blipFill>
            <a:ln>
              <a:noFill/>
            </a:ln>
          </p:spPr>
        </p:sp>
        <p:sp>
          <p:nvSpPr>
            <p:cNvPr id="1241" name="Google Shape;1241;p14"/>
            <p:cNvSpPr txBox="1"/>
            <p:nvPr/>
          </p:nvSpPr>
          <p:spPr>
            <a:xfrm>
              <a:off x="0" y="-9525"/>
              <a:ext cx="3383280" cy="5215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เลือก Path ที่เหมาะสม</a:t>
              </a:r>
              <a:endParaRPr/>
            </a:p>
          </p:txBody>
        </p:sp>
      </p:grpSp>
      <p:cxnSp>
        <p:nvCxnSpPr>
          <p:cNvPr id="1242" name="Google Shape;1242;p14"/>
          <p:cNvCxnSpPr/>
          <p:nvPr/>
        </p:nvCxnSpPr>
        <p:spPr>
          <a:xfrm rot="54660">
            <a:off x="4369918" y="5175123"/>
            <a:ext cx="2397557" cy="0"/>
          </a:xfrm>
          <a:prstGeom prst="straightConnector1">
            <a:avLst/>
          </a:prstGeom>
          <a:noFill/>
          <a:ln cap="rnd" cmpd="sng" w="19050">
            <a:solidFill>
              <a:srgbClr val="1FA7C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43" name="Google Shape;1243;p14"/>
          <p:cNvCxnSpPr/>
          <p:nvPr/>
        </p:nvCxnSpPr>
        <p:spPr>
          <a:xfrm rot="58680">
            <a:off x="11337636" y="5175123"/>
            <a:ext cx="2232984" cy="0"/>
          </a:xfrm>
          <a:prstGeom prst="straightConnector1">
            <a:avLst/>
          </a:prstGeom>
          <a:noFill/>
          <a:ln cap="rnd" cmpd="sng" w="19050">
            <a:solidFill>
              <a:srgbClr val="1F8A8A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1244" name="Google Shape;1244;p14"/>
          <p:cNvGrpSpPr/>
          <p:nvPr/>
        </p:nvGrpSpPr>
        <p:grpSpPr>
          <a:xfrm>
            <a:off x="4567428" y="4519136"/>
            <a:ext cx="2400300" cy="350044"/>
            <a:chOff x="0" y="-9525"/>
            <a:chExt cx="3200400" cy="466725"/>
          </a:xfrm>
        </p:grpSpPr>
        <p:sp>
          <p:nvSpPr>
            <p:cNvPr id="1245" name="Google Shape;1245;p14"/>
            <p:cNvSpPr/>
            <p:nvPr/>
          </p:nvSpPr>
          <p:spPr>
            <a:xfrm>
              <a:off x="0" y="0"/>
              <a:ext cx="3200400" cy="457200"/>
            </a:xfrm>
            <a:custGeom>
              <a:rect b="b" l="l" r="r" t="t"/>
              <a:pathLst>
                <a:path extrusionOk="0" h="457200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86396" l="0" r="0" t="-86396"/>
              </a:stretch>
            </a:blipFill>
            <a:ln>
              <a:noFill/>
            </a:ln>
          </p:spPr>
        </p:sp>
        <p:sp>
          <p:nvSpPr>
            <p:cNvPr id="1246" name="Google Shape;1246;p14"/>
            <p:cNvSpPr txBox="1"/>
            <p:nvPr/>
          </p:nvSpPr>
          <p:spPr>
            <a:xfrm>
              <a:off x="0" y="-9525"/>
              <a:ext cx="3200400" cy="466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320" u="none" cap="none" strike="noStrike">
                  <a:solidFill>
                    <a:srgbClr val="1D6FA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Route / TLOC / Policy</a:t>
              </a:r>
              <a:endParaRPr/>
            </a:p>
          </p:txBody>
        </p:sp>
      </p:grpSp>
      <p:grpSp>
        <p:nvGrpSpPr>
          <p:cNvPr id="1247" name="Google Shape;1247;p14"/>
          <p:cNvGrpSpPr/>
          <p:nvPr/>
        </p:nvGrpSpPr>
        <p:grpSpPr>
          <a:xfrm>
            <a:off x="11452860" y="4519136"/>
            <a:ext cx="2400300" cy="350044"/>
            <a:chOff x="0" y="-9525"/>
            <a:chExt cx="3200400" cy="466725"/>
          </a:xfrm>
        </p:grpSpPr>
        <p:sp>
          <p:nvSpPr>
            <p:cNvPr id="1248" name="Google Shape;1248;p14"/>
            <p:cNvSpPr/>
            <p:nvPr/>
          </p:nvSpPr>
          <p:spPr>
            <a:xfrm>
              <a:off x="0" y="0"/>
              <a:ext cx="3200400" cy="457200"/>
            </a:xfrm>
            <a:custGeom>
              <a:rect b="b" l="l" r="r" t="t"/>
              <a:pathLst>
                <a:path extrusionOk="0" h="457200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86396" l="0" r="0" t="-86396"/>
              </a:stretch>
            </a:blipFill>
            <a:ln>
              <a:noFill/>
            </a:ln>
          </p:spPr>
        </p:sp>
        <p:sp>
          <p:nvSpPr>
            <p:cNvPr id="1249" name="Google Shape;1249;p14"/>
            <p:cNvSpPr txBox="1"/>
            <p:nvPr/>
          </p:nvSpPr>
          <p:spPr>
            <a:xfrm>
              <a:off x="0" y="-9525"/>
              <a:ext cx="3200400" cy="466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320" u="none" cap="none" strike="noStrike">
                  <a:solidFill>
                    <a:srgbClr val="1F8A8A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Route / TLOC / Policy</a:t>
              </a:r>
              <a:endParaRPr/>
            </a:p>
          </p:txBody>
        </p:sp>
      </p:grpSp>
      <p:sp>
        <p:nvSpPr>
          <p:cNvPr id="1250" name="Google Shape;1250;p14"/>
          <p:cNvSpPr/>
          <p:nvPr/>
        </p:nvSpPr>
        <p:spPr>
          <a:xfrm>
            <a:off x="5065395" y="7877175"/>
            <a:ext cx="8180071" cy="704850"/>
          </a:xfrm>
          <a:custGeom>
            <a:rect b="b" l="l" r="r" t="t"/>
            <a:pathLst>
              <a:path extrusionOk="0" h="939800" w="10906761">
                <a:moveTo>
                  <a:pt x="0" y="150368"/>
                </a:moveTo>
                <a:cubicBezTo>
                  <a:pt x="0" y="67310"/>
                  <a:pt x="67310" y="0"/>
                  <a:pt x="150368" y="0"/>
                </a:cubicBezTo>
                <a:lnTo>
                  <a:pt x="10756392" y="0"/>
                </a:lnTo>
                <a:cubicBezTo>
                  <a:pt x="10839450" y="0"/>
                  <a:pt x="10906761" y="67310"/>
                  <a:pt x="10906761" y="150368"/>
                </a:cubicBezTo>
                <a:lnTo>
                  <a:pt x="10906761" y="789432"/>
                </a:lnTo>
                <a:cubicBezTo>
                  <a:pt x="10906761" y="872490"/>
                  <a:pt x="10839450" y="939800"/>
                  <a:pt x="10756392" y="939800"/>
                </a:cubicBezTo>
                <a:lnTo>
                  <a:pt x="150368" y="939800"/>
                </a:lnTo>
                <a:cubicBezTo>
                  <a:pt x="67310" y="939800"/>
                  <a:pt x="0" y="872490"/>
                  <a:pt x="0" y="789432"/>
                </a:cubicBezTo>
                <a:close/>
              </a:path>
            </a:pathLst>
          </a:custGeom>
          <a:solidFill>
            <a:srgbClr val="E8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51" name="Google Shape;1251;p14"/>
          <p:cNvGrpSpPr/>
          <p:nvPr/>
        </p:nvGrpSpPr>
        <p:grpSpPr>
          <a:xfrm>
            <a:off x="5294376" y="8030432"/>
            <a:ext cx="7722108" cy="350044"/>
            <a:chOff x="0" y="-9525"/>
            <a:chExt cx="10296144" cy="466725"/>
          </a:xfrm>
        </p:grpSpPr>
        <p:sp>
          <p:nvSpPr>
            <p:cNvPr id="1252" name="Google Shape;1252;p14"/>
            <p:cNvSpPr/>
            <p:nvPr/>
          </p:nvSpPr>
          <p:spPr>
            <a:xfrm>
              <a:off x="0" y="0"/>
              <a:ext cx="10296144" cy="457200"/>
            </a:xfrm>
            <a:custGeom>
              <a:rect b="b" l="l" r="r" t="t"/>
              <a:pathLst>
                <a:path extrusionOk="0" h="457200" w="10296144">
                  <a:moveTo>
                    <a:pt x="0" y="0"/>
                  </a:moveTo>
                  <a:lnTo>
                    <a:pt x="10296144" y="0"/>
                  </a:lnTo>
                  <a:lnTo>
                    <a:pt x="10296144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88827" l="0" r="0" t="-388827"/>
              </a:stretch>
            </a:blipFill>
            <a:ln>
              <a:noFill/>
            </a:ln>
          </p:spPr>
        </p:sp>
        <p:sp>
          <p:nvSpPr>
            <p:cNvPr id="1253" name="Google Shape;1253;p14"/>
            <p:cNvSpPr txBox="1"/>
            <p:nvPr/>
          </p:nvSpPr>
          <p:spPr>
            <a:xfrm>
              <a:off x="0" y="-9525"/>
              <a:ext cx="10296144" cy="466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79" u="none" cap="none" strike="noStrike">
                  <a:solidFill>
                    <a:srgbClr val="1D6FA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OMP = “สมองของ Overlay” ที่ช่วยให้ Edge เรียนรู้เส้นทางและ Policy</a:t>
              </a:r>
              <a:endParaRPr/>
            </a:p>
          </p:txBody>
        </p:sp>
      </p:grpSp>
      <p:grpSp>
        <p:nvGrpSpPr>
          <p:cNvPr id="1254" name="Google Shape;1254;p14"/>
          <p:cNvGrpSpPr/>
          <p:nvPr/>
        </p:nvGrpSpPr>
        <p:grpSpPr>
          <a:xfrm>
            <a:off x="12550140" y="9484328"/>
            <a:ext cx="4389120" cy="254032"/>
            <a:chOff x="0" y="-9525"/>
            <a:chExt cx="5852160" cy="338709"/>
          </a:xfrm>
        </p:grpSpPr>
        <p:sp>
          <p:nvSpPr>
            <p:cNvPr id="1255" name="Google Shape;1255;p14"/>
            <p:cNvSpPr/>
            <p:nvPr/>
          </p:nvSpPr>
          <p:spPr>
            <a:xfrm>
              <a:off x="0" y="0"/>
              <a:ext cx="5852160" cy="329184"/>
            </a:xfrm>
            <a:custGeom>
              <a:rect b="b" l="l" r="r" t="t"/>
              <a:pathLst>
                <a:path extrusionOk="0" h="329184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329184"/>
                  </a:lnTo>
                  <a:lnTo>
                    <a:pt x="0" y="32918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96404" l="0" r="0" t="-296404"/>
              </a:stretch>
            </a:blipFill>
            <a:ln>
              <a:noFill/>
            </a:ln>
          </p:spPr>
        </p:sp>
        <p:sp>
          <p:nvSpPr>
            <p:cNvPr id="1256" name="Google Shape;1256;p14"/>
            <p:cNvSpPr txBox="1"/>
            <p:nvPr/>
          </p:nvSpPr>
          <p:spPr>
            <a:xfrm>
              <a:off x="0" y="-9525"/>
              <a:ext cx="5852160" cy="3387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5" u="none" cap="none" strike="noStrike">
                  <a:solidFill>
                    <a:srgbClr val="8795A4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Source: Cisco CCNP Enterprise • Chapter 23</a:t>
              </a:r>
              <a:endParaRPr/>
            </a:p>
          </p:txBody>
        </p:sp>
      </p:grpSp>
      <p:sp>
        <p:nvSpPr>
          <p:cNvPr id="1257" name="Google Shape;1257;p14"/>
          <p:cNvSpPr txBox="1"/>
          <p:nvPr/>
        </p:nvSpPr>
        <p:spPr>
          <a:xfrm>
            <a:off x="16527780" y="9806940"/>
            <a:ext cx="10287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B7785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14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9FC"/>
        </a:solidFill>
      </p:bgPr>
    </p:bg>
    <p:spTree>
      <p:nvGrpSpPr>
        <p:cNvPr id="1265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66" name="Google Shape;1266;p15"/>
          <p:cNvCxnSpPr/>
          <p:nvPr/>
        </p:nvCxnSpPr>
        <p:spPr>
          <a:xfrm rot="3840">
            <a:off x="607685" y="9802178"/>
            <a:ext cx="17026900" cy="0"/>
          </a:xfrm>
          <a:prstGeom prst="straightConnector1">
            <a:avLst/>
          </a:prstGeom>
          <a:noFill/>
          <a:ln cap="rnd" cmpd="sng" w="9525">
            <a:solidFill>
              <a:srgbClr val="D6E0EA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67" name="Google Shape;1267;p15"/>
          <p:cNvGrpSpPr/>
          <p:nvPr/>
        </p:nvGrpSpPr>
        <p:grpSpPr>
          <a:xfrm>
            <a:off x="754380" y="9868376"/>
            <a:ext cx="11658600" cy="254032"/>
            <a:chOff x="0" y="-9525"/>
            <a:chExt cx="15544800" cy="338709"/>
          </a:xfrm>
        </p:grpSpPr>
        <p:sp>
          <p:nvSpPr>
            <p:cNvPr id="1268" name="Google Shape;1268;p15"/>
            <p:cNvSpPr/>
            <p:nvPr/>
          </p:nvSpPr>
          <p:spPr>
            <a:xfrm>
              <a:off x="0" y="0"/>
              <a:ext cx="15544800" cy="329184"/>
            </a:xfrm>
            <a:custGeom>
              <a:rect b="b" l="l" r="r" t="t"/>
              <a:pathLst>
                <a:path extrusionOk="0" h="329184" w="15544800">
                  <a:moveTo>
                    <a:pt x="0" y="0"/>
                  </a:moveTo>
                  <a:lnTo>
                    <a:pt x="15544800" y="0"/>
                  </a:lnTo>
                  <a:lnTo>
                    <a:pt x="15544800" y="329184"/>
                  </a:lnTo>
                  <a:lnTo>
                    <a:pt x="0" y="32918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870132" l="0" r="0" t="-870132"/>
              </a:stretch>
            </a:blipFill>
            <a:ln>
              <a:noFill/>
            </a:ln>
          </p:spPr>
        </p:sp>
        <p:sp>
          <p:nvSpPr>
            <p:cNvPr id="1269" name="Google Shape;1269;p15"/>
            <p:cNvSpPr txBox="1"/>
            <p:nvPr/>
          </p:nvSpPr>
          <p:spPr>
            <a:xfrm>
              <a:off x="0" y="-9525"/>
              <a:ext cx="15544800" cy="3387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5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FABRIC TECHNOLOGIES  •  CCNP ENTERPRISE / CHAPTER 23</a:t>
              </a:r>
              <a:endParaRPr/>
            </a:p>
          </p:txBody>
        </p:sp>
      </p:grpSp>
      <p:grpSp>
        <p:nvGrpSpPr>
          <p:cNvPr id="1270" name="Google Shape;1270;p15"/>
          <p:cNvGrpSpPr/>
          <p:nvPr/>
        </p:nvGrpSpPr>
        <p:grpSpPr>
          <a:xfrm>
            <a:off x="822960" y="480060"/>
            <a:ext cx="6172200" cy="301752"/>
            <a:chOff x="0" y="0"/>
            <a:chExt cx="8229600" cy="402336"/>
          </a:xfrm>
        </p:grpSpPr>
        <p:sp>
          <p:nvSpPr>
            <p:cNvPr id="1271" name="Google Shape;1271;p15"/>
            <p:cNvSpPr/>
            <p:nvPr/>
          </p:nvSpPr>
          <p:spPr>
            <a:xfrm>
              <a:off x="0" y="0"/>
              <a:ext cx="8229600" cy="402336"/>
            </a:xfrm>
            <a:custGeom>
              <a:rect b="b" l="l" r="r" t="t"/>
              <a:pathLst>
                <a:path extrusionOk="0" h="402336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402336"/>
                  </a:lnTo>
                  <a:lnTo>
                    <a:pt x="0" y="40233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48534" l="0" r="0" t="-348534"/>
              </a:stretch>
            </a:blipFill>
            <a:ln>
              <a:noFill/>
            </a:ln>
          </p:spPr>
        </p:sp>
        <p:sp>
          <p:nvSpPr>
            <p:cNvPr id="1272" name="Google Shape;1272;p15"/>
            <p:cNvSpPr txBox="1"/>
            <p:nvPr/>
          </p:nvSpPr>
          <p:spPr>
            <a:xfrm>
              <a:off x="0" y="0"/>
              <a:ext cx="8229600" cy="4023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75" u="none" cap="none" strike="noStrike">
                  <a:solidFill>
                    <a:srgbClr val="1FA7C8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14 / TERMINOLOGY</a:t>
              </a:r>
              <a:endParaRPr/>
            </a:p>
          </p:txBody>
        </p:sp>
      </p:grpSp>
      <p:grpSp>
        <p:nvGrpSpPr>
          <p:cNvPr id="1273" name="Google Shape;1273;p15"/>
          <p:cNvGrpSpPr/>
          <p:nvPr/>
        </p:nvGrpSpPr>
        <p:grpSpPr>
          <a:xfrm>
            <a:off x="822960" y="884396"/>
            <a:ext cx="16322040" cy="761524"/>
            <a:chOff x="0" y="-9525"/>
            <a:chExt cx="21762720" cy="1015365"/>
          </a:xfrm>
        </p:grpSpPr>
        <p:sp>
          <p:nvSpPr>
            <p:cNvPr id="1274" name="Google Shape;1274;p15"/>
            <p:cNvSpPr/>
            <p:nvPr/>
          </p:nvSpPr>
          <p:spPr>
            <a:xfrm>
              <a:off x="0" y="0"/>
              <a:ext cx="21762720" cy="1005840"/>
            </a:xfrm>
            <a:custGeom>
              <a:rect b="b" l="l" r="r" t="t"/>
              <a:pathLst>
                <a:path extrusionOk="0" h="100584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005840"/>
                  </a:lnTo>
                  <a:lnTo>
                    <a:pt x="0" y="10058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71585" l="0" r="0" t="-371585"/>
              </a:stretch>
            </a:blipFill>
            <a:ln>
              <a:noFill/>
            </a:ln>
          </p:spPr>
        </p:sp>
        <p:sp>
          <p:nvSpPr>
            <p:cNvPr id="1275" name="Google Shape;1275;p15"/>
            <p:cNvSpPr txBox="1"/>
            <p:nvPr/>
          </p:nvSpPr>
          <p:spPr>
            <a:xfrm>
              <a:off x="0" y="-9525"/>
              <a:ext cx="21762720" cy="10153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200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Current Standards &amp; Naming</a:t>
              </a:r>
              <a:endParaRPr/>
            </a:p>
          </p:txBody>
        </p:sp>
      </p:grpSp>
      <p:grpSp>
        <p:nvGrpSpPr>
          <p:cNvPr id="1276" name="Google Shape;1276;p15"/>
          <p:cNvGrpSpPr/>
          <p:nvPr/>
        </p:nvGrpSpPr>
        <p:grpSpPr>
          <a:xfrm>
            <a:off x="822960" y="1728216"/>
            <a:ext cx="16459200" cy="521208"/>
            <a:chOff x="0" y="0"/>
            <a:chExt cx="21945600" cy="694944"/>
          </a:xfrm>
        </p:grpSpPr>
        <p:sp>
          <p:nvSpPr>
            <p:cNvPr id="1277" name="Google Shape;1277;p15"/>
            <p:cNvSpPr/>
            <p:nvPr/>
          </p:nvSpPr>
          <p:spPr>
            <a:xfrm>
              <a:off x="0" y="0"/>
              <a:ext cx="21945600" cy="694944"/>
            </a:xfrm>
            <a:custGeom>
              <a:rect b="b" l="l" r="r" t="t"/>
              <a:pathLst>
                <a:path extrusionOk="0" h="69494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94944"/>
                  </a:lnTo>
                  <a:lnTo>
                    <a:pt x="0" y="69494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65309" l="0" r="0" t="-565309"/>
              </a:stretch>
            </a:blipFill>
            <a:ln>
              <a:noFill/>
            </a:ln>
          </p:spPr>
        </p:sp>
        <p:sp>
          <p:nvSpPr>
            <p:cNvPr id="1278" name="Google Shape;1278;p15"/>
            <p:cNvSpPr txBox="1"/>
            <p:nvPr/>
          </p:nvSpPr>
          <p:spPr>
            <a:xfrm>
              <a:off x="0" y="0"/>
              <a:ext cx="21945600" cy="6949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75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โครงสร้างเดิมยังสำคัญ แต่ชื่อผลิตภัณฑ์และ Component ปัจจุบันเปลี่ยนไป</a:t>
              </a:r>
              <a:endParaRPr/>
            </a:p>
          </p:txBody>
        </p:sp>
      </p:grpSp>
      <p:sp>
        <p:nvSpPr>
          <p:cNvPr id="1279" name="Google Shape;1279;p15"/>
          <p:cNvSpPr/>
          <p:nvPr/>
        </p:nvSpPr>
        <p:spPr>
          <a:xfrm>
            <a:off x="1019175" y="2733675"/>
            <a:ext cx="8042910" cy="5162550"/>
          </a:xfrm>
          <a:custGeom>
            <a:rect b="b" l="l" r="r" t="t"/>
            <a:pathLst>
              <a:path extrusionOk="0" h="6883400" w="10723880">
                <a:moveTo>
                  <a:pt x="0" y="146812"/>
                </a:moveTo>
                <a:cubicBezTo>
                  <a:pt x="0" y="65786"/>
                  <a:pt x="65786" y="0"/>
                  <a:pt x="146812" y="0"/>
                </a:cubicBezTo>
                <a:lnTo>
                  <a:pt x="10577068" y="0"/>
                </a:lnTo>
                <a:cubicBezTo>
                  <a:pt x="10658094" y="0"/>
                  <a:pt x="10723880" y="65786"/>
                  <a:pt x="10723880" y="146812"/>
                </a:cubicBezTo>
                <a:lnTo>
                  <a:pt x="10723880" y="6736588"/>
                </a:lnTo>
                <a:cubicBezTo>
                  <a:pt x="10723880" y="6817614"/>
                  <a:pt x="10658094" y="6883400"/>
                  <a:pt x="10577068" y="6883400"/>
                </a:cubicBezTo>
                <a:lnTo>
                  <a:pt x="146812" y="6883400"/>
                </a:lnTo>
                <a:cubicBezTo>
                  <a:pt x="65786" y="6883400"/>
                  <a:pt x="0" y="6817614"/>
                  <a:pt x="0" y="6736588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D6E0E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80" name="Google Shape;1280;p15"/>
          <p:cNvGrpSpPr/>
          <p:nvPr/>
        </p:nvGrpSpPr>
        <p:grpSpPr>
          <a:xfrm>
            <a:off x="1440180" y="3086100"/>
            <a:ext cx="3291840" cy="342900"/>
            <a:chOff x="0" y="0"/>
            <a:chExt cx="4389120" cy="457200"/>
          </a:xfrm>
        </p:grpSpPr>
        <p:sp>
          <p:nvSpPr>
            <p:cNvPr id="1281" name="Google Shape;1281;p15"/>
            <p:cNvSpPr/>
            <p:nvPr/>
          </p:nvSpPr>
          <p:spPr>
            <a:xfrm>
              <a:off x="0" y="0"/>
              <a:ext cx="4389120" cy="457200"/>
            </a:xfrm>
            <a:custGeom>
              <a:rect b="b" l="l" r="r" t="t"/>
              <a:pathLst>
                <a:path extrusionOk="0" h="45720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37056" l="0" r="0" t="-137056"/>
              </a:stretch>
            </a:blipFill>
            <a:ln>
              <a:noFill/>
            </a:ln>
          </p:spPr>
        </p:sp>
        <p:sp>
          <p:nvSpPr>
            <p:cNvPr id="1282" name="Google Shape;1282;p15"/>
            <p:cNvSpPr txBox="1"/>
            <p:nvPr/>
          </p:nvSpPr>
          <p:spPr>
            <a:xfrm>
              <a:off x="0" y="0"/>
              <a:ext cx="438912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50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เดิมในเอกสาร / บทเรียน</a:t>
              </a:r>
              <a:endParaRPr/>
            </a:p>
          </p:txBody>
        </p:sp>
      </p:grpSp>
      <p:grpSp>
        <p:nvGrpSpPr>
          <p:cNvPr id="1283" name="Google Shape;1283;p15"/>
          <p:cNvGrpSpPr/>
          <p:nvPr/>
        </p:nvGrpSpPr>
        <p:grpSpPr>
          <a:xfrm>
            <a:off x="5486400" y="3086100"/>
            <a:ext cx="2880360" cy="342900"/>
            <a:chOff x="0" y="0"/>
            <a:chExt cx="3840480" cy="457200"/>
          </a:xfrm>
        </p:grpSpPr>
        <p:sp>
          <p:nvSpPr>
            <p:cNvPr id="1284" name="Google Shape;1284;p15"/>
            <p:cNvSpPr/>
            <p:nvPr/>
          </p:nvSpPr>
          <p:spPr>
            <a:xfrm>
              <a:off x="0" y="0"/>
              <a:ext cx="3840480" cy="457200"/>
            </a:xfrm>
            <a:custGeom>
              <a:rect b="b" l="l" r="r" t="t"/>
              <a:pathLst>
                <a:path extrusionOk="0" h="457200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13677" l="0" r="0" t="-113677"/>
              </a:stretch>
            </a:blipFill>
            <a:ln>
              <a:noFill/>
            </a:ln>
          </p:spPr>
        </p:sp>
        <p:sp>
          <p:nvSpPr>
            <p:cNvPr id="1285" name="Google Shape;1285;p15"/>
            <p:cNvSpPr txBox="1"/>
            <p:nvPr/>
          </p:nvSpPr>
          <p:spPr>
            <a:xfrm>
              <a:off x="0" y="0"/>
              <a:ext cx="384048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50" u="none" cap="none" strike="noStrike">
                  <a:solidFill>
                    <a:srgbClr val="1D6FA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ชื่อที่ใช้ในปัจจุบัน</a:t>
              </a:r>
              <a:endParaRPr/>
            </a:p>
          </p:txBody>
        </p:sp>
      </p:grpSp>
      <p:grpSp>
        <p:nvGrpSpPr>
          <p:cNvPr id="1286" name="Google Shape;1286;p15"/>
          <p:cNvGrpSpPr/>
          <p:nvPr/>
        </p:nvGrpSpPr>
        <p:grpSpPr>
          <a:xfrm>
            <a:off x="1440180" y="3813048"/>
            <a:ext cx="3497580" cy="342900"/>
            <a:chOff x="0" y="0"/>
            <a:chExt cx="4663440" cy="457200"/>
          </a:xfrm>
        </p:grpSpPr>
        <p:sp>
          <p:nvSpPr>
            <p:cNvPr id="1287" name="Google Shape;1287;p15"/>
            <p:cNvSpPr/>
            <p:nvPr/>
          </p:nvSpPr>
          <p:spPr>
            <a:xfrm>
              <a:off x="0" y="0"/>
              <a:ext cx="4663440" cy="457200"/>
            </a:xfrm>
            <a:custGeom>
              <a:rect b="b" l="l" r="r" t="t"/>
              <a:pathLst>
                <a:path extrusionOk="0" h="457200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48744" l="0" r="0" t="-148744"/>
              </a:stretch>
            </a:blipFill>
            <a:ln>
              <a:noFill/>
            </a:ln>
          </p:spPr>
        </p:sp>
        <p:sp>
          <p:nvSpPr>
            <p:cNvPr id="1288" name="Google Shape;1288;p15"/>
            <p:cNvSpPr txBox="1"/>
            <p:nvPr/>
          </p:nvSpPr>
          <p:spPr>
            <a:xfrm>
              <a:off x="0" y="0"/>
              <a:ext cx="466344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3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55" u="none" cap="none" strike="noStrike">
                  <a:solidFill>
                    <a:srgbClr val="203040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Cisco DNA Center</a:t>
              </a:r>
              <a:endParaRPr/>
            </a:p>
          </p:txBody>
        </p:sp>
      </p:grpSp>
      <p:grpSp>
        <p:nvGrpSpPr>
          <p:cNvPr id="1289" name="Google Shape;1289;p15"/>
          <p:cNvGrpSpPr/>
          <p:nvPr/>
        </p:nvGrpSpPr>
        <p:grpSpPr>
          <a:xfrm>
            <a:off x="5102352" y="3813048"/>
            <a:ext cx="342900" cy="342900"/>
            <a:chOff x="0" y="0"/>
            <a:chExt cx="457200" cy="457200"/>
          </a:xfrm>
        </p:grpSpPr>
        <p:sp>
          <p:nvSpPr>
            <p:cNvPr id="1290" name="Google Shape;1290;p15"/>
            <p:cNvSpPr/>
            <p:nvPr/>
          </p:nvSpPr>
          <p:spPr>
            <a:xfrm>
              <a:off x="0" y="0"/>
              <a:ext cx="457200" cy="457200"/>
            </a:xfrm>
            <a:custGeom>
              <a:rect b="b" l="l" r="r" t="t"/>
              <a:pathLst>
                <a:path extrusionOk="0"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78304" r="-78304" t="0"/>
              </a:stretch>
            </a:blipFill>
            <a:ln>
              <a:noFill/>
            </a:ln>
          </p:spPr>
        </p:sp>
        <p:sp>
          <p:nvSpPr>
            <p:cNvPr id="1291" name="Google Shape;1291;p15"/>
            <p:cNvSpPr txBox="1"/>
            <p:nvPr/>
          </p:nvSpPr>
          <p:spPr>
            <a:xfrm>
              <a:off x="0" y="9525"/>
              <a:ext cx="4572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00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→</a:t>
              </a:r>
              <a:endParaRPr/>
            </a:p>
          </p:txBody>
        </p:sp>
      </p:grpSp>
      <p:grpSp>
        <p:nvGrpSpPr>
          <p:cNvPr id="1292" name="Google Shape;1292;p15"/>
          <p:cNvGrpSpPr/>
          <p:nvPr/>
        </p:nvGrpSpPr>
        <p:grpSpPr>
          <a:xfrm>
            <a:off x="5513832" y="3813048"/>
            <a:ext cx="2990088" cy="342900"/>
            <a:chOff x="0" y="0"/>
            <a:chExt cx="3986784" cy="457200"/>
          </a:xfrm>
        </p:grpSpPr>
        <p:sp>
          <p:nvSpPr>
            <p:cNvPr id="1293" name="Google Shape;1293;p15"/>
            <p:cNvSpPr/>
            <p:nvPr/>
          </p:nvSpPr>
          <p:spPr>
            <a:xfrm>
              <a:off x="0" y="0"/>
              <a:ext cx="3986784" cy="457200"/>
            </a:xfrm>
            <a:custGeom>
              <a:rect b="b" l="l" r="r" t="t"/>
              <a:pathLst>
                <a:path extrusionOk="0" h="457200" w="3986784">
                  <a:moveTo>
                    <a:pt x="0" y="0"/>
                  </a:moveTo>
                  <a:lnTo>
                    <a:pt x="3986784" y="0"/>
                  </a:lnTo>
                  <a:lnTo>
                    <a:pt x="3986784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19906" l="0" r="0" t="-119906"/>
              </a:stretch>
            </a:blipFill>
            <a:ln>
              <a:noFill/>
            </a:ln>
          </p:spPr>
        </p:sp>
        <p:sp>
          <p:nvSpPr>
            <p:cNvPr id="1294" name="Google Shape;1294;p15"/>
            <p:cNvSpPr txBox="1"/>
            <p:nvPr/>
          </p:nvSpPr>
          <p:spPr>
            <a:xfrm>
              <a:off x="0" y="0"/>
              <a:ext cx="3986784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3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55" u="none" cap="none" strike="noStrike">
                  <a:solidFill>
                    <a:srgbClr val="1D6FA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Cisco Catalyst Center</a:t>
              </a:r>
              <a:endParaRPr/>
            </a:p>
          </p:txBody>
        </p:sp>
      </p:grpSp>
      <p:grpSp>
        <p:nvGrpSpPr>
          <p:cNvPr id="1295" name="Google Shape;1295;p15"/>
          <p:cNvGrpSpPr/>
          <p:nvPr/>
        </p:nvGrpSpPr>
        <p:grpSpPr>
          <a:xfrm>
            <a:off x="1440180" y="4581144"/>
            <a:ext cx="3497580" cy="342900"/>
            <a:chOff x="0" y="0"/>
            <a:chExt cx="4663440" cy="457200"/>
          </a:xfrm>
        </p:grpSpPr>
        <p:sp>
          <p:nvSpPr>
            <p:cNvPr id="1296" name="Google Shape;1296;p15"/>
            <p:cNvSpPr/>
            <p:nvPr/>
          </p:nvSpPr>
          <p:spPr>
            <a:xfrm>
              <a:off x="0" y="0"/>
              <a:ext cx="4663440" cy="457200"/>
            </a:xfrm>
            <a:custGeom>
              <a:rect b="b" l="l" r="r" t="t"/>
              <a:pathLst>
                <a:path extrusionOk="0" h="457200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48744" l="0" r="0" t="-148744"/>
              </a:stretch>
            </a:blipFill>
            <a:ln>
              <a:noFill/>
            </a:ln>
          </p:spPr>
        </p:sp>
        <p:sp>
          <p:nvSpPr>
            <p:cNvPr id="1297" name="Google Shape;1297;p15"/>
            <p:cNvSpPr txBox="1"/>
            <p:nvPr/>
          </p:nvSpPr>
          <p:spPr>
            <a:xfrm>
              <a:off x="0" y="0"/>
              <a:ext cx="466344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3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55" u="none" cap="none" strike="noStrike">
                  <a:solidFill>
                    <a:srgbClr val="203040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Cisco SD-WAN / Viptela</a:t>
              </a:r>
              <a:endParaRPr/>
            </a:p>
          </p:txBody>
        </p:sp>
      </p:grpSp>
      <p:grpSp>
        <p:nvGrpSpPr>
          <p:cNvPr id="1298" name="Google Shape;1298;p15"/>
          <p:cNvGrpSpPr/>
          <p:nvPr/>
        </p:nvGrpSpPr>
        <p:grpSpPr>
          <a:xfrm>
            <a:off x="5102352" y="4581144"/>
            <a:ext cx="342900" cy="342900"/>
            <a:chOff x="0" y="0"/>
            <a:chExt cx="457200" cy="457200"/>
          </a:xfrm>
        </p:grpSpPr>
        <p:sp>
          <p:nvSpPr>
            <p:cNvPr id="1299" name="Google Shape;1299;p15"/>
            <p:cNvSpPr/>
            <p:nvPr/>
          </p:nvSpPr>
          <p:spPr>
            <a:xfrm>
              <a:off x="0" y="0"/>
              <a:ext cx="457200" cy="457200"/>
            </a:xfrm>
            <a:custGeom>
              <a:rect b="b" l="l" r="r" t="t"/>
              <a:pathLst>
                <a:path extrusionOk="0"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78304" r="-78304" t="0"/>
              </a:stretch>
            </a:blipFill>
            <a:ln>
              <a:noFill/>
            </a:ln>
          </p:spPr>
        </p:sp>
        <p:sp>
          <p:nvSpPr>
            <p:cNvPr id="1300" name="Google Shape;1300;p15"/>
            <p:cNvSpPr txBox="1"/>
            <p:nvPr/>
          </p:nvSpPr>
          <p:spPr>
            <a:xfrm>
              <a:off x="0" y="9525"/>
              <a:ext cx="4572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00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→</a:t>
              </a:r>
              <a:endParaRPr/>
            </a:p>
          </p:txBody>
        </p:sp>
      </p:grpSp>
      <p:grpSp>
        <p:nvGrpSpPr>
          <p:cNvPr id="1301" name="Google Shape;1301;p15"/>
          <p:cNvGrpSpPr/>
          <p:nvPr/>
        </p:nvGrpSpPr>
        <p:grpSpPr>
          <a:xfrm>
            <a:off x="5513832" y="4581144"/>
            <a:ext cx="2990088" cy="342900"/>
            <a:chOff x="0" y="0"/>
            <a:chExt cx="3986784" cy="457200"/>
          </a:xfrm>
        </p:grpSpPr>
        <p:sp>
          <p:nvSpPr>
            <p:cNvPr id="1302" name="Google Shape;1302;p15"/>
            <p:cNvSpPr/>
            <p:nvPr/>
          </p:nvSpPr>
          <p:spPr>
            <a:xfrm>
              <a:off x="0" y="0"/>
              <a:ext cx="3986784" cy="457200"/>
            </a:xfrm>
            <a:custGeom>
              <a:rect b="b" l="l" r="r" t="t"/>
              <a:pathLst>
                <a:path extrusionOk="0" h="457200" w="3986784">
                  <a:moveTo>
                    <a:pt x="0" y="0"/>
                  </a:moveTo>
                  <a:lnTo>
                    <a:pt x="3986784" y="0"/>
                  </a:lnTo>
                  <a:lnTo>
                    <a:pt x="3986784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19906" l="0" r="0" t="-119906"/>
              </a:stretch>
            </a:blipFill>
            <a:ln>
              <a:noFill/>
            </a:ln>
          </p:spPr>
        </p:sp>
        <p:sp>
          <p:nvSpPr>
            <p:cNvPr id="1303" name="Google Shape;1303;p15"/>
            <p:cNvSpPr txBox="1"/>
            <p:nvPr/>
          </p:nvSpPr>
          <p:spPr>
            <a:xfrm>
              <a:off x="0" y="0"/>
              <a:ext cx="3986784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3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55" u="none" cap="none" strike="noStrike">
                  <a:solidFill>
                    <a:srgbClr val="1D6FA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Cisco Catalyst SD-WAN</a:t>
              </a:r>
              <a:endParaRPr/>
            </a:p>
          </p:txBody>
        </p:sp>
      </p:grpSp>
      <p:grpSp>
        <p:nvGrpSpPr>
          <p:cNvPr id="1304" name="Google Shape;1304;p15"/>
          <p:cNvGrpSpPr/>
          <p:nvPr/>
        </p:nvGrpSpPr>
        <p:grpSpPr>
          <a:xfrm>
            <a:off x="1440180" y="5349240"/>
            <a:ext cx="3497580" cy="342900"/>
            <a:chOff x="0" y="0"/>
            <a:chExt cx="4663440" cy="457200"/>
          </a:xfrm>
        </p:grpSpPr>
        <p:sp>
          <p:nvSpPr>
            <p:cNvPr id="1305" name="Google Shape;1305;p15"/>
            <p:cNvSpPr/>
            <p:nvPr/>
          </p:nvSpPr>
          <p:spPr>
            <a:xfrm>
              <a:off x="0" y="0"/>
              <a:ext cx="4663440" cy="457200"/>
            </a:xfrm>
            <a:custGeom>
              <a:rect b="b" l="l" r="r" t="t"/>
              <a:pathLst>
                <a:path extrusionOk="0" h="457200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48744" l="0" r="0" t="-148744"/>
              </a:stretch>
            </a:blipFill>
            <a:ln>
              <a:noFill/>
            </a:ln>
          </p:spPr>
        </p:sp>
        <p:sp>
          <p:nvSpPr>
            <p:cNvPr id="1306" name="Google Shape;1306;p15"/>
            <p:cNvSpPr txBox="1"/>
            <p:nvPr/>
          </p:nvSpPr>
          <p:spPr>
            <a:xfrm>
              <a:off x="0" y="0"/>
              <a:ext cx="466344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3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55" u="none" cap="none" strike="noStrike">
                  <a:solidFill>
                    <a:srgbClr val="203040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vManage</a:t>
              </a:r>
              <a:endParaRPr/>
            </a:p>
          </p:txBody>
        </p:sp>
      </p:grpSp>
      <p:grpSp>
        <p:nvGrpSpPr>
          <p:cNvPr id="1307" name="Google Shape;1307;p15"/>
          <p:cNvGrpSpPr/>
          <p:nvPr/>
        </p:nvGrpSpPr>
        <p:grpSpPr>
          <a:xfrm>
            <a:off x="5102352" y="5349240"/>
            <a:ext cx="342900" cy="342900"/>
            <a:chOff x="0" y="0"/>
            <a:chExt cx="457200" cy="457200"/>
          </a:xfrm>
        </p:grpSpPr>
        <p:sp>
          <p:nvSpPr>
            <p:cNvPr id="1308" name="Google Shape;1308;p15"/>
            <p:cNvSpPr/>
            <p:nvPr/>
          </p:nvSpPr>
          <p:spPr>
            <a:xfrm>
              <a:off x="0" y="0"/>
              <a:ext cx="457200" cy="457200"/>
            </a:xfrm>
            <a:custGeom>
              <a:rect b="b" l="l" r="r" t="t"/>
              <a:pathLst>
                <a:path extrusionOk="0"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78304" r="-78304" t="0"/>
              </a:stretch>
            </a:blipFill>
            <a:ln>
              <a:noFill/>
            </a:ln>
          </p:spPr>
        </p:sp>
        <p:sp>
          <p:nvSpPr>
            <p:cNvPr id="1309" name="Google Shape;1309;p15"/>
            <p:cNvSpPr txBox="1"/>
            <p:nvPr/>
          </p:nvSpPr>
          <p:spPr>
            <a:xfrm>
              <a:off x="0" y="9525"/>
              <a:ext cx="4572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00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→</a:t>
              </a:r>
              <a:endParaRPr/>
            </a:p>
          </p:txBody>
        </p:sp>
      </p:grpSp>
      <p:grpSp>
        <p:nvGrpSpPr>
          <p:cNvPr id="1310" name="Google Shape;1310;p15"/>
          <p:cNvGrpSpPr/>
          <p:nvPr/>
        </p:nvGrpSpPr>
        <p:grpSpPr>
          <a:xfrm>
            <a:off x="5513832" y="5349240"/>
            <a:ext cx="2990088" cy="342900"/>
            <a:chOff x="0" y="0"/>
            <a:chExt cx="3986784" cy="457200"/>
          </a:xfrm>
        </p:grpSpPr>
        <p:sp>
          <p:nvSpPr>
            <p:cNvPr id="1311" name="Google Shape;1311;p15"/>
            <p:cNvSpPr/>
            <p:nvPr/>
          </p:nvSpPr>
          <p:spPr>
            <a:xfrm>
              <a:off x="0" y="0"/>
              <a:ext cx="3986784" cy="457200"/>
            </a:xfrm>
            <a:custGeom>
              <a:rect b="b" l="l" r="r" t="t"/>
              <a:pathLst>
                <a:path extrusionOk="0" h="457200" w="3986784">
                  <a:moveTo>
                    <a:pt x="0" y="0"/>
                  </a:moveTo>
                  <a:lnTo>
                    <a:pt x="3986784" y="0"/>
                  </a:lnTo>
                  <a:lnTo>
                    <a:pt x="3986784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19906" l="0" r="0" t="-119906"/>
              </a:stretch>
            </a:blipFill>
            <a:ln>
              <a:noFill/>
            </a:ln>
          </p:spPr>
        </p:sp>
        <p:sp>
          <p:nvSpPr>
            <p:cNvPr id="1312" name="Google Shape;1312;p15"/>
            <p:cNvSpPr txBox="1"/>
            <p:nvPr/>
          </p:nvSpPr>
          <p:spPr>
            <a:xfrm>
              <a:off x="0" y="0"/>
              <a:ext cx="3986784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3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55" u="none" cap="none" strike="noStrike">
                  <a:solidFill>
                    <a:srgbClr val="1D6FA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SD-WAN Manager</a:t>
              </a:r>
              <a:endParaRPr/>
            </a:p>
          </p:txBody>
        </p:sp>
      </p:grpSp>
      <p:grpSp>
        <p:nvGrpSpPr>
          <p:cNvPr id="1313" name="Google Shape;1313;p15"/>
          <p:cNvGrpSpPr/>
          <p:nvPr/>
        </p:nvGrpSpPr>
        <p:grpSpPr>
          <a:xfrm>
            <a:off x="1440180" y="6117336"/>
            <a:ext cx="3497580" cy="342900"/>
            <a:chOff x="0" y="0"/>
            <a:chExt cx="4663440" cy="457200"/>
          </a:xfrm>
        </p:grpSpPr>
        <p:sp>
          <p:nvSpPr>
            <p:cNvPr id="1314" name="Google Shape;1314;p15"/>
            <p:cNvSpPr/>
            <p:nvPr/>
          </p:nvSpPr>
          <p:spPr>
            <a:xfrm>
              <a:off x="0" y="0"/>
              <a:ext cx="4663440" cy="457200"/>
            </a:xfrm>
            <a:custGeom>
              <a:rect b="b" l="l" r="r" t="t"/>
              <a:pathLst>
                <a:path extrusionOk="0" h="457200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48744" l="0" r="0" t="-148744"/>
              </a:stretch>
            </a:blipFill>
            <a:ln>
              <a:noFill/>
            </a:ln>
          </p:spPr>
        </p:sp>
        <p:sp>
          <p:nvSpPr>
            <p:cNvPr id="1315" name="Google Shape;1315;p15"/>
            <p:cNvSpPr txBox="1"/>
            <p:nvPr/>
          </p:nvSpPr>
          <p:spPr>
            <a:xfrm>
              <a:off x="0" y="0"/>
              <a:ext cx="466344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3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55" u="none" cap="none" strike="noStrike">
                  <a:solidFill>
                    <a:srgbClr val="203040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vSmart</a:t>
              </a:r>
              <a:endParaRPr/>
            </a:p>
          </p:txBody>
        </p:sp>
      </p:grpSp>
      <p:grpSp>
        <p:nvGrpSpPr>
          <p:cNvPr id="1316" name="Google Shape;1316;p15"/>
          <p:cNvGrpSpPr/>
          <p:nvPr/>
        </p:nvGrpSpPr>
        <p:grpSpPr>
          <a:xfrm>
            <a:off x="5102352" y="6117336"/>
            <a:ext cx="342900" cy="342900"/>
            <a:chOff x="0" y="0"/>
            <a:chExt cx="457200" cy="457200"/>
          </a:xfrm>
        </p:grpSpPr>
        <p:sp>
          <p:nvSpPr>
            <p:cNvPr id="1317" name="Google Shape;1317;p15"/>
            <p:cNvSpPr/>
            <p:nvPr/>
          </p:nvSpPr>
          <p:spPr>
            <a:xfrm>
              <a:off x="0" y="0"/>
              <a:ext cx="457200" cy="457200"/>
            </a:xfrm>
            <a:custGeom>
              <a:rect b="b" l="l" r="r" t="t"/>
              <a:pathLst>
                <a:path extrusionOk="0"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78304" r="-78304" t="0"/>
              </a:stretch>
            </a:blipFill>
            <a:ln>
              <a:noFill/>
            </a:ln>
          </p:spPr>
        </p:sp>
        <p:sp>
          <p:nvSpPr>
            <p:cNvPr id="1318" name="Google Shape;1318;p15"/>
            <p:cNvSpPr txBox="1"/>
            <p:nvPr/>
          </p:nvSpPr>
          <p:spPr>
            <a:xfrm>
              <a:off x="0" y="9525"/>
              <a:ext cx="4572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00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→</a:t>
              </a:r>
              <a:endParaRPr/>
            </a:p>
          </p:txBody>
        </p:sp>
      </p:grpSp>
      <p:grpSp>
        <p:nvGrpSpPr>
          <p:cNvPr id="1319" name="Google Shape;1319;p15"/>
          <p:cNvGrpSpPr/>
          <p:nvPr/>
        </p:nvGrpSpPr>
        <p:grpSpPr>
          <a:xfrm>
            <a:off x="5513832" y="6117336"/>
            <a:ext cx="2990088" cy="342900"/>
            <a:chOff x="0" y="0"/>
            <a:chExt cx="3986784" cy="457200"/>
          </a:xfrm>
        </p:grpSpPr>
        <p:sp>
          <p:nvSpPr>
            <p:cNvPr id="1320" name="Google Shape;1320;p15"/>
            <p:cNvSpPr/>
            <p:nvPr/>
          </p:nvSpPr>
          <p:spPr>
            <a:xfrm>
              <a:off x="0" y="0"/>
              <a:ext cx="3986784" cy="457200"/>
            </a:xfrm>
            <a:custGeom>
              <a:rect b="b" l="l" r="r" t="t"/>
              <a:pathLst>
                <a:path extrusionOk="0" h="457200" w="3986784">
                  <a:moveTo>
                    <a:pt x="0" y="0"/>
                  </a:moveTo>
                  <a:lnTo>
                    <a:pt x="3986784" y="0"/>
                  </a:lnTo>
                  <a:lnTo>
                    <a:pt x="3986784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19906" l="0" r="0" t="-119906"/>
              </a:stretch>
            </a:blipFill>
            <a:ln>
              <a:noFill/>
            </a:ln>
          </p:spPr>
        </p:sp>
        <p:sp>
          <p:nvSpPr>
            <p:cNvPr id="1321" name="Google Shape;1321;p15"/>
            <p:cNvSpPr txBox="1"/>
            <p:nvPr/>
          </p:nvSpPr>
          <p:spPr>
            <a:xfrm>
              <a:off x="0" y="0"/>
              <a:ext cx="3986784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3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55" u="none" cap="none" strike="noStrike">
                  <a:solidFill>
                    <a:srgbClr val="1D6FA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SD-WAN Controller</a:t>
              </a:r>
              <a:endParaRPr/>
            </a:p>
          </p:txBody>
        </p:sp>
      </p:grpSp>
      <p:grpSp>
        <p:nvGrpSpPr>
          <p:cNvPr id="1322" name="Google Shape;1322;p15"/>
          <p:cNvGrpSpPr/>
          <p:nvPr/>
        </p:nvGrpSpPr>
        <p:grpSpPr>
          <a:xfrm>
            <a:off x="1440180" y="6885432"/>
            <a:ext cx="3497580" cy="342900"/>
            <a:chOff x="0" y="0"/>
            <a:chExt cx="4663440" cy="457200"/>
          </a:xfrm>
        </p:grpSpPr>
        <p:sp>
          <p:nvSpPr>
            <p:cNvPr id="1323" name="Google Shape;1323;p15"/>
            <p:cNvSpPr/>
            <p:nvPr/>
          </p:nvSpPr>
          <p:spPr>
            <a:xfrm>
              <a:off x="0" y="0"/>
              <a:ext cx="4663440" cy="457200"/>
            </a:xfrm>
            <a:custGeom>
              <a:rect b="b" l="l" r="r" t="t"/>
              <a:pathLst>
                <a:path extrusionOk="0" h="457200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48744" l="0" r="0" t="-148744"/>
              </a:stretch>
            </a:blipFill>
            <a:ln>
              <a:noFill/>
            </a:ln>
          </p:spPr>
        </p:sp>
        <p:sp>
          <p:nvSpPr>
            <p:cNvPr id="1324" name="Google Shape;1324;p15"/>
            <p:cNvSpPr txBox="1"/>
            <p:nvPr/>
          </p:nvSpPr>
          <p:spPr>
            <a:xfrm>
              <a:off x="0" y="0"/>
              <a:ext cx="466344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3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55" u="none" cap="none" strike="noStrike">
                  <a:solidFill>
                    <a:srgbClr val="203040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vBond</a:t>
              </a:r>
              <a:endParaRPr/>
            </a:p>
          </p:txBody>
        </p:sp>
      </p:grpSp>
      <p:grpSp>
        <p:nvGrpSpPr>
          <p:cNvPr id="1325" name="Google Shape;1325;p15"/>
          <p:cNvGrpSpPr/>
          <p:nvPr/>
        </p:nvGrpSpPr>
        <p:grpSpPr>
          <a:xfrm>
            <a:off x="5102352" y="6885432"/>
            <a:ext cx="342900" cy="342900"/>
            <a:chOff x="0" y="0"/>
            <a:chExt cx="457200" cy="457200"/>
          </a:xfrm>
        </p:grpSpPr>
        <p:sp>
          <p:nvSpPr>
            <p:cNvPr id="1326" name="Google Shape;1326;p15"/>
            <p:cNvSpPr/>
            <p:nvPr/>
          </p:nvSpPr>
          <p:spPr>
            <a:xfrm>
              <a:off x="0" y="0"/>
              <a:ext cx="457200" cy="457200"/>
            </a:xfrm>
            <a:custGeom>
              <a:rect b="b" l="l" r="r" t="t"/>
              <a:pathLst>
                <a:path extrusionOk="0"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78304" r="-78304" t="0"/>
              </a:stretch>
            </a:blipFill>
            <a:ln>
              <a:noFill/>
            </a:ln>
          </p:spPr>
        </p:sp>
        <p:sp>
          <p:nvSpPr>
            <p:cNvPr id="1327" name="Google Shape;1327;p15"/>
            <p:cNvSpPr txBox="1"/>
            <p:nvPr/>
          </p:nvSpPr>
          <p:spPr>
            <a:xfrm>
              <a:off x="0" y="9525"/>
              <a:ext cx="4572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00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→</a:t>
              </a:r>
              <a:endParaRPr/>
            </a:p>
          </p:txBody>
        </p:sp>
      </p:grpSp>
      <p:grpSp>
        <p:nvGrpSpPr>
          <p:cNvPr id="1328" name="Google Shape;1328;p15"/>
          <p:cNvGrpSpPr/>
          <p:nvPr/>
        </p:nvGrpSpPr>
        <p:grpSpPr>
          <a:xfrm>
            <a:off x="5513832" y="6885432"/>
            <a:ext cx="2990088" cy="342900"/>
            <a:chOff x="0" y="0"/>
            <a:chExt cx="3986784" cy="457200"/>
          </a:xfrm>
        </p:grpSpPr>
        <p:sp>
          <p:nvSpPr>
            <p:cNvPr id="1329" name="Google Shape;1329;p15"/>
            <p:cNvSpPr/>
            <p:nvPr/>
          </p:nvSpPr>
          <p:spPr>
            <a:xfrm>
              <a:off x="0" y="0"/>
              <a:ext cx="3986784" cy="457200"/>
            </a:xfrm>
            <a:custGeom>
              <a:rect b="b" l="l" r="r" t="t"/>
              <a:pathLst>
                <a:path extrusionOk="0" h="457200" w="3986784">
                  <a:moveTo>
                    <a:pt x="0" y="0"/>
                  </a:moveTo>
                  <a:lnTo>
                    <a:pt x="3986784" y="0"/>
                  </a:lnTo>
                  <a:lnTo>
                    <a:pt x="3986784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19906" l="0" r="0" t="-119906"/>
              </a:stretch>
            </a:blipFill>
            <a:ln>
              <a:noFill/>
            </a:ln>
          </p:spPr>
        </p:sp>
        <p:sp>
          <p:nvSpPr>
            <p:cNvPr id="1330" name="Google Shape;1330;p15"/>
            <p:cNvSpPr txBox="1"/>
            <p:nvPr/>
          </p:nvSpPr>
          <p:spPr>
            <a:xfrm>
              <a:off x="0" y="0"/>
              <a:ext cx="3986784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3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55" u="none" cap="none" strike="noStrike">
                  <a:solidFill>
                    <a:srgbClr val="1D6FA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SD-WAN Validator</a:t>
              </a:r>
              <a:endParaRPr/>
            </a:p>
          </p:txBody>
        </p:sp>
      </p:grpSp>
      <p:sp>
        <p:nvSpPr>
          <p:cNvPr id="1331" name="Google Shape;1331;p15"/>
          <p:cNvSpPr/>
          <p:nvPr/>
        </p:nvSpPr>
        <p:spPr>
          <a:xfrm>
            <a:off x="9591675" y="2733675"/>
            <a:ext cx="7494270" cy="5162550"/>
          </a:xfrm>
          <a:custGeom>
            <a:rect b="b" l="l" r="r" t="t"/>
            <a:pathLst>
              <a:path extrusionOk="0" h="6883400" w="9992360">
                <a:moveTo>
                  <a:pt x="0" y="146812"/>
                </a:moveTo>
                <a:cubicBezTo>
                  <a:pt x="0" y="65786"/>
                  <a:pt x="65786" y="0"/>
                  <a:pt x="146812" y="0"/>
                </a:cubicBezTo>
                <a:lnTo>
                  <a:pt x="9845548" y="0"/>
                </a:lnTo>
                <a:cubicBezTo>
                  <a:pt x="9926574" y="0"/>
                  <a:pt x="9992360" y="65786"/>
                  <a:pt x="9992360" y="146812"/>
                </a:cubicBezTo>
                <a:lnTo>
                  <a:pt x="9992360" y="6736588"/>
                </a:lnTo>
                <a:cubicBezTo>
                  <a:pt x="9992360" y="6817614"/>
                  <a:pt x="9926574" y="6883400"/>
                  <a:pt x="9845548" y="6883400"/>
                </a:cubicBezTo>
                <a:lnTo>
                  <a:pt x="146812" y="6883400"/>
                </a:lnTo>
                <a:cubicBezTo>
                  <a:pt x="65786" y="6883400"/>
                  <a:pt x="0" y="6817614"/>
                  <a:pt x="0" y="6736588"/>
                </a:cubicBezTo>
                <a:close/>
              </a:path>
            </a:pathLst>
          </a:custGeom>
          <a:solidFill>
            <a:srgbClr val="0D2B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32" name="Google Shape;1332;p15"/>
          <p:cNvGrpSpPr/>
          <p:nvPr/>
        </p:nvGrpSpPr>
        <p:grpSpPr>
          <a:xfrm>
            <a:off x="10081260" y="3223260"/>
            <a:ext cx="6515100" cy="480060"/>
            <a:chOff x="0" y="0"/>
            <a:chExt cx="8686800" cy="640080"/>
          </a:xfrm>
        </p:grpSpPr>
        <p:sp>
          <p:nvSpPr>
            <p:cNvPr id="1333" name="Google Shape;1333;p15"/>
            <p:cNvSpPr/>
            <p:nvPr/>
          </p:nvSpPr>
          <p:spPr>
            <a:xfrm>
              <a:off x="0" y="0"/>
              <a:ext cx="8686800" cy="640080"/>
            </a:xfrm>
            <a:custGeom>
              <a:rect b="b" l="l" r="r" t="t"/>
              <a:pathLst>
                <a:path extrusionOk="0" h="640080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640080"/>
                  </a:lnTo>
                  <a:lnTo>
                    <a:pt x="0" y="6400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14438" l="0" r="0" t="-214438"/>
              </a:stretch>
            </a:blipFill>
            <a:ln>
              <a:noFill/>
            </a:ln>
          </p:spPr>
        </p:sp>
        <p:sp>
          <p:nvSpPr>
            <p:cNvPr id="1334" name="Google Shape;1334;p15"/>
            <p:cNvSpPr txBox="1"/>
            <p:nvPr/>
          </p:nvSpPr>
          <p:spPr>
            <a:xfrm>
              <a:off x="0" y="0"/>
              <a:ext cx="8686800" cy="6400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00" u="none" cap="none" strike="noStrike">
                  <a:solidFill>
                    <a:srgbClr val="FFFFFF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Technology Core</a:t>
              </a:r>
              <a:endParaRPr/>
            </a:p>
          </p:txBody>
        </p:sp>
      </p:grpSp>
      <p:sp>
        <p:nvSpPr>
          <p:cNvPr id="1335" name="Google Shape;1335;p15"/>
          <p:cNvSpPr/>
          <p:nvPr/>
        </p:nvSpPr>
        <p:spPr>
          <a:xfrm>
            <a:off x="10757535" y="4173855"/>
            <a:ext cx="1733550" cy="540258"/>
          </a:xfrm>
          <a:custGeom>
            <a:rect b="b" l="l" r="r" t="t"/>
            <a:pathLst>
              <a:path extrusionOk="0" h="720344" w="2311400">
                <a:moveTo>
                  <a:pt x="0" y="151638"/>
                </a:moveTo>
                <a:cubicBezTo>
                  <a:pt x="0" y="67945"/>
                  <a:pt x="67945" y="0"/>
                  <a:pt x="151638" y="0"/>
                </a:cubicBezTo>
                <a:lnTo>
                  <a:pt x="2159762" y="0"/>
                </a:lnTo>
                <a:cubicBezTo>
                  <a:pt x="2243455" y="0"/>
                  <a:pt x="2311400" y="67945"/>
                  <a:pt x="2311400" y="151638"/>
                </a:cubicBezTo>
                <a:lnTo>
                  <a:pt x="2311400" y="568706"/>
                </a:lnTo>
                <a:cubicBezTo>
                  <a:pt x="2311400" y="652399"/>
                  <a:pt x="2243455" y="720344"/>
                  <a:pt x="2159762" y="720344"/>
                </a:cubicBezTo>
                <a:lnTo>
                  <a:pt x="151638" y="720344"/>
                </a:lnTo>
                <a:cubicBezTo>
                  <a:pt x="67945" y="720344"/>
                  <a:pt x="0" y="652399"/>
                  <a:pt x="0" y="568706"/>
                </a:cubicBezTo>
                <a:close/>
              </a:path>
            </a:pathLst>
          </a:custGeom>
          <a:solidFill>
            <a:srgbClr val="173C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36" name="Google Shape;1336;p15"/>
          <p:cNvGrpSpPr/>
          <p:nvPr/>
        </p:nvGrpSpPr>
        <p:grpSpPr>
          <a:xfrm>
            <a:off x="10767060" y="4197096"/>
            <a:ext cx="1714500" cy="466344"/>
            <a:chOff x="0" y="0"/>
            <a:chExt cx="2286000" cy="621792"/>
          </a:xfrm>
        </p:grpSpPr>
        <p:sp>
          <p:nvSpPr>
            <p:cNvPr id="1337" name="Google Shape;1337;p15"/>
            <p:cNvSpPr/>
            <p:nvPr/>
          </p:nvSpPr>
          <p:spPr>
            <a:xfrm>
              <a:off x="0" y="0"/>
              <a:ext cx="2286000" cy="621792"/>
            </a:xfrm>
            <a:custGeom>
              <a:rect b="b" l="l" r="r" t="t"/>
              <a:pathLst>
                <a:path extrusionOk="0" h="621792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621792"/>
                  </a:lnTo>
                  <a:lnTo>
                    <a:pt x="0" y="6217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1635" l="0" r="0" t="-21635"/>
              </a:stretch>
            </a:blipFill>
            <a:ln>
              <a:noFill/>
            </a:ln>
          </p:spPr>
        </p:sp>
        <p:sp>
          <p:nvSpPr>
            <p:cNvPr id="1338" name="Google Shape;1338;p15"/>
            <p:cNvSpPr txBox="1"/>
            <p:nvPr/>
          </p:nvSpPr>
          <p:spPr>
            <a:xfrm>
              <a:off x="0" y="0"/>
              <a:ext cx="2286000" cy="6217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25" u="none" cap="none" strike="noStrike">
                  <a:solidFill>
                    <a:srgbClr val="FFFFFF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SD-Access</a:t>
              </a:r>
              <a:endParaRPr/>
            </a:p>
          </p:txBody>
        </p:sp>
      </p:grpSp>
      <p:sp>
        <p:nvSpPr>
          <p:cNvPr id="1339" name="Google Shape;1339;p15"/>
          <p:cNvSpPr/>
          <p:nvPr/>
        </p:nvSpPr>
        <p:spPr>
          <a:xfrm>
            <a:off x="12677775" y="4173855"/>
            <a:ext cx="1322070" cy="540258"/>
          </a:xfrm>
          <a:custGeom>
            <a:rect b="b" l="l" r="r" t="t"/>
            <a:pathLst>
              <a:path extrusionOk="0" h="720344" w="1762760">
                <a:moveTo>
                  <a:pt x="0" y="151638"/>
                </a:moveTo>
                <a:cubicBezTo>
                  <a:pt x="0" y="67945"/>
                  <a:pt x="67945" y="0"/>
                  <a:pt x="151638" y="0"/>
                </a:cubicBezTo>
                <a:lnTo>
                  <a:pt x="1611122" y="0"/>
                </a:lnTo>
                <a:cubicBezTo>
                  <a:pt x="1694815" y="0"/>
                  <a:pt x="1762760" y="67945"/>
                  <a:pt x="1762760" y="151638"/>
                </a:cubicBezTo>
                <a:lnTo>
                  <a:pt x="1762760" y="568706"/>
                </a:lnTo>
                <a:cubicBezTo>
                  <a:pt x="1762760" y="652399"/>
                  <a:pt x="1694815" y="720344"/>
                  <a:pt x="1611122" y="720344"/>
                </a:cubicBezTo>
                <a:lnTo>
                  <a:pt x="151638" y="720344"/>
                </a:lnTo>
                <a:cubicBezTo>
                  <a:pt x="67945" y="720344"/>
                  <a:pt x="0" y="652399"/>
                  <a:pt x="0" y="568706"/>
                </a:cubicBezTo>
                <a:close/>
              </a:path>
            </a:pathLst>
          </a:custGeom>
          <a:solidFill>
            <a:srgbClr val="164B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40" name="Google Shape;1340;p15"/>
          <p:cNvGrpSpPr/>
          <p:nvPr/>
        </p:nvGrpSpPr>
        <p:grpSpPr>
          <a:xfrm>
            <a:off x="12687300" y="4197096"/>
            <a:ext cx="1303020" cy="466344"/>
            <a:chOff x="0" y="0"/>
            <a:chExt cx="1737360" cy="621792"/>
          </a:xfrm>
        </p:grpSpPr>
        <p:sp>
          <p:nvSpPr>
            <p:cNvPr id="1341" name="Google Shape;1341;p15"/>
            <p:cNvSpPr/>
            <p:nvPr/>
          </p:nvSpPr>
          <p:spPr>
            <a:xfrm>
              <a:off x="0" y="0"/>
              <a:ext cx="1737360" cy="621792"/>
            </a:xfrm>
            <a:custGeom>
              <a:rect b="b" l="l" r="r" t="t"/>
              <a:pathLst>
                <a:path extrusionOk="0" h="621792" w="1737360">
                  <a:moveTo>
                    <a:pt x="0" y="0"/>
                  </a:moveTo>
                  <a:lnTo>
                    <a:pt x="1737360" y="0"/>
                  </a:lnTo>
                  <a:lnTo>
                    <a:pt x="1737360" y="621792"/>
                  </a:lnTo>
                  <a:lnTo>
                    <a:pt x="0" y="6217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443" l="0" r="0" t="-4443"/>
              </a:stretch>
            </a:blipFill>
            <a:ln>
              <a:noFill/>
            </a:ln>
          </p:spPr>
        </p:sp>
        <p:sp>
          <p:nvSpPr>
            <p:cNvPr id="1342" name="Google Shape;1342;p15"/>
            <p:cNvSpPr txBox="1"/>
            <p:nvPr/>
          </p:nvSpPr>
          <p:spPr>
            <a:xfrm>
              <a:off x="0" y="0"/>
              <a:ext cx="1737360" cy="6217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25" u="none" cap="none" strike="noStrike">
                  <a:solidFill>
                    <a:srgbClr val="FFFFFF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LISP</a:t>
              </a:r>
              <a:endParaRPr/>
            </a:p>
          </p:txBody>
        </p:sp>
      </p:grpSp>
      <p:sp>
        <p:nvSpPr>
          <p:cNvPr id="1343" name="Google Shape;1343;p15"/>
          <p:cNvSpPr/>
          <p:nvPr/>
        </p:nvSpPr>
        <p:spPr>
          <a:xfrm>
            <a:off x="14186535" y="4173855"/>
            <a:ext cx="1459230" cy="540258"/>
          </a:xfrm>
          <a:custGeom>
            <a:rect b="b" l="l" r="r" t="t"/>
            <a:pathLst>
              <a:path extrusionOk="0" h="720344" w="1945640">
                <a:moveTo>
                  <a:pt x="0" y="151638"/>
                </a:moveTo>
                <a:cubicBezTo>
                  <a:pt x="0" y="67945"/>
                  <a:pt x="67945" y="0"/>
                  <a:pt x="151638" y="0"/>
                </a:cubicBezTo>
                <a:lnTo>
                  <a:pt x="1794002" y="0"/>
                </a:lnTo>
                <a:cubicBezTo>
                  <a:pt x="1877695" y="0"/>
                  <a:pt x="1945640" y="67945"/>
                  <a:pt x="1945640" y="151638"/>
                </a:cubicBezTo>
                <a:lnTo>
                  <a:pt x="1945640" y="568706"/>
                </a:lnTo>
                <a:cubicBezTo>
                  <a:pt x="1945640" y="652399"/>
                  <a:pt x="1877695" y="720344"/>
                  <a:pt x="1794002" y="720344"/>
                </a:cubicBezTo>
                <a:lnTo>
                  <a:pt x="151638" y="720344"/>
                </a:lnTo>
                <a:cubicBezTo>
                  <a:pt x="67945" y="720344"/>
                  <a:pt x="0" y="652399"/>
                  <a:pt x="0" y="568706"/>
                </a:cubicBezTo>
                <a:close/>
              </a:path>
            </a:pathLst>
          </a:custGeom>
          <a:solidFill>
            <a:srgbClr val="173C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44" name="Google Shape;1344;p15"/>
          <p:cNvGrpSpPr/>
          <p:nvPr/>
        </p:nvGrpSpPr>
        <p:grpSpPr>
          <a:xfrm>
            <a:off x="14196060" y="4197096"/>
            <a:ext cx="1440180" cy="466344"/>
            <a:chOff x="0" y="0"/>
            <a:chExt cx="1920240" cy="621792"/>
          </a:xfrm>
        </p:grpSpPr>
        <p:sp>
          <p:nvSpPr>
            <p:cNvPr id="1345" name="Google Shape;1345;p15"/>
            <p:cNvSpPr/>
            <p:nvPr/>
          </p:nvSpPr>
          <p:spPr>
            <a:xfrm>
              <a:off x="0" y="0"/>
              <a:ext cx="1920240" cy="621792"/>
            </a:xfrm>
            <a:custGeom>
              <a:rect b="b" l="l" r="r" t="t"/>
              <a:pathLst>
                <a:path extrusionOk="0" h="621792" w="1920240">
                  <a:moveTo>
                    <a:pt x="0" y="0"/>
                  </a:moveTo>
                  <a:lnTo>
                    <a:pt x="1920240" y="0"/>
                  </a:lnTo>
                  <a:lnTo>
                    <a:pt x="1920240" y="621792"/>
                  </a:lnTo>
                  <a:lnTo>
                    <a:pt x="0" y="6217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0174" l="0" r="0" t="-10174"/>
              </a:stretch>
            </a:blipFill>
            <a:ln>
              <a:noFill/>
            </a:ln>
          </p:spPr>
        </p:sp>
        <p:sp>
          <p:nvSpPr>
            <p:cNvPr id="1346" name="Google Shape;1346;p15"/>
            <p:cNvSpPr txBox="1"/>
            <p:nvPr/>
          </p:nvSpPr>
          <p:spPr>
            <a:xfrm>
              <a:off x="0" y="0"/>
              <a:ext cx="1920240" cy="6217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25" u="none" cap="none" strike="noStrike">
                  <a:solidFill>
                    <a:srgbClr val="FFFFFF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VXLAN</a:t>
              </a:r>
              <a:endParaRPr/>
            </a:p>
          </p:txBody>
        </p:sp>
      </p:grpSp>
      <p:sp>
        <p:nvSpPr>
          <p:cNvPr id="1347" name="Google Shape;1347;p15"/>
          <p:cNvSpPr/>
          <p:nvPr/>
        </p:nvSpPr>
        <p:spPr>
          <a:xfrm>
            <a:off x="11580495" y="5092827"/>
            <a:ext cx="1733550" cy="540258"/>
          </a:xfrm>
          <a:custGeom>
            <a:rect b="b" l="l" r="r" t="t"/>
            <a:pathLst>
              <a:path extrusionOk="0" h="720344" w="2311400">
                <a:moveTo>
                  <a:pt x="0" y="151638"/>
                </a:moveTo>
                <a:cubicBezTo>
                  <a:pt x="0" y="67945"/>
                  <a:pt x="67945" y="0"/>
                  <a:pt x="151638" y="0"/>
                </a:cubicBezTo>
                <a:lnTo>
                  <a:pt x="2159762" y="0"/>
                </a:lnTo>
                <a:cubicBezTo>
                  <a:pt x="2243455" y="0"/>
                  <a:pt x="2311400" y="67945"/>
                  <a:pt x="2311400" y="151638"/>
                </a:cubicBezTo>
                <a:lnTo>
                  <a:pt x="2311400" y="568706"/>
                </a:lnTo>
                <a:cubicBezTo>
                  <a:pt x="2311400" y="652399"/>
                  <a:pt x="2243455" y="720344"/>
                  <a:pt x="2159762" y="720344"/>
                </a:cubicBezTo>
                <a:lnTo>
                  <a:pt x="151638" y="720344"/>
                </a:lnTo>
                <a:cubicBezTo>
                  <a:pt x="67945" y="720344"/>
                  <a:pt x="0" y="652399"/>
                  <a:pt x="0" y="568706"/>
                </a:cubicBezTo>
                <a:close/>
              </a:path>
            </a:pathLst>
          </a:custGeom>
          <a:solidFill>
            <a:srgbClr val="164B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48" name="Google Shape;1348;p15"/>
          <p:cNvGrpSpPr/>
          <p:nvPr/>
        </p:nvGrpSpPr>
        <p:grpSpPr>
          <a:xfrm>
            <a:off x="11590020" y="5116068"/>
            <a:ext cx="1714500" cy="466344"/>
            <a:chOff x="0" y="0"/>
            <a:chExt cx="2286000" cy="621792"/>
          </a:xfrm>
        </p:grpSpPr>
        <p:sp>
          <p:nvSpPr>
            <p:cNvPr id="1349" name="Google Shape;1349;p15"/>
            <p:cNvSpPr/>
            <p:nvPr/>
          </p:nvSpPr>
          <p:spPr>
            <a:xfrm>
              <a:off x="0" y="0"/>
              <a:ext cx="2286000" cy="621792"/>
            </a:xfrm>
            <a:custGeom>
              <a:rect b="b" l="l" r="r" t="t"/>
              <a:pathLst>
                <a:path extrusionOk="0" h="621792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621792"/>
                  </a:lnTo>
                  <a:lnTo>
                    <a:pt x="0" y="6217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1635" l="0" r="0" t="-21635"/>
              </a:stretch>
            </a:blipFill>
            <a:ln>
              <a:noFill/>
            </a:ln>
          </p:spPr>
        </p:sp>
        <p:sp>
          <p:nvSpPr>
            <p:cNvPr id="1350" name="Google Shape;1350;p15"/>
            <p:cNvSpPr txBox="1"/>
            <p:nvPr/>
          </p:nvSpPr>
          <p:spPr>
            <a:xfrm>
              <a:off x="0" y="0"/>
              <a:ext cx="2286000" cy="6217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25" u="none" cap="none" strike="noStrike">
                  <a:solidFill>
                    <a:srgbClr val="FFFFFF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TrustSec</a:t>
              </a:r>
              <a:endParaRPr/>
            </a:p>
          </p:txBody>
        </p:sp>
      </p:grpSp>
      <p:grpSp>
        <p:nvGrpSpPr>
          <p:cNvPr id="1351" name="Google Shape;1351;p15"/>
          <p:cNvGrpSpPr/>
          <p:nvPr/>
        </p:nvGrpSpPr>
        <p:grpSpPr>
          <a:xfrm>
            <a:off x="10492740" y="6103620"/>
            <a:ext cx="5692140" cy="960120"/>
            <a:chOff x="0" y="0"/>
            <a:chExt cx="7589520" cy="1280160"/>
          </a:xfrm>
        </p:grpSpPr>
        <p:sp>
          <p:nvSpPr>
            <p:cNvPr id="1352" name="Google Shape;1352;p15"/>
            <p:cNvSpPr/>
            <p:nvPr/>
          </p:nvSpPr>
          <p:spPr>
            <a:xfrm>
              <a:off x="0" y="0"/>
              <a:ext cx="7589520" cy="1280160"/>
            </a:xfrm>
            <a:custGeom>
              <a:rect b="b" l="l" r="r" t="t"/>
              <a:pathLst>
                <a:path extrusionOk="0" h="1280160" w="7589520">
                  <a:moveTo>
                    <a:pt x="0" y="0"/>
                  </a:moveTo>
                  <a:lnTo>
                    <a:pt x="7589520" y="0"/>
                  </a:lnTo>
                  <a:lnTo>
                    <a:pt x="7589520" y="1280160"/>
                  </a:lnTo>
                  <a:lnTo>
                    <a:pt x="0" y="12801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65516" l="0" r="0" t="-65516"/>
              </a:stretch>
            </a:blipFill>
            <a:ln>
              <a:noFill/>
            </a:ln>
          </p:spPr>
        </p:sp>
        <p:sp>
          <p:nvSpPr>
            <p:cNvPr id="1353" name="Google Shape;1353;p15"/>
            <p:cNvSpPr txBox="1"/>
            <p:nvPr/>
          </p:nvSpPr>
          <p:spPr>
            <a:xfrm>
              <a:off x="0" y="9525"/>
              <a:ext cx="7589520" cy="12706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50" u="none" cap="none" strike="noStrike">
                  <a:solidFill>
                    <a:srgbClr val="D8F3FA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แนวคิดหลักยังคงอยู่ที่</a:t>
              </a:r>
              <a:endParaRPr/>
            </a:p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50" u="none" cap="none" strike="noStrike">
                  <a:solidFill>
                    <a:srgbClr val="D8F3FA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Automation + Overlay + Policy</a:t>
              </a:r>
              <a:endParaRPr/>
            </a:p>
          </p:txBody>
        </p:sp>
      </p:grpSp>
      <p:sp>
        <p:nvSpPr>
          <p:cNvPr id="1354" name="Google Shape;1354;p15"/>
          <p:cNvSpPr/>
          <p:nvPr/>
        </p:nvSpPr>
        <p:spPr>
          <a:xfrm>
            <a:off x="1293495" y="8220075"/>
            <a:ext cx="15518129" cy="732282"/>
          </a:xfrm>
          <a:custGeom>
            <a:rect b="b" l="l" r="r" t="t"/>
            <a:pathLst>
              <a:path extrusionOk="0" h="976376" w="20690839">
                <a:moveTo>
                  <a:pt x="0" y="150241"/>
                </a:moveTo>
                <a:cubicBezTo>
                  <a:pt x="0" y="67310"/>
                  <a:pt x="67310" y="0"/>
                  <a:pt x="150241" y="0"/>
                </a:cubicBezTo>
                <a:lnTo>
                  <a:pt x="20540599" y="0"/>
                </a:lnTo>
                <a:cubicBezTo>
                  <a:pt x="20623530" y="0"/>
                  <a:pt x="20690839" y="67310"/>
                  <a:pt x="20690839" y="150241"/>
                </a:cubicBezTo>
                <a:lnTo>
                  <a:pt x="20690839" y="826135"/>
                </a:lnTo>
                <a:cubicBezTo>
                  <a:pt x="20690839" y="909066"/>
                  <a:pt x="20623530" y="976376"/>
                  <a:pt x="20540599" y="976376"/>
                </a:cubicBezTo>
                <a:lnTo>
                  <a:pt x="150241" y="976376"/>
                </a:lnTo>
                <a:cubicBezTo>
                  <a:pt x="67310" y="976376"/>
                  <a:pt x="0" y="909066"/>
                  <a:pt x="0" y="826135"/>
                </a:cubicBezTo>
                <a:close/>
              </a:path>
            </a:pathLst>
          </a:custGeom>
          <a:solidFill>
            <a:srgbClr val="FFF1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55" name="Google Shape;1355;p15"/>
          <p:cNvGrpSpPr/>
          <p:nvPr/>
        </p:nvGrpSpPr>
        <p:grpSpPr>
          <a:xfrm>
            <a:off x="1577340" y="8394192"/>
            <a:ext cx="14950440" cy="342900"/>
            <a:chOff x="0" y="0"/>
            <a:chExt cx="19933920" cy="457200"/>
          </a:xfrm>
        </p:grpSpPr>
        <p:sp>
          <p:nvSpPr>
            <p:cNvPr id="1356" name="Google Shape;1356;p15"/>
            <p:cNvSpPr/>
            <p:nvPr/>
          </p:nvSpPr>
          <p:spPr>
            <a:xfrm>
              <a:off x="0" y="0"/>
              <a:ext cx="19933920" cy="457200"/>
            </a:xfrm>
            <a:custGeom>
              <a:rect b="b" l="l" r="r" t="t"/>
              <a:pathLst>
                <a:path extrusionOk="0" h="457200" w="19933920">
                  <a:moveTo>
                    <a:pt x="0" y="0"/>
                  </a:moveTo>
                  <a:lnTo>
                    <a:pt x="19933920" y="0"/>
                  </a:lnTo>
                  <a:lnTo>
                    <a:pt x="19933920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799473" l="0" r="0" t="-799473"/>
              </a:stretch>
            </a:blipFill>
            <a:ln>
              <a:noFill/>
            </a:ln>
          </p:spPr>
        </p:sp>
        <p:sp>
          <p:nvSpPr>
            <p:cNvPr id="1357" name="Google Shape;1357;p15"/>
            <p:cNvSpPr txBox="1"/>
            <p:nvPr/>
          </p:nvSpPr>
          <p:spPr>
            <a:xfrm>
              <a:off x="0" y="0"/>
              <a:ext cx="1993392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25" u="none" cap="none" strike="noStrike">
                  <a:solidFill>
                    <a:srgbClr val="E48A2A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หมายเหตุ: ชื่อปัจจุบันตรวจสอบกับเอกสาร Cisco ปี 2026</a:t>
              </a:r>
              <a:endParaRPr/>
            </a:p>
          </p:txBody>
        </p:sp>
      </p:grpSp>
      <p:grpSp>
        <p:nvGrpSpPr>
          <p:cNvPr id="1358" name="Google Shape;1358;p15"/>
          <p:cNvGrpSpPr/>
          <p:nvPr/>
        </p:nvGrpSpPr>
        <p:grpSpPr>
          <a:xfrm>
            <a:off x="12550140" y="9484328"/>
            <a:ext cx="4389120" cy="254032"/>
            <a:chOff x="0" y="-9525"/>
            <a:chExt cx="5852160" cy="338709"/>
          </a:xfrm>
        </p:grpSpPr>
        <p:sp>
          <p:nvSpPr>
            <p:cNvPr id="1359" name="Google Shape;1359;p15"/>
            <p:cNvSpPr/>
            <p:nvPr/>
          </p:nvSpPr>
          <p:spPr>
            <a:xfrm>
              <a:off x="0" y="0"/>
              <a:ext cx="5852160" cy="329184"/>
            </a:xfrm>
            <a:custGeom>
              <a:rect b="b" l="l" r="r" t="t"/>
              <a:pathLst>
                <a:path extrusionOk="0" h="329184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329184"/>
                  </a:lnTo>
                  <a:lnTo>
                    <a:pt x="0" y="32918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96404" l="0" r="0" t="-296404"/>
              </a:stretch>
            </a:blipFill>
            <a:ln>
              <a:noFill/>
            </a:ln>
          </p:spPr>
        </p:sp>
        <p:sp>
          <p:nvSpPr>
            <p:cNvPr id="1360" name="Google Shape;1360;p15"/>
            <p:cNvSpPr txBox="1"/>
            <p:nvPr/>
          </p:nvSpPr>
          <p:spPr>
            <a:xfrm>
              <a:off x="0" y="-9525"/>
              <a:ext cx="5852160" cy="3387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5" u="none" cap="none" strike="noStrike">
                  <a:solidFill>
                    <a:srgbClr val="8795A4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Source: Cisco CCNP Enterprise Ch.23 + Cisco current docs (2026)</a:t>
              </a:r>
              <a:endParaRPr/>
            </a:p>
          </p:txBody>
        </p:sp>
      </p:grpSp>
      <p:sp>
        <p:nvSpPr>
          <p:cNvPr id="1361" name="Google Shape;1361;p15"/>
          <p:cNvSpPr txBox="1"/>
          <p:nvPr/>
        </p:nvSpPr>
        <p:spPr>
          <a:xfrm>
            <a:off x="16527780" y="9806940"/>
            <a:ext cx="10287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B7785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15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9FC"/>
        </a:solidFill>
      </p:bgPr>
    </p:bg>
    <p:spTree>
      <p:nvGrpSpPr>
        <p:cNvPr id="1369" name="Shape 1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70" name="Google Shape;1370;p16"/>
          <p:cNvCxnSpPr/>
          <p:nvPr/>
        </p:nvCxnSpPr>
        <p:spPr>
          <a:xfrm rot="3840">
            <a:off x="607685" y="9802178"/>
            <a:ext cx="17026900" cy="0"/>
          </a:xfrm>
          <a:prstGeom prst="straightConnector1">
            <a:avLst/>
          </a:prstGeom>
          <a:noFill/>
          <a:ln cap="rnd" cmpd="sng" w="9525">
            <a:solidFill>
              <a:srgbClr val="D6E0EA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371" name="Google Shape;1371;p16"/>
          <p:cNvGrpSpPr/>
          <p:nvPr/>
        </p:nvGrpSpPr>
        <p:grpSpPr>
          <a:xfrm>
            <a:off x="754380" y="9868376"/>
            <a:ext cx="11658600" cy="254032"/>
            <a:chOff x="0" y="-9525"/>
            <a:chExt cx="15544800" cy="338709"/>
          </a:xfrm>
        </p:grpSpPr>
        <p:sp>
          <p:nvSpPr>
            <p:cNvPr id="1372" name="Google Shape;1372;p16"/>
            <p:cNvSpPr/>
            <p:nvPr/>
          </p:nvSpPr>
          <p:spPr>
            <a:xfrm>
              <a:off x="0" y="0"/>
              <a:ext cx="15544800" cy="329184"/>
            </a:xfrm>
            <a:custGeom>
              <a:rect b="b" l="l" r="r" t="t"/>
              <a:pathLst>
                <a:path extrusionOk="0" h="329184" w="15544800">
                  <a:moveTo>
                    <a:pt x="0" y="0"/>
                  </a:moveTo>
                  <a:lnTo>
                    <a:pt x="15544800" y="0"/>
                  </a:lnTo>
                  <a:lnTo>
                    <a:pt x="15544800" y="329184"/>
                  </a:lnTo>
                  <a:lnTo>
                    <a:pt x="0" y="32918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870132" l="0" r="0" t="-870132"/>
              </a:stretch>
            </a:blipFill>
            <a:ln>
              <a:noFill/>
            </a:ln>
          </p:spPr>
        </p:sp>
        <p:sp>
          <p:nvSpPr>
            <p:cNvPr id="1373" name="Google Shape;1373;p16"/>
            <p:cNvSpPr txBox="1"/>
            <p:nvPr/>
          </p:nvSpPr>
          <p:spPr>
            <a:xfrm>
              <a:off x="0" y="-9525"/>
              <a:ext cx="15544800" cy="3387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5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FABRIC TECHNOLOGIES  •  CCNP ENTERPRISE / CHAPTER 23</a:t>
              </a:r>
              <a:endParaRPr/>
            </a:p>
          </p:txBody>
        </p:sp>
      </p:grpSp>
      <p:grpSp>
        <p:nvGrpSpPr>
          <p:cNvPr id="1374" name="Google Shape;1374;p16"/>
          <p:cNvGrpSpPr/>
          <p:nvPr/>
        </p:nvGrpSpPr>
        <p:grpSpPr>
          <a:xfrm>
            <a:off x="822960" y="480060"/>
            <a:ext cx="6172200" cy="301752"/>
            <a:chOff x="0" y="0"/>
            <a:chExt cx="8229600" cy="402336"/>
          </a:xfrm>
        </p:grpSpPr>
        <p:sp>
          <p:nvSpPr>
            <p:cNvPr id="1375" name="Google Shape;1375;p16"/>
            <p:cNvSpPr/>
            <p:nvPr/>
          </p:nvSpPr>
          <p:spPr>
            <a:xfrm>
              <a:off x="0" y="0"/>
              <a:ext cx="8229600" cy="402336"/>
            </a:xfrm>
            <a:custGeom>
              <a:rect b="b" l="l" r="r" t="t"/>
              <a:pathLst>
                <a:path extrusionOk="0" h="402336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402336"/>
                  </a:lnTo>
                  <a:lnTo>
                    <a:pt x="0" y="40233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48534" l="0" r="0" t="-348534"/>
              </a:stretch>
            </a:blipFill>
            <a:ln>
              <a:noFill/>
            </a:ln>
          </p:spPr>
        </p:sp>
        <p:sp>
          <p:nvSpPr>
            <p:cNvPr id="1376" name="Google Shape;1376;p16"/>
            <p:cNvSpPr txBox="1"/>
            <p:nvPr/>
          </p:nvSpPr>
          <p:spPr>
            <a:xfrm>
              <a:off x="0" y="0"/>
              <a:ext cx="8229600" cy="4023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75" u="none" cap="none" strike="noStrike">
                  <a:solidFill>
                    <a:srgbClr val="1FA7C8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15 / DEMO</a:t>
              </a:r>
              <a:endParaRPr/>
            </a:p>
          </p:txBody>
        </p:sp>
      </p:grpSp>
      <p:grpSp>
        <p:nvGrpSpPr>
          <p:cNvPr id="1377" name="Google Shape;1377;p16"/>
          <p:cNvGrpSpPr/>
          <p:nvPr/>
        </p:nvGrpSpPr>
        <p:grpSpPr>
          <a:xfrm>
            <a:off x="822960" y="884396"/>
            <a:ext cx="16322040" cy="761524"/>
            <a:chOff x="0" y="-9525"/>
            <a:chExt cx="21762720" cy="1015365"/>
          </a:xfrm>
        </p:grpSpPr>
        <p:sp>
          <p:nvSpPr>
            <p:cNvPr id="1378" name="Google Shape;1378;p16"/>
            <p:cNvSpPr/>
            <p:nvPr/>
          </p:nvSpPr>
          <p:spPr>
            <a:xfrm>
              <a:off x="0" y="0"/>
              <a:ext cx="21762720" cy="1005840"/>
            </a:xfrm>
            <a:custGeom>
              <a:rect b="b" l="l" r="r" t="t"/>
              <a:pathLst>
                <a:path extrusionOk="0" h="100584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005840"/>
                  </a:lnTo>
                  <a:lnTo>
                    <a:pt x="0" y="10058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71585" l="0" r="0" t="-371585"/>
              </a:stretch>
            </a:blipFill>
            <a:ln>
              <a:noFill/>
            </a:ln>
          </p:spPr>
        </p:sp>
        <p:sp>
          <p:nvSpPr>
            <p:cNvPr id="1379" name="Google Shape;1379;p16"/>
            <p:cNvSpPr txBox="1"/>
            <p:nvPr/>
          </p:nvSpPr>
          <p:spPr>
            <a:xfrm>
              <a:off x="0" y="-9525"/>
              <a:ext cx="21762720" cy="10153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200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Demo Topology</a:t>
              </a:r>
              <a:endParaRPr/>
            </a:p>
          </p:txBody>
        </p:sp>
      </p:grpSp>
      <p:grpSp>
        <p:nvGrpSpPr>
          <p:cNvPr id="1380" name="Google Shape;1380;p16"/>
          <p:cNvGrpSpPr/>
          <p:nvPr/>
        </p:nvGrpSpPr>
        <p:grpSpPr>
          <a:xfrm>
            <a:off x="822960" y="1728216"/>
            <a:ext cx="16459200" cy="521208"/>
            <a:chOff x="0" y="0"/>
            <a:chExt cx="21945600" cy="694944"/>
          </a:xfrm>
        </p:grpSpPr>
        <p:sp>
          <p:nvSpPr>
            <p:cNvPr id="1381" name="Google Shape;1381;p16"/>
            <p:cNvSpPr/>
            <p:nvPr/>
          </p:nvSpPr>
          <p:spPr>
            <a:xfrm>
              <a:off x="0" y="0"/>
              <a:ext cx="21945600" cy="694944"/>
            </a:xfrm>
            <a:custGeom>
              <a:rect b="b" l="l" r="r" t="t"/>
              <a:pathLst>
                <a:path extrusionOk="0" h="69494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94944"/>
                  </a:lnTo>
                  <a:lnTo>
                    <a:pt x="0" y="69494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65309" l="0" r="0" t="-565309"/>
              </a:stretch>
            </a:blipFill>
            <a:ln>
              <a:noFill/>
            </a:ln>
          </p:spPr>
        </p:sp>
        <p:sp>
          <p:nvSpPr>
            <p:cNvPr id="1382" name="Google Shape;1382;p16"/>
            <p:cNvSpPr txBox="1"/>
            <p:nvPr/>
          </p:nvSpPr>
          <p:spPr>
            <a:xfrm>
              <a:off x="0" y="0"/>
              <a:ext cx="21945600" cy="6949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75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Packet Tracer: สาธิตแนวคิด Underlay + Overlay ด้วย GRE Tunnel</a:t>
              </a:r>
              <a:endParaRPr/>
            </a:p>
          </p:txBody>
        </p:sp>
      </p:grpSp>
      <p:sp>
        <p:nvSpPr>
          <p:cNvPr id="1383" name="Google Shape;1383;p16"/>
          <p:cNvSpPr/>
          <p:nvPr/>
        </p:nvSpPr>
        <p:spPr>
          <a:xfrm>
            <a:off x="950595" y="4516755"/>
            <a:ext cx="979170" cy="979170"/>
          </a:xfrm>
          <a:custGeom>
            <a:rect b="b" l="l" r="r" t="t"/>
            <a:pathLst>
              <a:path extrusionOk="0" h="1305560" w="1305560">
                <a:moveTo>
                  <a:pt x="0" y="652780"/>
                </a:moveTo>
                <a:cubicBezTo>
                  <a:pt x="0" y="292227"/>
                  <a:pt x="292227" y="0"/>
                  <a:pt x="652780" y="0"/>
                </a:cubicBezTo>
                <a:cubicBezTo>
                  <a:pt x="1013333" y="0"/>
                  <a:pt x="1305560" y="292227"/>
                  <a:pt x="1305560" y="652780"/>
                </a:cubicBezTo>
                <a:cubicBezTo>
                  <a:pt x="1305560" y="1013333"/>
                  <a:pt x="1013333" y="1305560"/>
                  <a:pt x="652780" y="1305560"/>
                </a:cubicBezTo>
                <a:cubicBezTo>
                  <a:pt x="292227" y="1305560"/>
                  <a:pt x="0" y="1013333"/>
                  <a:pt x="0" y="652780"/>
                </a:cubicBezTo>
                <a:close/>
              </a:path>
            </a:pathLst>
          </a:custGeom>
          <a:solidFill>
            <a:srgbClr val="1D6FA5"/>
          </a:solidFill>
          <a:ln cap="sq" cmpd="sng" w="1905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4" name="Google Shape;1384;p16"/>
          <p:cNvGrpSpPr/>
          <p:nvPr/>
        </p:nvGrpSpPr>
        <p:grpSpPr>
          <a:xfrm>
            <a:off x="850392" y="5643848"/>
            <a:ext cx="1165860" cy="350044"/>
            <a:chOff x="0" y="-9525"/>
            <a:chExt cx="1554480" cy="466725"/>
          </a:xfrm>
        </p:grpSpPr>
        <p:sp>
          <p:nvSpPr>
            <p:cNvPr id="1385" name="Google Shape;1385;p16"/>
            <p:cNvSpPr/>
            <p:nvPr/>
          </p:nvSpPr>
          <p:spPr>
            <a:xfrm>
              <a:off x="0" y="0"/>
              <a:ext cx="1554480" cy="457200"/>
            </a:xfrm>
            <a:custGeom>
              <a:rect b="b" l="l" r="r" t="t"/>
              <a:pathLst>
                <a:path extrusionOk="0" h="457200" w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6250" l="0" r="0" t="-16250"/>
              </a:stretch>
            </a:blipFill>
            <a:ln>
              <a:noFill/>
            </a:ln>
          </p:spPr>
        </p:sp>
        <p:sp>
          <p:nvSpPr>
            <p:cNvPr id="1386" name="Google Shape;1386;p16"/>
            <p:cNvSpPr txBox="1"/>
            <p:nvPr/>
          </p:nvSpPr>
          <p:spPr>
            <a:xfrm>
              <a:off x="0" y="-9525"/>
              <a:ext cx="1554480" cy="466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PC-A</a:t>
              </a:r>
              <a:endParaRPr/>
            </a:p>
          </p:txBody>
        </p:sp>
      </p:grpSp>
      <p:sp>
        <p:nvSpPr>
          <p:cNvPr id="1387" name="Google Shape;1387;p16"/>
          <p:cNvSpPr/>
          <p:nvPr/>
        </p:nvSpPr>
        <p:spPr>
          <a:xfrm>
            <a:off x="3007995" y="4311015"/>
            <a:ext cx="2145030" cy="1322070"/>
          </a:xfrm>
          <a:custGeom>
            <a:rect b="b" l="l" r="r" t="t"/>
            <a:pathLst>
              <a:path extrusionOk="0" h="1762760" w="2860040">
                <a:moveTo>
                  <a:pt x="0" y="148463"/>
                </a:moveTo>
                <a:cubicBezTo>
                  <a:pt x="0" y="66421"/>
                  <a:pt x="66421" y="0"/>
                  <a:pt x="148463" y="0"/>
                </a:cubicBezTo>
                <a:lnTo>
                  <a:pt x="2711577" y="0"/>
                </a:lnTo>
                <a:cubicBezTo>
                  <a:pt x="2793619" y="0"/>
                  <a:pt x="2860040" y="66421"/>
                  <a:pt x="2860040" y="148463"/>
                </a:cubicBezTo>
                <a:lnTo>
                  <a:pt x="2860040" y="1614297"/>
                </a:lnTo>
                <a:cubicBezTo>
                  <a:pt x="2860040" y="1696339"/>
                  <a:pt x="2793619" y="1762760"/>
                  <a:pt x="2711577" y="1762760"/>
                </a:cubicBezTo>
                <a:lnTo>
                  <a:pt x="148463" y="1762760"/>
                </a:lnTo>
                <a:cubicBezTo>
                  <a:pt x="66421" y="1762760"/>
                  <a:pt x="0" y="1696339"/>
                  <a:pt x="0" y="1614297"/>
                </a:cubicBezTo>
                <a:close/>
              </a:path>
            </a:pathLst>
          </a:custGeom>
          <a:solidFill>
            <a:srgbClr val="E8F5FB"/>
          </a:solidFill>
          <a:ln cap="sq" cmpd="sng" w="19050">
            <a:solidFill>
              <a:srgbClr val="D6E0E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8" name="Google Shape;1388;p16"/>
          <p:cNvGrpSpPr/>
          <p:nvPr/>
        </p:nvGrpSpPr>
        <p:grpSpPr>
          <a:xfrm>
            <a:off x="3017520" y="4745736"/>
            <a:ext cx="2125980" cy="342900"/>
            <a:chOff x="0" y="0"/>
            <a:chExt cx="2834640" cy="457200"/>
          </a:xfrm>
        </p:grpSpPr>
        <p:sp>
          <p:nvSpPr>
            <p:cNvPr id="1389" name="Google Shape;1389;p16"/>
            <p:cNvSpPr/>
            <p:nvPr/>
          </p:nvSpPr>
          <p:spPr>
            <a:xfrm>
              <a:off x="0" y="0"/>
              <a:ext cx="2834640" cy="457200"/>
            </a:xfrm>
            <a:custGeom>
              <a:rect b="b" l="l" r="r" t="t"/>
              <a:pathLst>
                <a:path extrusionOk="0" h="457200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70808" l="0" r="0" t="-70808"/>
              </a:stretch>
            </a:blipFill>
            <a:ln>
              <a:noFill/>
            </a:ln>
          </p:spPr>
        </p:sp>
        <p:sp>
          <p:nvSpPr>
            <p:cNvPr id="1390" name="Google Shape;1390;p16"/>
            <p:cNvSpPr txBox="1"/>
            <p:nvPr/>
          </p:nvSpPr>
          <p:spPr>
            <a:xfrm>
              <a:off x="0" y="0"/>
              <a:ext cx="283464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00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Edge-1</a:t>
              </a:r>
              <a:endParaRPr/>
            </a:p>
          </p:txBody>
        </p:sp>
      </p:grpSp>
      <p:sp>
        <p:nvSpPr>
          <p:cNvPr id="1391" name="Google Shape;1391;p16"/>
          <p:cNvSpPr/>
          <p:nvPr/>
        </p:nvSpPr>
        <p:spPr>
          <a:xfrm>
            <a:off x="7259955" y="4311015"/>
            <a:ext cx="2007870" cy="1322070"/>
          </a:xfrm>
          <a:custGeom>
            <a:rect b="b" l="l" r="r" t="t"/>
            <a:pathLst>
              <a:path extrusionOk="0" h="1762760" w="2677160">
                <a:moveTo>
                  <a:pt x="0" y="148463"/>
                </a:moveTo>
                <a:cubicBezTo>
                  <a:pt x="0" y="66421"/>
                  <a:pt x="66421" y="0"/>
                  <a:pt x="148463" y="0"/>
                </a:cubicBezTo>
                <a:lnTo>
                  <a:pt x="2528697" y="0"/>
                </a:lnTo>
                <a:cubicBezTo>
                  <a:pt x="2610739" y="0"/>
                  <a:pt x="2677160" y="66421"/>
                  <a:pt x="2677160" y="148463"/>
                </a:cubicBezTo>
                <a:lnTo>
                  <a:pt x="2677160" y="1614297"/>
                </a:lnTo>
                <a:cubicBezTo>
                  <a:pt x="2677160" y="1696339"/>
                  <a:pt x="2610739" y="1762760"/>
                  <a:pt x="2528697" y="1762760"/>
                </a:cubicBezTo>
                <a:lnTo>
                  <a:pt x="148463" y="1762760"/>
                </a:lnTo>
                <a:cubicBezTo>
                  <a:pt x="66421" y="1762760"/>
                  <a:pt x="0" y="1696339"/>
                  <a:pt x="0" y="1614297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D6E0E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92" name="Google Shape;1392;p16"/>
          <p:cNvGrpSpPr/>
          <p:nvPr/>
        </p:nvGrpSpPr>
        <p:grpSpPr>
          <a:xfrm>
            <a:off x="7269480" y="4745736"/>
            <a:ext cx="1988820" cy="342900"/>
            <a:chOff x="0" y="0"/>
            <a:chExt cx="2651760" cy="457200"/>
          </a:xfrm>
        </p:grpSpPr>
        <p:sp>
          <p:nvSpPr>
            <p:cNvPr id="1393" name="Google Shape;1393;p16"/>
            <p:cNvSpPr/>
            <p:nvPr/>
          </p:nvSpPr>
          <p:spPr>
            <a:xfrm>
              <a:off x="0" y="0"/>
              <a:ext cx="2651760" cy="457200"/>
            </a:xfrm>
            <a:custGeom>
              <a:rect b="b" l="l" r="r" t="t"/>
              <a:pathLst>
                <a:path extrusionOk="0" h="457200" w="2651760">
                  <a:moveTo>
                    <a:pt x="0" y="0"/>
                  </a:moveTo>
                  <a:lnTo>
                    <a:pt x="2651760" y="0"/>
                  </a:lnTo>
                  <a:lnTo>
                    <a:pt x="2651760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63015" l="0" r="0" t="-63015"/>
              </a:stretch>
            </a:blipFill>
            <a:ln>
              <a:noFill/>
            </a:ln>
          </p:spPr>
        </p:sp>
        <p:sp>
          <p:nvSpPr>
            <p:cNvPr id="1394" name="Google Shape;1394;p16"/>
            <p:cNvSpPr txBox="1"/>
            <p:nvPr/>
          </p:nvSpPr>
          <p:spPr>
            <a:xfrm>
              <a:off x="0" y="0"/>
              <a:ext cx="26517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00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ISP</a:t>
              </a:r>
              <a:endParaRPr/>
            </a:p>
          </p:txBody>
        </p:sp>
      </p:grpSp>
      <p:sp>
        <p:nvSpPr>
          <p:cNvPr id="1395" name="Google Shape;1395;p16"/>
          <p:cNvSpPr/>
          <p:nvPr/>
        </p:nvSpPr>
        <p:spPr>
          <a:xfrm>
            <a:off x="10894695" y="4311015"/>
            <a:ext cx="2145030" cy="1322070"/>
          </a:xfrm>
          <a:custGeom>
            <a:rect b="b" l="l" r="r" t="t"/>
            <a:pathLst>
              <a:path extrusionOk="0" h="1762760" w="2860040">
                <a:moveTo>
                  <a:pt x="0" y="148463"/>
                </a:moveTo>
                <a:cubicBezTo>
                  <a:pt x="0" y="66421"/>
                  <a:pt x="66421" y="0"/>
                  <a:pt x="148463" y="0"/>
                </a:cubicBezTo>
                <a:lnTo>
                  <a:pt x="2711577" y="0"/>
                </a:lnTo>
                <a:cubicBezTo>
                  <a:pt x="2793619" y="0"/>
                  <a:pt x="2860040" y="66421"/>
                  <a:pt x="2860040" y="148463"/>
                </a:cubicBezTo>
                <a:lnTo>
                  <a:pt x="2860040" y="1614297"/>
                </a:lnTo>
                <a:cubicBezTo>
                  <a:pt x="2860040" y="1696339"/>
                  <a:pt x="2793619" y="1762760"/>
                  <a:pt x="2711577" y="1762760"/>
                </a:cubicBezTo>
                <a:lnTo>
                  <a:pt x="148463" y="1762760"/>
                </a:lnTo>
                <a:cubicBezTo>
                  <a:pt x="66421" y="1762760"/>
                  <a:pt x="0" y="1696339"/>
                  <a:pt x="0" y="1614297"/>
                </a:cubicBezTo>
                <a:close/>
              </a:path>
            </a:pathLst>
          </a:custGeom>
          <a:solidFill>
            <a:srgbClr val="E8F5FB"/>
          </a:solidFill>
          <a:ln cap="sq" cmpd="sng" w="19050">
            <a:solidFill>
              <a:srgbClr val="D6E0E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96" name="Google Shape;1396;p16"/>
          <p:cNvGrpSpPr/>
          <p:nvPr/>
        </p:nvGrpSpPr>
        <p:grpSpPr>
          <a:xfrm>
            <a:off x="10904220" y="4745736"/>
            <a:ext cx="2125980" cy="342900"/>
            <a:chOff x="0" y="0"/>
            <a:chExt cx="2834640" cy="457200"/>
          </a:xfrm>
        </p:grpSpPr>
        <p:sp>
          <p:nvSpPr>
            <p:cNvPr id="1397" name="Google Shape;1397;p16"/>
            <p:cNvSpPr/>
            <p:nvPr/>
          </p:nvSpPr>
          <p:spPr>
            <a:xfrm>
              <a:off x="0" y="0"/>
              <a:ext cx="2834640" cy="457200"/>
            </a:xfrm>
            <a:custGeom>
              <a:rect b="b" l="l" r="r" t="t"/>
              <a:pathLst>
                <a:path extrusionOk="0" h="457200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70808" l="0" r="0" t="-70808"/>
              </a:stretch>
            </a:blipFill>
            <a:ln>
              <a:noFill/>
            </a:ln>
          </p:spPr>
        </p:sp>
        <p:sp>
          <p:nvSpPr>
            <p:cNvPr id="1398" name="Google Shape;1398;p16"/>
            <p:cNvSpPr txBox="1"/>
            <p:nvPr/>
          </p:nvSpPr>
          <p:spPr>
            <a:xfrm>
              <a:off x="0" y="0"/>
              <a:ext cx="283464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00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Edge-2</a:t>
              </a:r>
              <a:endParaRPr/>
            </a:p>
          </p:txBody>
        </p:sp>
      </p:grpSp>
      <p:sp>
        <p:nvSpPr>
          <p:cNvPr id="1399" name="Google Shape;1399;p16"/>
          <p:cNvSpPr/>
          <p:nvPr/>
        </p:nvSpPr>
        <p:spPr>
          <a:xfrm>
            <a:off x="14666595" y="4516755"/>
            <a:ext cx="979170" cy="979170"/>
          </a:xfrm>
          <a:custGeom>
            <a:rect b="b" l="l" r="r" t="t"/>
            <a:pathLst>
              <a:path extrusionOk="0" h="1305560" w="1305560">
                <a:moveTo>
                  <a:pt x="0" y="652780"/>
                </a:moveTo>
                <a:cubicBezTo>
                  <a:pt x="0" y="292227"/>
                  <a:pt x="292227" y="0"/>
                  <a:pt x="652780" y="0"/>
                </a:cubicBezTo>
                <a:cubicBezTo>
                  <a:pt x="1013333" y="0"/>
                  <a:pt x="1305560" y="292227"/>
                  <a:pt x="1305560" y="652780"/>
                </a:cubicBezTo>
                <a:cubicBezTo>
                  <a:pt x="1305560" y="1013333"/>
                  <a:pt x="1013333" y="1305560"/>
                  <a:pt x="652780" y="1305560"/>
                </a:cubicBezTo>
                <a:cubicBezTo>
                  <a:pt x="292227" y="1305560"/>
                  <a:pt x="0" y="1013333"/>
                  <a:pt x="0" y="652780"/>
                </a:cubicBezTo>
                <a:close/>
              </a:path>
            </a:pathLst>
          </a:custGeom>
          <a:solidFill>
            <a:srgbClr val="1F8A8A"/>
          </a:solidFill>
          <a:ln cap="sq" cmpd="sng" w="1905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00" name="Google Shape;1400;p16"/>
          <p:cNvGrpSpPr/>
          <p:nvPr/>
        </p:nvGrpSpPr>
        <p:grpSpPr>
          <a:xfrm>
            <a:off x="14566392" y="5643848"/>
            <a:ext cx="1165860" cy="350044"/>
            <a:chOff x="0" y="-9525"/>
            <a:chExt cx="1554480" cy="466725"/>
          </a:xfrm>
        </p:grpSpPr>
        <p:sp>
          <p:nvSpPr>
            <p:cNvPr id="1401" name="Google Shape;1401;p16"/>
            <p:cNvSpPr/>
            <p:nvPr/>
          </p:nvSpPr>
          <p:spPr>
            <a:xfrm>
              <a:off x="0" y="0"/>
              <a:ext cx="1554480" cy="457200"/>
            </a:xfrm>
            <a:custGeom>
              <a:rect b="b" l="l" r="r" t="t"/>
              <a:pathLst>
                <a:path extrusionOk="0" h="457200" w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6250" l="0" r="0" t="-16250"/>
              </a:stretch>
            </a:blipFill>
            <a:ln>
              <a:noFill/>
            </a:ln>
          </p:spPr>
        </p:sp>
        <p:sp>
          <p:nvSpPr>
            <p:cNvPr id="1402" name="Google Shape;1402;p16"/>
            <p:cNvSpPr txBox="1"/>
            <p:nvPr/>
          </p:nvSpPr>
          <p:spPr>
            <a:xfrm>
              <a:off x="0" y="-9525"/>
              <a:ext cx="1554480" cy="466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PC-B</a:t>
              </a:r>
              <a:endParaRPr/>
            </a:p>
          </p:txBody>
        </p:sp>
      </p:grpSp>
      <p:cxnSp>
        <p:nvCxnSpPr>
          <p:cNvPr id="1403" name="Google Shape;1403;p16"/>
          <p:cNvCxnSpPr/>
          <p:nvPr/>
        </p:nvCxnSpPr>
        <p:spPr>
          <a:xfrm rot="100980">
            <a:off x="1903809" y="4996815"/>
            <a:ext cx="1102709" cy="0"/>
          </a:xfrm>
          <a:prstGeom prst="straightConnector1">
            <a:avLst/>
          </a:prstGeom>
          <a:noFill/>
          <a:ln cap="rnd" cmpd="sng" w="19050">
            <a:solidFill>
              <a:srgbClr val="D6E0E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04" name="Google Shape;1404;p16"/>
          <p:cNvCxnSpPr/>
          <p:nvPr/>
        </p:nvCxnSpPr>
        <p:spPr>
          <a:xfrm rot="52260">
            <a:off x="5127184" y="4996815"/>
            <a:ext cx="2131181" cy="0"/>
          </a:xfrm>
          <a:prstGeom prst="straightConnector1">
            <a:avLst/>
          </a:prstGeom>
          <a:noFill/>
          <a:ln cap="rnd" cmpd="sng" w="19050">
            <a:solidFill>
              <a:srgbClr val="D6E0E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05" name="Google Shape;1405;p16"/>
          <p:cNvCxnSpPr/>
          <p:nvPr/>
        </p:nvCxnSpPr>
        <p:spPr>
          <a:xfrm rot="69180">
            <a:off x="9283094" y="4996815"/>
            <a:ext cx="1610049" cy="0"/>
          </a:xfrm>
          <a:prstGeom prst="straightConnector1">
            <a:avLst/>
          </a:prstGeom>
          <a:noFill/>
          <a:ln cap="rnd" cmpd="sng" w="19050">
            <a:solidFill>
              <a:srgbClr val="D6E0E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06" name="Google Shape;1406;p16"/>
          <p:cNvCxnSpPr/>
          <p:nvPr/>
        </p:nvCxnSpPr>
        <p:spPr>
          <a:xfrm rot="67440">
            <a:off x="13041278" y="4996815"/>
            <a:ext cx="1651187" cy="0"/>
          </a:xfrm>
          <a:prstGeom prst="straightConnector1">
            <a:avLst/>
          </a:prstGeom>
          <a:noFill/>
          <a:ln cap="rnd" cmpd="sng" w="19050">
            <a:solidFill>
              <a:srgbClr val="D6E0E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07" name="Google Shape;1407;p16"/>
          <p:cNvSpPr/>
          <p:nvPr/>
        </p:nvSpPr>
        <p:spPr>
          <a:xfrm>
            <a:off x="5408295" y="3584067"/>
            <a:ext cx="2145030" cy="540258"/>
          </a:xfrm>
          <a:custGeom>
            <a:rect b="b" l="l" r="r" t="t"/>
            <a:pathLst>
              <a:path extrusionOk="0" h="720344" w="2860040">
                <a:moveTo>
                  <a:pt x="0" y="151638"/>
                </a:moveTo>
                <a:cubicBezTo>
                  <a:pt x="0" y="67945"/>
                  <a:pt x="67945" y="0"/>
                  <a:pt x="151638" y="0"/>
                </a:cubicBezTo>
                <a:lnTo>
                  <a:pt x="2708402" y="0"/>
                </a:lnTo>
                <a:cubicBezTo>
                  <a:pt x="2792095" y="0"/>
                  <a:pt x="2860040" y="67945"/>
                  <a:pt x="2860040" y="151638"/>
                </a:cubicBezTo>
                <a:lnTo>
                  <a:pt x="2860040" y="568706"/>
                </a:lnTo>
                <a:cubicBezTo>
                  <a:pt x="2860040" y="652399"/>
                  <a:pt x="2792095" y="720344"/>
                  <a:pt x="2708402" y="720344"/>
                </a:cubicBezTo>
                <a:lnTo>
                  <a:pt x="151638" y="720344"/>
                </a:lnTo>
                <a:cubicBezTo>
                  <a:pt x="67945" y="720344"/>
                  <a:pt x="0" y="652399"/>
                  <a:pt x="0" y="568706"/>
                </a:cubicBezTo>
                <a:close/>
              </a:path>
            </a:pathLst>
          </a:custGeom>
          <a:solidFill>
            <a:srgbClr val="DCEC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08" name="Google Shape;1408;p16"/>
          <p:cNvGrpSpPr/>
          <p:nvPr/>
        </p:nvGrpSpPr>
        <p:grpSpPr>
          <a:xfrm>
            <a:off x="5417820" y="3607308"/>
            <a:ext cx="2125980" cy="466344"/>
            <a:chOff x="0" y="0"/>
            <a:chExt cx="2834640" cy="621792"/>
          </a:xfrm>
        </p:grpSpPr>
        <p:sp>
          <p:nvSpPr>
            <p:cNvPr id="1409" name="Google Shape;1409;p16"/>
            <p:cNvSpPr/>
            <p:nvPr/>
          </p:nvSpPr>
          <p:spPr>
            <a:xfrm>
              <a:off x="0" y="0"/>
              <a:ext cx="2834640" cy="621792"/>
            </a:xfrm>
            <a:custGeom>
              <a:rect b="b" l="l" r="r" t="t"/>
              <a:pathLst>
                <a:path extrusionOk="0" h="621792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621792"/>
                  </a:lnTo>
                  <a:lnTo>
                    <a:pt x="0" y="6217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8829" l="0" r="0" t="-38829"/>
              </a:stretch>
            </a:blipFill>
            <a:ln>
              <a:noFill/>
            </a:ln>
          </p:spPr>
        </p:sp>
        <p:sp>
          <p:nvSpPr>
            <p:cNvPr id="1410" name="Google Shape;1410;p16"/>
            <p:cNvSpPr txBox="1"/>
            <p:nvPr/>
          </p:nvSpPr>
          <p:spPr>
            <a:xfrm>
              <a:off x="0" y="0"/>
              <a:ext cx="2834640" cy="6217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25" u="none" cap="none" strike="noStrike">
                  <a:solidFill>
                    <a:srgbClr val="1D6FA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10.0.12.0/30</a:t>
              </a:r>
              <a:endParaRPr/>
            </a:p>
          </p:txBody>
        </p:sp>
      </p:grpSp>
      <p:sp>
        <p:nvSpPr>
          <p:cNvPr id="1411" name="Google Shape;1411;p16"/>
          <p:cNvSpPr/>
          <p:nvPr/>
        </p:nvSpPr>
        <p:spPr>
          <a:xfrm>
            <a:off x="8905875" y="3584067"/>
            <a:ext cx="2145030" cy="540258"/>
          </a:xfrm>
          <a:custGeom>
            <a:rect b="b" l="l" r="r" t="t"/>
            <a:pathLst>
              <a:path extrusionOk="0" h="720344" w="2860040">
                <a:moveTo>
                  <a:pt x="0" y="151638"/>
                </a:moveTo>
                <a:cubicBezTo>
                  <a:pt x="0" y="67945"/>
                  <a:pt x="67945" y="0"/>
                  <a:pt x="151638" y="0"/>
                </a:cubicBezTo>
                <a:lnTo>
                  <a:pt x="2708402" y="0"/>
                </a:lnTo>
                <a:cubicBezTo>
                  <a:pt x="2792095" y="0"/>
                  <a:pt x="2860040" y="67945"/>
                  <a:pt x="2860040" y="151638"/>
                </a:cubicBezTo>
                <a:lnTo>
                  <a:pt x="2860040" y="568706"/>
                </a:lnTo>
                <a:cubicBezTo>
                  <a:pt x="2860040" y="652399"/>
                  <a:pt x="2792095" y="720344"/>
                  <a:pt x="2708402" y="720344"/>
                </a:cubicBezTo>
                <a:lnTo>
                  <a:pt x="151638" y="720344"/>
                </a:lnTo>
                <a:cubicBezTo>
                  <a:pt x="67945" y="720344"/>
                  <a:pt x="0" y="652399"/>
                  <a:pt x="0" y="568706"/>
                </a:cubicBezTo>
                <a:close/>
              </a:path>
            </a:pathLst>
          </a:custGeom>
          <a:solidFill>
            <a:srgbClr val="DCEC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12" name="Google Shape;1412;p16"/>
          <p:cNvGrpSpPr/>
          <p:nvPr/>
        </p:nvGrpSpPr>
        <p:grpSpPr>
          <a:xfrm>
            <a:off x="8915400" y="3607308"/>
            <a:ext cx="2125980" cy="466344"/>
            <a:chOff x="0" y="0"/>
            <a:chExt cx="2834640" cy="621792"/>
          </a:xfrm>
        </p:grpSpPr>
        <p:sp>
          <p:nvSpPr>
            <p:cNvPr id="1413" name="Google Shape;1413;p16"/>
            <p:cNvSpPr/>
            <p:nvPr/>
          </p:nvSpPr>
          <p:spPr>
            <a:xfrm>
              <a:off x="0" y="0"/>
              <a:ext cx="2834640" cy="621792"/>
            </a:xfrm>
            <a:custGeom>
              <a:rect b="b" l="l" r="r" t="t"/>
              <a:pathLst>
                <a:path extrusionOk="0" h="621792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621792"/>
                  </a:lnTo>
                  <a:lnTo>
                    <a:pt x="0" y="6217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8829" l="0" r="0" t="-38829"/>
              </a:stretch>
            </a:blipFill>
            <a:ln>
              <a:noFill/>
            </a:ln>
          </p:spPr>
        </p:sp>
        <p:sp>
          <p:nvSpPr>
            <p:cNvPr id="1414" name="Google Shape;1414;p16"/>
            <p:cNvSpPr txBox="1"/>
            <p:nvPr/>
          </p:nvSpPr>
          <p:spPr>
            <a:xfrm>
              <a:off x="0" y="0"/>
              <a:ext cx="2834640" cy="6217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25" u="none" cap="none" strike="noStrike">
                  <a:solidFill>
                    <a:srgbClr val="1D6FA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10.0.23.0/30</a:t>
              </a:r>
              <a:endParaRPr/>
            </a:p>
          </p:txBody>
        </p:sp>
      </p:grpSp>
      <p:sp>
        <p:nvSpPr>
          <p:cNvPr id="1415" name="Google Shape;1415;p16"/>
          <p:cNvSpPr/>
          <p:nvPr/>
        </p:nvSpPr>
        <p:spPr>
          <a:xfrm>
            <a:off x="4516755" y="6505575"/>
            <a:ext cx="8180070" cy="1088898"/>
          </a:xfrm>
          <a:custGeom>
            <a:rect b="b" l="l" r="r" t="t"/>
            <a:pathLst>
              <a:path extrusionOk="0" h="1451864" w="10906760">
                <a:moveTo>
                  <a:pt x="0" y="148844"/>
                </a:moveTo>
                <a:cubicBezTo>
                  <a:pt x="0" y="66675"/>
                  <a:pt x="66675" y="0"/>
                  <a:pt x="148844" y="0"/>
                </a:cubicBezTo>
                <a:lnTo>
                  <a:pt x="10757916" y="0"/>
                </a:lnTo>
                <a:cubicBezTo>
                  <a:pt x="10840212" y="0"/>
                  <a:pt x="10906760" y="66675"/>
                  <a:pt x="10906760" y="148844"/>
                </a:cubicBezTo>
                <a:lnTo>
                  <a:pt x="10906760" y="1303020"/>
                </a:lnTo>
                <a:cubicBezTo>
                  <a:pt x="10906760" y="1385316"/>
                  <a:pt x="10840085" y="1451864"/>
                  <a:pt x="10757916" y="1451864"/>
                </a:cubicBezTo>
                <a:lnTo>
                  <a:pt x="148844" y="1451864"/>
                </a:lnTo>
                <a:cubicBezTo>
                  <a:pt x="66675" y="1451864"/>
                  <a:pt x="0" y="1385189"/>
                  <a:pt x="0" y="1303020"/>
                </a:cubicBezTo>
                <a:close/>
              </a:path>
            </a:pathLst>
          </a:custGeom>
          <a:solidFill>
            <a:srgbClr val="0D2B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16" name="Google Shape;1416;p16"/>
          <p:cNvGrpSpPr/>
          <p:nvPr/>
        </p:nvGrpSpPr>
        <p:grpSpPr>
          <a:xfrm>
            <a:off x="4869180" y="6803136"/>
            <a:ext cx="7475220" cy="384048"/>
            <a:chOff x="0" y="0"/>
            <a:chExt cx="9966960" cy="512064"/>
          </a:xfrm>
        </p:grpSpPr>
        <p:sp>
          <p:nvSpPr>
            <p:cNvPr id="1417" name="Google Shape;1417;p16"/>
            <p:cNvSpPr/>
            <p:nvPr/>
          </p:nvSpPr>
          <p:spPr>
            <a:xfrm>
              <a:off x="0" y="0"/>
              <a:ext cx="9966960" cy="512064"/>
            </a:xfrm>
            <a:custGeom>
              <a:rect b="b" l="l" r="r" t="t"/>
              <a:pathLst>
                <a:path extrusionOk="0" h="512064" w="9966960">
                  <a:moveTo>
                    <a:pt x="0" y="0"/>
                  </a:moveTo>
                  <a:lnTo>
                    <a:pt x="9966960" y="0"/>
                  </a:lnTo>
                  <a:lnTo>
                    <a:pt x="9966960" y="512064"/>
                  </a:lnTo>
                  <a:lnTo>
                    <a:pt x="0" y="51206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29248" l="0" r="0" t="-329248"/>
              </a:stretch>
            </a:blipFill>
            <a:ln>
              <a:noFill/>
            </a:ln>
          </p:spPr>
        </p:sp>
        <p:sp>
          <p:nvSpPr>
            <p:cNvPr id="1418" name="Google Shape;1418;p16"/>
            <p:cNvSpPr txBox="1"/>
            <p:nvPr/>
          </p:nvSpPr>
          <p:spPr>
            <a:xfrm>
              <a:off x="0" y="0"/>
              <a:ext cx="9966960" cy="5120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00" u="none" cap="none" strike="noStrike">
                  <a:solidFill>
                    <a:srgbClr val="FFFFFF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OVERLAY: GRE Tunnel 172.16.0.0/30</a:t>
              </a:r>
              <a:endParaRPr/>
            </a:p>
          </p:txBody>
        </p:sp>
      </p:grpSp>
      <p:sp>
        <p:nvSpPr>
          <p:cNvPr id="1419" name="Google Shape;1419;p16"/>
          <p:cNvSpPr/>
          <p:nvPr/>
        </p:nvSpPr>
        <p:spPr>
          <a:xfrm>
            <a:off x="13089255" y="6985635"/>
            <a:ext cx="2899410" cy="704850"/>
          </a:xfrm>
          <a:custGeom>
            <a:rect b="b" l="l" r="r" t="t"/>
            <a:pathLst>
              <a:path extrusionOk="0" h="939800" w="3865880">
                <a:moveTo>
                  <a:pt x="0" y="150368"/>
                </a:moveTo>
                <a:cubicBezTo>
                  <a:pt x="0" y="67310"/>
                  <a:pt x="67310" y="0"/>
                  <a:pt x="150368" y="0"/>
                </a:cubicBezTo>
                <a:lnTo>
                  <a:pt x="3715512" y="0"/>
                </a:lnTo>
                <a:cubicBezTo>
                  <a:pt x="3798570" y="0"/>
                  <a:pt x="3865880" y="67310"/>
                  <a:pt x="3865880" y="150368"/>
                </a:cubicBezTo>
                <a:lnTo>
                  <a:pt x="3865880" y="789432"/>
                </a:lnTo>
                <a:cubicBezTo>
                  <a:pt x="3865880" y="872490"/>
                  <a:pt x="3798570" y="939800"/>
                  <a:pt x="3715512" y="939800"/>
                </a:cubicBezTo>
                <a:lnTo>
                  <a:pt x="150368" y="939800"/>
                </a:lnTo>
                <a:cubicBezTo>
                  <a:pt x="67310" y="939800"/>
                  <a:pt x="0" y="872490"/>
                  <a:pt x="0" y="789432"/>
                </a:cubicBezTo>
                <a:close/>
              </a:path>
            </a:pathLst>
          </a:custGeom>
          <a:solidFill>
            <a:srgbClr val="FFF1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20" name="Google Shape;1420;p16"/>
          <p:cNvGrpSpPr/>
          <p:nvPr/>
        </p:nvGrpSpPr>
        <p:grpSpPr>
          <a:xfrm>
            <a:off x="13277088" y="7138892"/>
            <a:ext cx="2537460" cy="308896"/>
            <a:chOff x="0" y="-9525"/>
            <a:chExt cx="3383280" cy="411861"/>
          </a:xfrm>
        </p:grpSpPr>
        <p:sp>
          <p:nvSpPr>
            <p:cNvPr id="1421" name="Google Shape;1421;p16"/>
            <p:cNvSpPr/>
            <p:nvPr/>
          </p:nvSpPr>
          <p:spPr>
            <a:xfrm>
              <a:off x="0" y="0"/>
              <a:ext cx="3383280" cy="402336"/>
            </a:xfrm>
            <a:custGeom>
              <a:rect b="b" l="l" r="r" t="t"/>
              <a:pathLst>
                <a:path extrusionOk="0" h="402336" w="3383280">
                  <a:moveTo>
                    <a:pt x="0" y="0"/>
                  </a:moveTo>
                  <a:lnTo>
                    <a:pt x="3383280" y="0"/>
                  </a:lnTo>
                  <a:lnTo>
                    <a:pt x="3383280" y="402336"/>
                  </a:lnTo>
                  <a:lnTo>
                    <a:pt x="0" y="40233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13848" l="0" r="0" t="-113848"/>
              </a:stretch>
            </a:blipFill>
            <a:ln>
              <a:noFill/>
            </a:ln>
          </p:spPr>
        </p:sp>
        <p:sp>
          <p:nvSpPr>
            <p:cNvPr id="1422" name="Google Shape;1422;p16"/>
            <p:cNvSpPr txBox="1"/>
            <p:nvPr/>
          </p:nvSpPr>
          <p:spPr>
            <a:xfrm>
              <a:off x="0" y="-9525"/>
              <a:ext cx="3383280" cy="4118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2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305" u="none" cap="none" strike="noStrike">
                  <a:solidFill>
                    <a:srgbClr val="E48A2A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Packet Tracer ≠ SD-Access จริง</a:t>
              </a:r>
              <a:endParaRPr/>
            </a:p>
          </p:txBody>
        </p:sp>
      </p:grpSp>
      <p:grpSp>
        <p:nvGrpSpPr>
          <p:cNvPr id="1423" name="Google Shape;1423;p16"/>
          <p:cNvGrpSpPr/>
          <p:nvPr/>
        </p:nvGrpSpPr>
        <p:grpSpPr>
          <a:xfrm>
            <a:off x="1371600" y="7886700"/>
            <a:ext cx="11658600" cy="411480"/>
            <a:chOff x="0" y="0"/>
            <a:chExt cx="15544800" cy="548640"/>
          </a:xfrm>
        </p:grpSpPr>
        <p:sp>
          <p:nvSpPr>
            <p:cNvPr id="1424" name="Google Shape;1424;p16"/>
            <p:cNvSpPr/>
            <p:nvPr/>
          </p:nvSpPr>
          <p:spPr>
            <a:xfrm>
              <a:off x="0" y="0"/>
              <a:ext cx="15544800" cy="548640"/>
            </a:xfrm>
            <a:custGeom>
              <a:rect b="b" l="l" r="r" t="t"/>
              <a:pathLst>
                <a:path extrusionOk="0" h="548640" w="15544800">
                  <a:moveTo>
                    <a:pt x="0" y="0"/>
                  </a:moveTo>
                  <a:lnTo>
                    <a:pt x="15544800" y="0"/>
                  </a:lnTo>
                  <a:lnTo>
                    <a:pt x="15544800" y="548640"/>
                  </a:lnTo>
                  <a:lnTo>
                    <a:pt x="0" y="5486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02120" l="0" r="0" t="-502120"/>
              </a:stretch>
            </a:blipFill>
            <a:ln>
              <a:noFill/>
            </a:ln>
          </p:spPr>
        </p:sp>
        <p:sp>
          <p:nvSpPr>
            <p:cNvPr id="1425" name="Google Shape;1425;p16"/>
            <p:cNvSpPr txBox="1"/>
            <p:nvPr/>
          </p:nvSpPr>
          <p:spPr>
            <a:xfrm>
              <a:off x="0" y="0"/>
              <a:ext cx="15544800" cy="548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00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ในการสาธิตใช้ GRE เพื่อ “แทนแนวคิด Overlay”</a:t>
              </a:r>
              <a:endParaRPr/>
            </a:p>
          </p:txBody>
        </p:sp>
      </p:grpSp>
      <p:grpSp>
        <p:nvGrpSpPr>
          <p:cNvPr id="1426" name="Google Shape;1426;p16"/>
          <p:cNvGrpSpPr/>
          <p:nvPr/>
        </p:nvGrpSpPr>
        <p:grpSpPr>
          <a:xfrm>
            <a:off x="1371600" y="8394192"/>
            <a:ext cx="7543800" cy="356616"/>
            <a:chOff x="0" y="0"/>
            <a:chExt cx="10058400" cy="475488"/>
          </a:xfrm>
        </p:grpSpPr>
        <p:sp>
          <p:nvSpPr>
            <p:cNvPr id="1427" name="Google Shape;1427;p16"/>
            <p:cNvSpPr/>
            <p:nvPr/>
          </p:nvSpPr>
          <p:spPr>
            <a:xfrm>
              <a:off x="0" y="0"/>
              <a:ext cx="10058400" cy="475488"/>
            </a:xfrm>
            <a:custGeom>
              <a:rect b="b" l="l" r="r" t="t"/>
              <a:pathLst>
                <a:path extrusionOk="0" h="475488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475488"/>
                  </a:lnTo>
                  <a:lnTo>
                    <a:pt x="0" y="47548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62201" l="0" r="0" t="-362201"/>
              </a:stretch>
            </a:blipFill>
            <a:ln>
              <a:noFill/>
            </a:ln>
          </p:spPr>
        </p:sp>
        <p:sp>
          <p:nvSpPr>
            <p:cNvPr id="1428" name="Google Shape;1428;p16"/>
            <p:cNvSpPr txBox="1"/>
            <p:nvPr/>
          </p:nvSpPr>
          <p:spPr>
            <a:xfrm>
              <a:off x="0" y="9525"/>
              <a:ext cx="10058400" cy="4659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3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75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SD-Access จริงใช้ VXLAN + LISP</a:t>
              </a:r>
              <a:endParaRPr/>
            </a:p>
          </p:txBody>
        </p:sp>
      </p:grpSp>
      <p:grpSp>
        <p:nvGrpSpPr>
          <p:cNvPr id="1429" name="Google Shape;1429;p16"/>
          <p:cNvGrpSpPr/>
          <p:nvPr/>
        </p:nvGrpSpPr>
        <p:grpSpPr>
          <a:xfrm>
            <a:off x="12550140" y="9484328"/>
            <a:ext cx="4389120" cy="254032"/>
            <a:chOff x="0" y="-9525"/>
            <a:chExt cx="5852160" cy="338709"/>
          </a:xfrm>
        </p:grpSpPr>
        <p:sp>
          <p:nvSpPr>
            <p:cNvPr id="1430" name="Google Shape;1430;p16"/>
            <p:cNvSpPr/>
            <p:nvPr/>
          </p:nvSpPr>
          <p:spPr>
            <a:xfrm>
              <a:off x="0" y="0"/>
              <a:ext cx="5852160" cy="329184"/>
            </a:xfrm>
            <a:custGeom>
              <a:rect b="b" l="l" r="r" t="t"/>
              <a:pathLst>
                <a:path extrusionOk="0" h="329184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329184"/>
                  </a:lnTo>
                  <a:lnTo>
                    <a:pt x="0" y="32918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96404" l="0" r="0" t="-296404"/>
              </a:stretch>
            </a:blipFill>
            <a:ln>
              <a:noFill/>
            </a:ln>
          </p:spPr>
        </p:sp>
        <p:sp>
          <p:nvSpPr>
            <p:cNvPr id="1431" name="Google Shape;1431;p16"/>
            <p:cNvSpPr txBox="1"/>
            <p:nvPr/>
          </p:nvSpPr>
          <p:spPr>
            <a:xfrm>
              <a:off x="0" y="-9525"/>
              <a:ext cx="5852160" cy="3387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5" u="none" cap="none" strike="noStrike">
                  <a:solidFill>
                    <a:srgbClr val="8795A4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Source: Cisco CCNP Enterprise • Chapter 23</a:t>
              </a:r>
              <a:endParaRPr/>
            </a:p>
          </p:txBody>
        </p:sp>
      </p:grpSp>
      <p:sp>
        <p:nvSpPr>
          <p:cNvPr id="1432" name="Google Shape;1432;p16"/>
          <p:cNvSpPr txBox="1"/>
          <p:nvPr/>
        </p:nvSpPr>
        <p:spPr>
          <a:xfrm>
            <a:off x="16527780" y="9806940"/>
            <a:ext cx="10287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B7785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16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9FC"/>
        </a:solidFill>
      </p:bgPr>
    </p:bg>
    <p:spTree>
      <p:nvGrpSpPr>
        <p:cNvPr id="1440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41" name="Google Shape;1441;p17"/>
          <p:cNvCxnSpPr/>
          <p:nvPr/>
        </p:nvCxnSpPr>
        <p:spPr>
          <a:xfrm rot="3840">
            <a:off x="607685" y="9802178"/>
            <a:ext cx="17026900" cy="0"/>
          </a:xfrm>
          <a:prstGeom prst="straightConnector1">
            <a:avLst/>
          </a:prstGeom>
          <a:noFill/>
          <a:ln cap="rnd" cmpd="sng" w="9525">
            <a:solidFill>
              <a:srgbClr val="D6E0EA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442" name="Google Shape;1442;p17"/>
          <p:cNvGrpSpPr/>
          <p:nvPr/>
        </p:nvGrpSpPr>
        <p:grpSpPr>
          <a:xfrm>
            <a:off x="754380" y="9868376"/>
            <a:ext cx="11658600" cy="254032"/>
            <a:chOff x="0" y="-9525"/>
            <a:chExt cx="15544800" cy="338709"/>
          </a:xfrm>
        </p:grpSpPr>
        <p:sp>
          <p:nvSpPr>
            <p:cNvPr id="1443" name="Google Shape;1443;p17"/>
            <p:cNvSpPr/>
            <p:nvPr/>
          </p:nvSpPr>
          <p:spPr>
            <a:xfrm>
              <a:off x="0" y="0"/>
              <a:ext cx="15544800" cy="329184"/>
            </a:xfrm>
            <a:custGeom>
              <a:rect b="b" l="l" r="r" t="t"/>
              <a:pathLst>
                <a:path extrusionOk="0" h="329184" w="15544800">
                  <a:moveTo>
                    <a:pt x="0" y="0"/>
                  </a:moveTo>
                  <a:lnTo>
                    <a:pt x="15544800" y="0"/>
                  </a:lnTo>
                  <a:lnTo>
                    <a:pt x="15544800" y="329184"/>
                  </a:lnTo>
                  <a:lnTo>
                    <a:pt x="0" y="32918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870132" l="0" r="0" t="-870132"/>
              </a:stretch>
            </a:blipFill>
            <a:ln>
              <a:noFill/>
            </a:ln>
          </p:spPr>
        </p:sp>
        <p:sp>
          <p:nvSpPr>
            <p:cNvPr id="1444" name="Google Shape;1444;p17"/>
            <p:cNvSpPr txBox="1"/>
            <p:nvPr/>
          </p:nvSpPr>
          <p:spPr>
            <a:xfrm>
              <a:off x="0" y="-9525"/>
              <a:ext cx="15544800" cy="3387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5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FABRIC TECHNOLOGIES  •  CCNP ENTERPRISE / CHAPTER 23</a:t>
              </a:r>
              <a:endParaRPr/>
            </a:p>
          </p:txBody>
        </p:sp>
      </p:grpSp>
      <p:grpSp>
        <p:nvGrpSpPr>
          <p:cNvPr id="1445" name="Google Shape;1445;p17"/>
          <p:cNvGrpSpPr/>
          <p:nvPr/>
        </p:nvGrpSpPr>
        <p:grpSpPr>
          <a:xfrm>
            <a:off x="822960" y="480060"/>
            <a:ext cx="6172200" cy="301752"/>
            <a:chOff x="0" y="0"/>
            <a:chExt cx="8229600" cy="402336"/>
          </a:xfrm>
        </p:grpSpPr>
        <p:sp>
          <p:nvSpPr>
            <p:cNvPr id="1446" name="Google Shape;1446;p17"/>
            <p:cNvSpPr/>
            <p:nvPr/>
          </p:nvSpPr>
          <p:spPr>
            <a:xfrm>
              <a:off x="0" y="0"/>
              <a:ext cx="8229600" cy="402336"/>
            </a:xfrm>
            <a:custGeom>
              <a:rect b="b" l="l" r="r" t="t"/>
              <a:pathLst>
                <a:path extrusionOk="0" h="402336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402336"/>
                  </a:lnTo>
                  <a:lnTo>
                    <a:pt x="0" y="40233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48534" l="0" r="0" t="-348534"/>
              </a:stretch>
            </a:blipFill>
            <a:ln>
              <a:noFill/>
            </a:ln>
          </p:spPr>
        </p:sp>
        <p:sp>
          <p:nvSpPr>
            <p:cNvPr id="1447" name="Google Shape;1447;p17"/>
            <p:cNvSpPr txBox="1"/>
            <p:nvPr/>
          </p:nvSpPr>
          <p:spPr>
            <a:xfrm>
              <a:off x="0" y="0"/>
              <a:ext cx="8229600" cy="4023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75" u="none" cap="none" strike="noStrike">
                  <a:solidFill>
                    <a:srgbClr val="1FA7C8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16 / DEMO VIDEO 1</a:t>
              </a:r>
              <a:endParaRPr/>
            </a:p>
          </p:txBody>
        </p:sp>
      </p:grpSp>
      <p:grpSp>
        <p:nvGrpSpPr>
          <p:cNvPr id="1448" name="Google Shape;1448;p17"/>
          <p:cNvGrpSpPr/>
          <p:nvPr/>
        </p:nvGrpSpPr>
        <p:grpSpPr>
          <a:xfrm>
            <a:off x="822960" y="884396"/>
            <a:ext cx="16322040" cy="761524"/>
            <a:chOff x="0" y="-9525"/>
            <a:chExt cx="21762720" cy="1015365"/>
          </a:xfrm>
        </p:grpSpPr>
        <p:sp>
          <p:nvSpPr>
            <p:cNvPr id="1449" name="Google Shape;1449;p17"/>
            <p:cNvSpPr/>
            <p:nvPr/>
          </p:nvSpPr>
          <p:spPr>
            <a:xfrm>
              <a:off x="0" y="0"/>
              <a:ext cx="21762720" cy="1005840"/>
            </a:xfrm>
            <a:custGeom>
              <a:rect b="b" l="l" r="r" t="t"/>
              <a:pathLst>
                <a:path extrusionOk="0" h="100584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005840"/>
                  </a:lnTo>
                  <a:lnTo>
                    <a:pt x="0" y="10058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71585" l="0" r="0" t="-371585"/>
              </a:stretch>
            </a:blipFill>
            <a:ln>
              <a:noFill/>
            </a:ln>
          </p:spPr>
        </p:sp>
        <p:sp>
          <p:nvSpPr>
            <p:cNvPr id="1450" name="Google Shape;1450;p17"/>
            <p:cNvSpPr txBox="1"/>
            <p:nvPr/>
          </p:nvSpPr>
          <p:spPr>
            <a:xfrm>
              <a:off x="0" y="-9525"/>
              <a:ext cx="21762720" cy="10153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200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CLI Verification</a:t>
              </a:r>
              <a:endParaRPr/>
            </a:p>
          </p:txBody>
        </p:sp>
      </p:grpSp>
      <p:grpSp>
        <p:nvGrpSpPr>
          <p:cNvPr id="1451" name="Google Shape;1451;p17"/>
          <p:cNvGrpSpPr/>
          <p:nvPr/>
        </p:nvGrpSpPr>
        <p:grpSpPr>
          <a:xfrm>
            <a:off x="822960" y="1728216"/>
            <a:ext cx="16459200" cy="521208"/>
            <a:chOff x="0" y="0"/>
            <a:chExt cx="21945600" cy="694944"/>
          </a:xfrm>
        </p:grpSpPr>
        <p:sp>
          <p:nvSpPr>
            <p:cNvPr id="1452" name="Google Shape;1452;p17"/>
            <p:cNvSpPr/>
            <p:nvPr/>
          </p:nvSpPr>
          <p:spPr>
            <a:xfrm>
              <a:off x="0" y="0"/>
              <a:ext cx="21945600" cy="694944"/>
            </a:xfrm>
            <a:custGeom>
              <a:rect b="b" l="l" r="r" t="t"/>
              <a:pathLst>
                <a:path extrusionOk="0" h="69494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94944"/>
                  </a:lnTo>
                  <a:lnTo>
                    <a:pt x="0" y="69494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65309" l="0" r="0" t="-565309"/>
              </a:stretch>
            </a:blipFill>
            <a:ln>
              <a:noFill/>
            </a:ln>
          </p:spPr>
        </p:sp>
        <p:sp>
          <p:nvSpPr>
            <p:cNvPr id="1453" name="Google Shape;1453;p17"/>
            <p:cNvSpPr txBox="1"/>
            <p:nvPr/>
          </p:nvSpPr>
          <p:spPr>
            <a:xfrm>
              <a:off x="0" y="0"/>
              <a:ext cx="21945600" cy="6949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75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ตรวจให้ครบ: Interface → Routing → Underlay → Overlay → End-to-End</a:t>
              </a:r>
              <a:endParaRPr/>
            </a:p>
          </p:txBody>
        </p:sp>
      </p:grpSp>
      <p:sp>
        <p:nvSpPr>
          <p:cNvPr id="1454" name="Google Shape;1454;p17"/>
          <p:cNvSpPr/>
          <p:nvPr/>
        </p:nvSpPr>
        <p:spPr>
          <a:xfrm>
            <a:off x="1224915" y="2692527"/>
            <a:ext cx="567690" cy="567690"/>
          </a:xfrm>
          <a:custGeom>
            <a:rect b="b" l="l" r="r" t="t"/>
            <a:pathLst>
              <a:path extrusionOk="0" h="756920" w="756920">
                <a:moveTo>
                  <a:pt x="0" y="378460"/>
                </a:moveTo>
                <a:cubicBezTo>
                  <a:pt x="0" y="169418"/>
                  <a:pt x="169418" y="0"/>
                  <a:pt x="378460" y="0"/>
                </a:cubicBezTo>
                <a:cubicBezTo>
                  <a:pt x="587502" y="0"/>
                  <a:pt x="756920" y="169418"/>
                  <a:pt x="756920" y="378460"/>
                </a:cubicBezTo>
                <a:cubicBezTo>
                  <a:pt x="756920" y="587502"/>
                  <a:pt x="587502" y="756920"/>
                  <a:pt x="378460" y="756920"/>
                </a:cubicBezTo>
                <a:cubicBezTo>
                  <a:pt x="169418" y="756920"/>
                  <a:pt x="0" y="587502"/>
                  <a:pt x="0" y="378460"/>
                </a:cubicBezTo>
                <a:close/>
              </a:path>
            </a:pathLst>
          </a:custGeom>
          <a:solidFill>
            <a:srgbClr val="1D6FA5"/>
          </a:solidFill>
          <a:ln cap="sq" cmpd="sng" w="1905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55" name="Google Shape;1455;p17"/>
          <p:cNvGrpSpPr/>
          <p:nvPr/>
        </p:nvGrpSpPr>
        <p:grpSpPr>
          <a:xfrm>
            <a:off x="1234440" y="2839212"/>
            <a:ext cx="548640" cy="274320"/>
            <a:chOff x="0" y="0"/>
            <a:chExt cx="731520" cy="365760"/>
          </a:xfrm>
        </p:grpSpPr>
        <p:sp>
          <p:nvSpPr>
            <p:cNvPr id="1456" name="Google Shape;1456;p17"/>
            <p:cNvSpPr/>
            <p:nvPr/>
          </p:nvSpPr>
          <p:spPr>
            <a:xfrm>
              <a:off x="0" y="0"/>
              <a:ext cx="731520" cy="365760"/>
            </a:xfrm>
            <a:custGeom>
              <a:rect b="b" l="l" r="r" t="t"/>
              <a:pathLst>
                <a:path extrusionOk="0" h="36576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365760"/>
                  </a:lnTo>
                  <a:lnTo>
                    <a:pt x="0" y="3657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14150" r="-14150" t="0"/>
              </a:stretch>
            </a:blipFill>
            <a:ln>
              <a:noFill/>
            </a:ln>
          </p:spPr>
        </p:sp>
        <p:sp>
          <p:nvSpPr>
            <p:cNvPr id="1457" name="Google Shape;1457;p17"/>
            <p:cNvSpPr txBox="1"/>
            <p:nvPr/>
          </p:nvSpPr>
          <p:spPr>
            <a:xfrm>
              <a:off x="0" y="9525"/>
              <a:ext cx="731520" cy="3562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39" u="none" cap="none" strike="noStrike">
                  <a:solidFill>
                    <a:srgbClr val="FFFFFF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01</a:t>
              </a:r>
              <a:endParaRPr/>
            </a:p>
          </p:txBody>
        </p:sp>
      </p:grpSp>
      <p:sp>
        <p:nvSpPr>
          <p:cNvPr id="1458" name="Google Shape;1458;p17"/>
          <p:cNvSpPr/>
          <p:nvPr/>
        </p:nvSpPr>
        <p:spPr>
          <a:xfrm>
            <a:off x="2116455" y="2665095"/>
            <a:ext cx="4613910" cy="787146"/>
          </a:xfrm>
          <a:custGeom>
            <a:rect b="b" l="l" r="r" t="t"/>
            <a:pathLst>
              <a:path extrusionOk="0" h="1049528" w="6151880">
                <a:moveTo>
                  <a:pt x="0" y="149987"/>
                </a:moveTo>
                <a:cubicBezTo>
                  <a:pt x="0" y="67183"/>
                  <a:pt x="67183" y="0"/>
                  <a:pt x="149987" y="0"/>
                </a:cubicBezTo>
                <a:lnTo>
                  <a:pt x="6001893" y="0"/>
                </a:lnTo>
                <a:cubicBezTo>
                  <a:pt x="6084697" y="0"/>
                  <a:pt x="6151880" y="67183"/>
                  <a:pt x="6151880" y="149987"/>
                </a:cubicBezTo>
                <a:lnTo>
                  <a:pt x="6151880" y="899541"/>
                </a:lnTo>
                <a:cubicBezTo>
                  <a:pt x="6151880" y="982345"/>
                  <a:pt x="6084697" y="1049528"/>
                  <a:pt x="6001893" y="1049528"/>
                </a:cubicBezTo>
                <a:lnTo>
                  <a:pt x="149987" y="1049528"/>
                </a:lnTo>
                <a:cubicBezTo>
                  <a:pt x="67183" y="1049528"/>
                  <a:pt x="0" y="982345"/>
                  <a:pt x="0" y="899541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D6E0E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59" name="Google Shape;1459;p17"/>
          <p:cNvGrpSpPr/>
          <p:nvPr/>
        </p:nvGrpSpPr>
        <p:grpSpPr>
          <a:xfrm>
            <a:off x="2331720" y="2880360"/>
            <a:ext cx="4183380" cy="342900"/>
            <a:chOff x="0" y="0"/>
            <a:chExt cx="5577840" cy="457200"/>
          </a:xfrm>
        </p:grpSpPr>
        <p:sp>
          <p:nvSpPr>
            <p:cNvPr id="1460" name="Google Shape;1460;p17"/>
            <p:cNvSpPr/>
            <p:nvPr/>
          </p:nvSpPr>
          <p:spPr>
            <a:xfrm>
              <a:off x="0" y="0"/>
              <a:ext cx="5577840" cy="457200"/>
            </a:xfrm>
            <a:custGeom>
              <a:rect b="b" l="l" r="r" t="t"/>
              <a:pathLst>
                <a:path extrusionOk="0" h="457200" w="5577840">
                  <a:moveTo>
                    <a:pt x="0" y="0"/>
                  </a:moveTo>
                  <a:lnTo>
                    <a:pt x="5577840" y="0"/>
                  </a:lnTo>
                  <a:lnTo>
                    <a:pt x="5577840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87710" l="0" r="0" t="-187710"/>
              </a:stretch>
            </a:blipFill>
            <a:ln>
              <a:noFill/>
            </a:ln>
          </p:spPr>
        </p:sp>
        <p:sp>
          <p:nvSpPr>
            <p:cNvPr id="1461" name="Google Shape;1461;p17"/>
            <p:cNvSpPr txBox="1"/>
            <p:nvPr/>
          </p:nvSpPr>
          <p:spPr>
            <a:xfrm>
              <a:off x="0" y="0"/>
              <a:ext cx="557784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25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show ip interface brief</a:t>
              </a:r>
              <a:endParaRPr/>
            </a:p>
          </p:txBody>
        </p:sp>
      </p:grpSp>
      <p:grpSp>
        <p:nvGrpSpPr>
          <p:cNvPr id="1462" name="Google Shape;1462;p17"/>
          <p:cNvGrpSpPr/>
          <p:nvPr/>
        </p:nvGrpSpPr>
        <p:grpSpPr>
          <a:xfrm>
            <a:off x="7132320" y="2859500"/>
            <a:ext cx="3154680" cy="336328"/>
            <a:chOff x="0" y="-9525"/>
            <a:chExt cx="4206240" cy="448437"/>
          </a:xfrm>
        </p:grpSpPr>
        <p:sp>
          <p:nvSpPr>
            <p:cNvPr id="1463" name="Google Shape;1463;p17"/>
            <p:cNvSpPr/>
            <p:nvPr/>
          </p:nvSpPr>
          <p:spPr>
            <a:xfrm>
              <a:off x="0" y="0"/>
              <a:ext cx="4206240" cy="438912"/>
            </a:xfrm>
            <a:custGeom>
              <a:rect b="b" l="l" r="r" t="t"/>
              <a:pathLst>
                <a:path extrusionOk="0" h="438912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438912"/>
                  </a:lnTo>
                  <a:lnTo>
                    <a:pt x="0" y="43891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36734" l="0" r="0" t="-136734"/>
              </a:stretch>
            </a:blipFill>
            <a:ln>
              <a:noFill/>
            </a:ln>
          </p:spPr>
        </p:sp>
        <p:sp>
          <p:nvSpPr>
            <p:cNvPr id="1464" name="Google Shape;1464;p17"/>
            <p:cNvSpPr txBox="1"/>
            <p:nvPr/>
          </p:nvSpPr>
          <p:spPr>
            <a:xfrm>
              <a:off x="0" y="-9525"/>
              <a:ext cx="4206240" cy="4484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ตรวจ Interface</a:t>
              </a:r>
              <a:endParaRPr/>
            </a:p>
          </p:txBody>
        </p:sp>
      </p:grpSp>
      <p:sp>
        <p:nvSpPr>
          <p:cNvPr id="1465" name="Google Shape;1465;p17"/>
          <p:cNvSpPr/>
          <p:nvPr/>
        </p:nvSpPr>
        <p:spPr>
          <a:xfrm>
            <a:off x="1224915" y="3762375"/>
            <a:ext cx="567690" cy="567690"/>
          </a:xfrm>
          <a:custGeom>
            <a:rect b="b" l="l" r="r" t="t"/>
            <a:pathLst>
              <a:path extrusionOk="0" h="756920" w="756920">
                <a:moveTo>
                  <a:pt x="0" y="378460"/>
                </a:moveTo>
                <a:cubicBezTo>
                  <a:pt x="0" y="169418"/>
                  <a:pt x="169418" y="0"/>
                  <a:pt x="378460" y="0"/>
                </a:cubicBezTo>
                <a:cubicBezTo>
                  <a:pt x="587502" y="0"/>
                  <a:pt x="756920" y="169418"/>
                  <a:pt x="756920" y="378460"/>
                </a:cubicBezTo>
                <a:cubicBezTo>
                  <a:pt x="756920" y="587502"/>
                  <a:pt x="587502" y="756920"/>
                  <a:pt x="378460" y="756920"/>
                </a:cubicBezTo>
                <a:cubicBezTo>
                  <a:pt x="169418" y="756920"/>
                  <a:pt x="0" y="587502"/>
                  <a:pt x="0" y="378460"/>
                </a:cubicBezTo>
                <a:close/>
              </a:path>
            </a:pathLst>
          </a:custGeom>
          <a:solidFill>
            <a:srgbClr val="1D6FA5"/>
          </a:solidFill>
          <a:ln cap="sq" cmpd="sng" w="1905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66" name="Google Shape;1466;p17"/>
          <p:cNvGrpSpPr/>
          <p:nvPr/>
        </p:nvGrpSpPr>
        <p:grpSpPr>
          <a:xfrm>
            <a:off x="1234440" y="3909060"/>
            <a:ext cx="548640" cy="274320"/>
            <a:chOff x="0" y="0"/>
            <a:chExt cx="731520" cy="365760"/>
          </a:xfrm>
        </p:grpSpPr>
        <p:sp>
          <p:nvSpPr>
            <p:cNvPr id="1467" name="Google Shape;1467;p17"/>
            <p:cNvSpPr/>
            <p:nvPr/>
          </p:nvSpPr>
          <p:spPr>
            <a:xfrm>
              <a:off x="0" y="0"/>
              <a:ext cx="731520" cy="365760"/>
            </a:xfrm>
            <a:custGeom>
              <a:rect b="b" l="l" r="r" t="t"/>
              <a:pathLst>
                <a:path extrusionOk="0" h="36576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365760"/>
                  </a:lnTo>
                  <a:lnTo>
                    <a:pt x="0" y="3657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14150" r="-14150" t="0"/>
              </a:stretch>
            </a:blipFill>
            <a:ln>
              <a:noFill/>
            </a:ln>
          </p:spPr>
        </p:sp>
        <p:sp>
          <p:nvSpPr>
            <p:cNvPr id="1468" name="Google Shape;1468;p17"/>
            <p:cNvSpPr txBox="1"/>
            <p:nvPr/>
          </p:nvSpPr>
          <p:spPr>
            <a:xfrm>
              <a:off x="0" y="9525"/>
              <a:ext cx="731520" cy="3562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39" u="none" cap="none" strike="noStrike">
                  <a:solidFill>
                    <a:srgbClr val="FFFFFF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02</a:t>
              </a:r>
              <a:endParaRPr/>
            </a:p>
          </p:txBody>
        </p:sp>
      </p:grpSp>
      <p:sp>
        <p:nvSpPr>
          <p:cNvPr id="1469" name="Google Shape;1469;p17"/>
          <p:cNvSpPr/>
          <p:nvPr/>
        </p:nvSpPr>
        <p:spPr>
          <a:xfrm>
            <a:off x="2116455" y="3734943"/>
            <a:ext cx="4613910" cy="787146"/>
          </a:xfrm>
          <a:custGeom>
            <a:rect b="b" l="l" r="r" t="t"/>
            <a:pathLst>
              <a:path extrusionOk="0" h="1049528" w="6151880">
                <a:moveTo>
                  <a:pt x="0" y="149987"/>
                </a:moveTo>
                <a:cubicBezTo>
                  <a:pt x="0" y="67183"/>
                  <a:pt x="67183" y="0"/>
                  <a:pt x="149987" y="0"/>
                </a:cubicBezTo>
                <a:lnTo>
                  <a:pt x="6001893" y="0"/>
                </a:lnTo>
                <a:cubicBezTo>
                  <a:pt x="6084697" y="0"/>
                  <a:pt x="6151880" y="67183"/>
                  <a:pt x="6151880" y="149987"/>
                </a:cubicBezTo>
                <a:lnTo>
                  <a:pt x="6151880" y="899541"/>
                </a:lnTo>
                <a:cubicBezTo>
                  <a:pt x="6151880" y="982345"/>
                  <a:pt x="6084697" y="1049528"/>
                  <a:pt x="6001893" y="1049528"/>
                </a:cubicBezTo>
                <a:lnTo>
                  <a:pt x="149987" y="1049528"/>
                </a:lnTo>
                <a:cubicBezTo>
                  <a:pt x="67183" y="1049528"/>
                  <a:pt x="0" y="982345"/>
                  <a:pt x="0" y="899541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D6E0E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70" name="Google Shape;1470;p17"/>
          <p:cNvGrpSpPr/>
          <p:nvPr/>
        </p:nvGrpSpPr>
        <p:grpSpPr>
          <a:xfrm>
            <a:off x="2331720" y="3950208"/>
            <a:ext cx="4183380" cy="342900"/>
            <a:chOff x="0" y="0"/>
            <a:chExt cx="5577840" cy="457200"/>
          </a:xfrm>
        </p:grpSpPr>
        <p:sp>
          <p:nvSpPr>
            <p:cNvPr id="1471" name="Google Shape;1471;p17"/>
            <p:cNvSpPr/>
            <p:nvPr/>
          </p:nvSpPr>
          <p:spPr>
            <a:xfrm>
              <a:off x="0" y="0"/>
              <a:ext cx="5577840" cy="457200"/>
            </a:xfrm>
            <a:custGeom>
              <a:rect b="b" l="l" r="r" t="t"/>
              <a:pathLst>
                <a:path extrusionOk="0" h="457200" w="5577840">
                  <a:moveTo>
                    <a:pt x="0" y="0"/>
                  </a:moveTo>
                  <a:lnTo>
                    <a:pt x="5577840" y="0"/>
                  </a:lnTo>
                  <a:lnTo>
                    <a:pt x="5577840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87710" l="0" r="0" t="-187710"/>
              </a:stretch>
            </a:blipFill>
            <a:ln>
              <a:noFill/>
            </a:ln>
          </p:spPr>
        </p:sp>
        <p:sp>
          <p:nvSpPr>
            <p:cNvPr id="1472" name="Google Shape;1472;p17"/>
            <p:cNvSpPr txBox="1"/>
            <p:nvPr/>
          </p:nvSpPr>
          <p:spPr>
            <a:xfrm>
              <a:off x="0" y="0"/>
              <a:ext cx="557784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25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show ip route</a:t>
              </a:r>
              <a:endParaRPr/>
            </a:p>
          </p:txBody>
        </p:sp>
      </p:grpSp>
      <p:grpSp>
        <p:nvGrpSpPr>
          <p:cNvPr id="1473" name="Google Shape;1473;p17"/>
          <p:cNvGrpSpPr/>
          <p:nvPr/>
        </p:nvGrpSpPr>
        <p:grpSpPr>
          <a:xfrm>
            <a:off x="7132320" y="3929348"/>
            <a:ext cx="3154680" cy="336328"/>
            <a:chOff x="0" y="-9525"/>
            <a:chExt cx="4206240" cy="448437"/>
          </a:xfrm>
        </p:grpSpPr>
        <p:sp>
          <p:nvSpPr>
            <p:cNvPr id="1474" name="Google Shape;1474;p17"/>
            <p:cNvSpPr/>
            <p:nvPr/>
          </p:nvSpPr>
          <p:spPr>
            <a:xfrm>
              <a:off x="0" y="0"/>
              <a:ext cx="4206240" cy="438912"/>
            </a:xfrm>
            <a:custGeom>
              <a:rect b="b" l="l" r="r" t="t"/>
              <a:pathLst>
                <a:path extrusionOk="0" h="438912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438912"/>
                  </a:lnTo>
                  <a:lnTo>
                    <a:pt x="0" y="43891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36734" l="0" r="0" t="-136734"/>
              </a:stretch>
            </a:blipFill>
            <a:ln>
              <a:noFill/>
            </a:ln>
          </p:spPr>
        </p:sp>
        <p:sp>
          <p:nvSpPr>
            <p:cNvPr id="1475" name="Google Shape;1475;p17"/>
            <p:cNvSpPr txBox="1"/>
            <p:nvPr/>
          </p:nvSpPr>
          <p:spPr>
            <a:xfrm>
              <a:off x="0" y="-9525"/>
              <a:ext cx="4206240" cy="4484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ตรวจ Routing</a:t>
              </a:r>
              <a:endParaRPr/>
            </a:p>
          </p:txBody>
        </p:sp>
      </p:grpSp>
      <p:sp>
        <p:nvSpPr>
          <p:cNvPr id="1476" name="Google Shape;1476;p17"/>
          <p:cNvSpPr/>
          <p:nvPr/>
        </p:nvSpPr>
        <p:spPr>
          <a:xfrm>
            <a:off x="1224915" y="4832223"/>
            <a:ext cx="567690" cy="567690"/>
          </a:xfrm>
          <a:custGeom>
            <a:rect b="b" l="l" r="r" t="t"/>
            <a:pathLst>
              <a:path extrusionOk="0" h="756920" w="756920">
                <a:moveTo>
                  <a:pt x="0" y="378460"/>
                </a:moveTo>
                <a:cubicBezTo>
                  <a:pt x="0" y="169418"/>
                  <a:pt x="169418" y="0"/>
                  <a:pt x="378460" y="0"/>
                </a:cubicBezTo>
                <a:cubicBezTo>
                  <a:pt x="587502" y="0"/>
                  <a:pt x="756920" y="169418"/>
                  <a:pt x="756920" y="378460"/>
                </a:cubicBezTo>
                <a:cubicBezTo>
                  <a:pt x="756920" y="587502"/>
                  <a:pt x="587502" y="756920"/>
                  <a:pt x="378460" y="756920"/>
                </a:cubicBezTo>
                <a:cubicBezTo>
                  <a:pt x="169418" y="756920"/>
                  <a:pt x="0" y="587502"/>
                  <a:pt x="0" y="378460"/>
                </a:cubicBezTo>
                <a:close/>
              </a:path>
            </a:pathLst>
          </a:custGeom>
          <a:solidFill>
            <a:srgbClr val="1D6FA5"/>
          </a:solidFill>
          <a:ln cap="sq" cmpd="sng" w="1905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77" name="Google Shape;1477;p17"/>
          <p:cNvGrpSpPr/>
          <p:nvPr/>
        </p:nvGrpSpPr>
        <p:grpSpPr>
          <a:xfrm>
            <a:off x="1234440" y="4978908"/>
            <a:ext cx="548640" cy="274320"/>
            <a:chOff x="0" y="0"/>
            <a:chExt cx="731520" cy="365760"/>
          </a:xfrm>
        </p:grpSpPr>
        <p:sp>
          <p:nvSpPr>
            <p:cNvPr id="1478" name="Google Shape;1478;p17"/>
            <p:cNvSpPr/>
            <p:nvPr/>
          </p:nvSpPr>
          <p:spPr>
            <a:xfrm>
              <a:off x="0" y="0"/>
              <a:ext cx="731520" cy="365760"/>
            </a:xfrm>
            <a:custGeom>
              <a:rect b="b" l="l" r="r" t="t"/>
              <a:pathLst>
                <a:path extrusionOk="0" h="36576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365760"/>
                  </a:lnTo>
                  <a:lnTo>
                    <a:pt x="0" y="3657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14150" r="-14150" t="0"/>
              </a:stretch>
            </a:blipFill>
            <a:ln>
              <a:noFill/>
            </a:ln>
          </p:spPr>
        </p:sp>
        <p:sp>
          <p:nvSpPr>
            <p:cNvPr id="1479" name="Google Shape;1479;p17"/>
            <p:cNvSpPr txBox="1"/>
            <p:nvPr/>
          </p:nvSpPr>
          <p:spPr>
            <a:xfrm>
              <a:off x="0" y="9525"/>
              <a:ext cx="731520" cy="3562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39" u="none" cap="none" strike="noStrike">
                  <a:solidFill>
                    <a:srgbClr val="FFFFFF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03</a:t>
              </a:r>
              <a:endParaRPr/>
            </a:p>
          </p:txBody>
        </p:sp>
      </p:grpSp>
      <p:sp>
        <p:nvSpPr>
          <p:cNvPr id="1480" name="Google Shape;1480;p17"/>
          <p:cNvSpPr/>
          <p:nvPr/>
        </p:nvSpPr>
        <p:spPr>
          <a:xfrm>
            <a:off x="2116455" y="4804791"/>
            <a:ext cx="4613910" cy="787146"/>
          </a:xfrm>
          <a:custGeom>
            <a:rect b="b" l="l" r="r" t="t"/>
            <a:pathLst>
              <a:path extrusionOk="0" h="1049528" w="6151880">
                <a:moveTo>
                  <a:pt x="0" y="149987"/>
                </a:moveTo>
                <a:cubicBezTo>
                  <a:pt x="0" y="67183"/>
                  <a:pt x="67183" y="0"/>
                  <a:pt x="149987" y="0"/>
                </a:cubicBezTo>
                <a:lnTo>
                  <a:pt x="6001893" y="0"/>
                </a:lnTo>
                <a:cubicBezTo>
                  <a:pt x="6084697" y="0"/>
                  <a:pt x="6151880" y="67183"/>
                  <a:pt x="6151880" y="149987"/>
                </a:cubicBezTo>
                <a:lnTo>
                  <a:pt x="6151880" y="899541"/>
                </a:lnTo>
                <a:cubicBezTo>
                  <a:pt x="6151880" y="982345"/>
                  <a:pt x="6084697" y="1049528"/>
                  <a:pt x="6001893" y="1049528"/>
                </a:cubicBezTo>
                <a:lnTo>
                  <a:pt x="149987" y="1049528"/>
                </a:lnTo>
                <a:cubicBezTo>
                  <a:pt x="67183" y="1049528"/>
                  <a:pt x="0" y="982345"/>
                  <a:pt x="0" y="899541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D6E0E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81" name="Google Shape;1481;p17"/>
          <p:cNvGrpSpPr/>
          <p:nvPr/>
        </p:nvGrpSpPr>
        <p:grpSpPr>
          <a:xfrm>
            <a:off x="2331720" y="5020056"/>
            <a:ext cx="4183380" cy="342900"/>
            <a:chOff x="0" y="0"/>
            <a:chExt cx="5577840" cy="457200"/>
          </a:xfrm>
        </p:grpSpPr>
        <p:sp>
          <p:nvSpPr>
            <p:cNvPr id="1482" name="Google Shape;1482;p17"/>
            <p:cNvSpPr/>
            <p:nvPr/>
          </p:nvSpPr>
          <p:spPr>
            <a:xfrm>
              <a:off x="0" y="0"/>
              <a:ext cx="5577840" cy="457200"/>
            </a:xfrm>
            <a:custGeom>
              <a:rect b="b" l="l" r="r" t="t"/>
              <a:pathLst>
                <a:path extrusionOk="0" h="457200" w="5577840">
                  <a:moveTo>
                    <a:pt x="0" y="0"/>
                  </a:moveTo>
                  <a:lnTo>
                    <a:pt x="5577840" y="0"/>
                  </a:lnTo>
                  <a:lnTo>
                    <a:pt x="5577840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87710" l="0" r="0" t="-187710"/>
              </a:stretch>
            </a:blipFill>
            <a:ln>
              <a:noFill/>
            </a:ln>
          </p:spPr>
        </p:sp>
        <p:sp>
          <p:nvSpPr>
            <p:cNvPr id="1483" name="Google Shape;1483;p17"/>
            <p:cNvSpPr txBox="1"/>
            <p:nvPr/>
          </p:nvSpPr>
          <p:spPr>
            <a:xfrm>
              <a:off x="0" y="0"/>
              <a:ext cx="557784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25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ping / traceroute</a:t>
              </a:r>
              <a:endParaRPr/>
            </a:p>
          </p:txBody>
        </p:sp>
      </p:grpSp>
      <p:grpSp>
        <p:nvGrpSpPr>
          <p:cNvPr id="1484" name="Google Shape;1484;p17"/>
          <p:cNvGrpSpPr/>
          <p:nvPr/>
        </p:nvGrpSpPr>
        <p:grpSpPr>
          <a:xfrm>
            <a:off x="7132320" y="4999196"/>
            <a:ext cx="3154680" cy="336328"/>
            <a:chOff x="0" y="-9525"/>
            <a:chExt cx="4206240" cy="448437"/>
          </a:xfrm>
        </p:grpSpPr>
        <p:sp>
          <p:nvSpPr>
            <p:cNvPr id="1485" name="Google Shape;1485;p17"/>
            <p:cNvSpPr/>
            <p:nvPr/>
          </p:nvSpPr>
          <p:spPr>
            <a:xfrm>
              <a:off x="0" y="0"/>
              <a:ext cx="4206240" cy="438912"/>
            </a:xfrm>
            <a:custGeom>
              <a:rect b="b" l="l" r="r" t="t"/>
              <a:pathLst>
                <a:path extrusionOk="0" h="438912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438912"/>
                  </a:lnTo>
                  <a:lnTo>
                    <a:pt x="0" y="43891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36734" l="0" r="0" t="-136734"/>
              </a:stretch>
            </a:blipFill>
            <a:ln>
              <a:noFill/>
            </a:ln>
          </p:spPr>
        </p:sp>
        <p:sp>
          <p:nvSpPr>
            <p:cNvPr id="1486" name="Google Shape;1486;p17"/>
            <p:cNvSpPr txBox="1"/>
            <p:nvPr/>
          </p:nvSpPr>
          <p:spPr>
            <a:xfrm>
              <a:off x="0" y="-9525"/>
              <a:ext cx="4206240" cy="4484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ทดสอบ Underlay</a:t>
              </a:r>
              <a:endParaRPr/>
            </a:p>
          </p:txBody>
        </p:sp>
      </p:grpSp>
      <p:sp>
        <p:nvSpPr>
          <p:cNvPr id="1487" name="Google Shape;1487;p17"/>
          <p:cNvSpPr/>
          <p:nvPr/>
        </p:nvSpPr>
        <p:spPr>
          <a:xfrm>
            <a:off x="1224915" y="5902071"/>
            <a:ext cx="567690" cy="567690"/>
          </a:xfrm>
          <a:custGeom>
            <a:rect b="b" l="l" r="r" t="t"/>
            <a:pathLst>
              <a:path extrusionOk="0" h="756920" w="756920">
                <a:moveTo>
                  <a:pt x="0" y="378460"/>
                </a:moveTo>
                <a:cubicBezTo>
                  <a:pt x="0" y="169418"/>
                  <a:pt x="169418" y="0"/>
                  <a:pt x="378460" y="0"/>
                </a:cubicBezTo>
                <a:cubicBezTo>
                  <a:pt x="587502" y="0"/>
                  <a:pt x="756920" y="169418"/>
                  <a:pt x="756920" y="378460"/>
                </a:cubicBezTo>
                <a:cubicBezTo>
                  <a:pt x="756920" y="587502"/>
                  <a:pt x="587502" y="756920"/>
                  <a:pt x="378460" y="756920"/>
                </a:cubicBezTo>
                <a:cubicBezTo>
                  <a:pt x="169418" y="756920"/>
                  <a:pt x="0" y="587502"/>
                  <a:pt x="0" y="378460"/>
                </a:cubicBezTo>
                <a:close/>
              </a:path>
            </a:pathLst>
          </a:custGeom>
          <a:solidFill>
            <a:srgbClr val="1D6FA5"/>
          </a:solidFill>
          <a:ln cap="sq" cmpd="sng" w="1905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88" name="Google Shape;1488;p17"/>
          <p:cNvGrpSpPr/>
          <p:nvPr/>
        </p:nvGrpSpPr>
        <p:grpSpPr>
          <a:xfrm>
            <a:off x="1234440" y="6048756"/>
            <a:ext cx="548640" cy="274320"/>
            <a:chOff x="0" y="0"/>
            <a:chExt cx="731520" cy="365760"/>
          </a:xfrm>
        </p:grpSpPr>
        <p:sp>
          <p:nvSpPr>
            <p:cNvPr id="1489" name="Google Shape;1489;p17"/>
            <p:cNvSpPr/>
            <p:nvPr/>
          </p:nvSpPr>
          <p:spPr>
            <a:xfrm>
              <a:off x="0" y="0"/>
              <a:ext cx="731520" cy="365760"/>
            </a:xfrm>
            <a:custGeom>
              <a:rect b="b" l="l" r="r" t="t"/>
              <a:pathLst>
                <a:path extrusionOk="0" h="36576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365760"/>
                  </a:lnTo>
                  <a:lnTo>
                    <a:pt x="0" y="3657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14150" r="-14150" t="0"/>
              </a:stretch>
            </a:blipFill>
            <a:ln>
              <a:noFill/>
            </a:ln>
          </p:spPr>
        </p:sp>
        <p:sp>
          <p:nvSpPr>
            <p:cNvPr id="1490" name="Google Shape;1490;p17"/>
            <p:cNvSpPr txBox="1"/>
            <p:nvPr/>
          </p:nvSpPr>
          <p:spPr>
            <a:xfrm>
              <a:off x="0" y="9525"/>
              <a:ext cx="731520" cy="3562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39" u="none" cap="none" strike="noStrike">
                  <a:solidFill>
                    <a:srgbClr val="FFFFFF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04</a:t>
              </a:r>
              <a:endParaRPr/>
            </a:p>
          </p:txBody>
        </p:sp>
      </p:grpSp>
      <p:sp>
        <p:nvSpPr>
          <p:cNvPr id="1491" name="Google Shape;1491;p17"/>
          <p:cNvSpPr/>
          <p:nvPr/>
        </p:nvSpPr>
        <p:spPr>
          <a:xfrm>
            <a:off x="2116455" y="5874639"/>
            <a:ext cx="4613910" cy="787146"/>
          </a:xfrm>
          <a:custGeom>
            <a:rect b="b" l="l" r="r" t="t"/>
            <a:pathLst>
              <a:path extrusionOk="0" h="1049528" w="6151880">
                <a:moveTo>
                  <a:pt x="0" y="149987"/>
                </a:moveTo>
                <a:cubicBezTo>
                  <a:pt x="0" y="67183"/>
                  <a:pt x="67183" y="0"/>
                  <a:pt x="149987" y="0"/>
                </a:cubicBezTo>
                <a:lnTo>
                  <a:pt x="6001893" y="0"/>
                </a:lnTo>
                <a:cubicBezTo>
                  <a:pt x="6084697" y="0"/>
                  <a:pt x="6151880" y="67183"/>
                  <a:pt x="6151880" y="149987"/>
                </a:cubicBezTo>
                <a:lnTo>
                  <a:pt x="6151880" y="899541"/>
                </a:lnTo>
                <a:cubicBezTo>
                  <a:pt x="6151880" y="982345"/>
                  <a:pt x="6084697" y="1049528"/>
                  <a:pt x="6001893" y="1049528"/>
                </a:cubicBezTo>
                <a:lnTo>
                  <a:pt x="149987" y="1049528"/>
                </a:lnTo>
                <a:cubicBezTo>
                  <a:pt x="67183" y="1049528"/>
                  <a:pt x="0" y="982345"/>
                  <a:pt x="0" y="899541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D6E0E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92" name="Google Shape;1492;p17"/>
          <p:cNvGrpSpPr/>
          <p:nvPr/>
        </p:nvGrpSpPr>
        <p:grpSpPr>
          <a:xfrm>
            <a:off x="2331720" y="6089904"/>
            <a:ext cx="4183380" cy="342900"/>
            <a:chOff x="0" y="0"/>
            <a:chExt cx="5577840" cy="457200"/>
          </a:xfrm>
        </p:grpSpPr>
        <p:sp>
          <p:nvSpPr>
            <p:cNvPr id="1493" name="Google Shape;1493;p17"/>
            <p:cNvSpPr/>
            <p:nvPr/>
          </p:nvSpPr>
          <p:spPr>
            <a:xfrm>
              <a:off x="0" y="0"/>
              <a:ext cx="5577840" cy="457200"/>
            </a:xfrm>
            <a:custGeom>
              <a:rect b="b" l="l" r="r" t="t"/>
              <a:pathLst>
                <a:path extrusionOk="0" h="457200" w="5577840">
                  <a:moveTo>
                    <a:pt x="0" y="0"/>
                  </a:moveTo>
                  <a:lnTo>
                    <a:pt x="5577840" y="0"/>
                  </a:lnTo>
                  <a:lnTo>
                    <a:pt x="5577840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87710" l="0" r="0" t="-187710"/>
              </a:stretch>
            </a:blipFill>
            <a:ln>
              <a:noFill/>
            </a:ln>
          </p:spPr>
        </p:sp>
        <p:sp>
          <p:nvSpPr>
            <p:cNvPr id="1494" name="Google Shape;1494;p17"/>
            <p:cNvSpPr txBox="1"/>
            <p:nvPr/>
          </p:nvSpPr>
          <p:spPr>
            <a:xfrm>
              <a:off x="0" y="0"/>
              <a:ext cx="557784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25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ตรวจ Tunnel</a:t>
              </a:r>
              <a:endParaRPr/>
            </a:p>
          </p:txBody>
        </p:sp>
      </p:grpSp>
      <p:grpSp>
        <p:nvGrpSpPr>
          <p:cNvPr id="1495" name="Google Shape;1495;p17"/>
          <p:cNvGrpSpPr/>
          <p:nvPr/>
        </p:nvGrpSpPr>
        <p:grpSpPr>
          <a:xfrm>
            <a:off x="7132320" y="6069044"/>
            <a:ext cx="3154680" cy="336328"/>
            <a:chOff x="0" y="-9525"/>
            <a:chExt cx="4206240" cy="448437"/>
          </a:xfrm>
        </p:grpSpPr>
        <p:sp>
          <p:nvSpPr>
            <p:cNvPr id="1496" name="Google Shape;1496;p17"/>
            <p:cNvSpPr/>
            <p:nvPr/>
          </p:nvSpPr>
          <p:spPr>
            <a:xfrm>
              <a:off x="0" y="0"/>
              <a:ext cx="4206240" cy="438912"/>
            </a:xfrm>
            <a:custGeom>
              <a:rect b="b" l="l" r="r" t="t"/>
              <a:pathLst>
                <a:path extrusionOk="0" h="438912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438912"/>
                  </a:lnTo>
                  <a:lnTo>
                    <a:pt x="0" y="43891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36734" l="0" r="0" t="-136734"/>
              </a:stretch>
            </a:blipFill>
            <a:ln>
              <a:noFill/>
            </a:ln>
          </p:spPr>
        </p:sp>
        <p:sp>
          <p:nvSpPr>
            <p:cNvPr id="1497" name="Google Shape;1497;p17"/>
            <p:cNvSpPr txBox="1"/>
            <p:nvPr/>
          </p:nvSpPr>
          <p:spPr>
            <a:xfrm>
              <a:off x="0" y="-9525"/>
              <a:ext cx="4206240" cy="4484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ทดสอบ Overlay</a:t>
              </a:r>
              <a:endParaRPr/>
            </a:p>
          </p:txBody>
        </p:sp>
      </p:grpSp>
      <p:sp>
        <p:nvSpPr>
          <p:cNvPr id="1498" name="Google Shape;1498;p17"/>
          <p:cNvSpPr/>
          <p:nvPr/>
        </p:nvSpPr>
        <p:spPr>
          <a:xfrm>
            <a:off x="1224915" y="6971919"/>
            <a:ext cx="567690" cy="567690"/>
          </a:xfrm>
          <a:custGeom>
            <a:rect b="b" l="l" r="r" t="t"/>
            <a:pathLst>
              <a:path extrusionOk="0" h="756920" w="756920">
                <a:moveTo>
                  <a:pt x="0" y="378460"/>
                </a:moveTo>
                <a:cubicBezTo>
                  <a:pt x="0" y="169418"/>
                  <a:pt x="169418" y="0"/>
                  <a:pt x="378460" y="0"/>
                </a:cubicBezTo>
                <a:cubicBezTo>
                  <a:pt x="587502" y="0"/>
                  <a:pt x="756920" y="169418"/>
                  <a:pt x="756920" y="378460"/>
                </a:cubicBezTo>
                <a:cubicBezTo>
                  <a:pt x="756920" y="587502"/>
                  <a:pt x="587502" y="756920"/>
                  <a:pt x="378460" y="756920"/>
                </a:cubicBezTo>
                <a:cubicBezTo>
                  <a:pt x="169418" y="756920"/>
                  <a:pt x="0" y="587502"/>
                  <a:pt x="0" y="378460"/>
                </a:cubicBezTo>
                <a:close/>
              </a:path>
            </a:pathLst>
          </a:custGeom>
          <a:solidFill>
            <a:srgbClr val="1D6FA5"/>
          </a:solidFill>
          <a:ln cap="sq" cmpd="sng" w="1905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99" name="Google Shape;1499;p17"/>
          <p:cNvGrpSpPr/>
          <p:nvPr/>
        </p:nvGrpSpPr>
        <p:grpSpPr>
          <a:xfrm>
            <a:off x="1234440" y="7118604"/>
            <a:ext cx="548640" cy="274320"/>
            <a:chOff x="0" y="0"/>
            <a:chExt cx="731520" cy="365760"/>
          </a:xfrm>
        </p:grpSpPr>
        <p:sp>
          <p:nvSpPr>
            <p:cNvPr id="1500" name="Google Shape;1500;p17"/>
            <p:cNvSpPr/>
            <p:nvPr/>
          </p:nvSpPr>
          <p:spPr>
            <a:xfrm>
              <a:off x="0" y="0"/>
              <a:ext cx="731520" cy="365760"/>
            </a:xfrm>
            <a:custGeom>
              <a:rect b="b" l="l" r="r" t="t"/>
              <a:pathLst>
                <a:path extrusionOk="0" h="36576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365760"/>
                  </a:lnTo>
                  <a:lnTo>
                    <a:pt x="0" y="3657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14150" r="-14150" t="0"/>
              </a:stretch>
            </a:blipFill>
            <a:ln>
              <a:noFill/>
            </a:ln>
          </p:spPr>
        </p:sp>
        <p:sp>
          <p:nvSpPr>
            <p:cNvPr id="1501" name="Google Shape;1501;p17"/>
            <p:cNvSpPr txBox="1"/>
            <p:nvPr/>
          </p:nvSpPr>
          <p:spPr>
            <a:xfrm>
              <a:off x="0" y="9525"/>
              <a:ext cx="731520" cy="3562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39" u="none" cap="none" strike="noStrike">
                  <a:solidFill>
                    <a:srgbClr val="FFFFFF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05</a:t>
              </a:r>
              <a:endParaRPr/>
            </a:p>
          </p:txBody>
        </p:sp>
      </p:grpSp>
      <p:sp>
        <p:nvSpPr>
          <p:cNvPr id="1502" name="Google Shape;1502;p17"/>
          <p:cNvSpPr/>
          <p:nvPr/>
        </p:nvSpPr>
        <p:spPr>
          <a:xfrm>
            <a:off x="2116455" y="6944487"/>
            <a:ext cx="4613910" cy="787146"/>
          </a:xfrm>
          <a:custGeom>
            <a:rect b="b" l="l" r="r" t="t"/>
            <a:pathLst>
              <a:path extrusionOk="0" h="1049528" w="6151880">
                <a:moveTo>
                  <a:pt x="0" y="149987"/>
                </a:moveTo>
                <a:cubicBezTo>
                  <a:pt x="0" y="67183"/>
                  <a:pt x="67183" y="0"/>
                  <a:pt x="149987" y="0"/>
                </a:cubicBezTo>
                <a:lnTo>
                  <a:pt x="6001893" y="0"/>
                </a:lnTo>
                <a:cubicBezTo>
                  <a:pt x="6084697" y="0"/>
                  <a:pt x="6151880" y="67183"/>
                  <a:pt x="6151880" y="149987"/>
                </a:cubicBezTo>
                <a:lnTo>
                  <a:pt x="6151880" y="899541"/>
                </a:lnTo>
                <a:cubicBezTo>
                  <a:pt x="6151880" y="982345"/>
                  <a:pt x="6084697" y="1049528"/>
                  <a:pt x="6001893" y="1049528"/>
                </a:cubicBezTo>
                <a:lnTo>
                  <a:pt x="149987" y="1049528"/>
                </a:lnTo>
                <a:cubicBezTo>
                  <a:pt x="67183" y="1049528"/>
                  <a:pt x="0" y="982345"/>
                  <a:pt x="0" y="899541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D6E0E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03" name="Google Shape;1503;p17"/>
          <p:cNvGrpSpPr/>
          <p:nvPr/>
        </p:nvGrpSpPr>
        <p:grpSpPr>
          <a:xfrm>
            <a:off x="2331720" y="7159752"/>
            <a:ext cx="4183380" cy="342900"/>
            <a:chOff x="0" y="0"/>
            <a:chExt cx="5577840" cy="457200"/>
          </a:xfrm>
        </p:grpSpPr>
        <p:sp>
          <p:nvSpPr>
            <p:cNvPr id="1504" name="Google Shape;1504;p17"/>
            <p:cNvSpPr/>
            <p:nvPr/>
          </p:nvSpPr>
          <p:spPr>
            <a:xfrm>
              <a:off x="0" y="0"/>
              <a:ext cx="5577840" cy="457200"/>
            </a:xfrm>
            <a:custGeom>
              <a:rect b="b" l="l" r="r" t="t"/>
              <a:pathLst>
                <a:path extrusionOk="0" h="457200" w="5577840">
                  <a:moveTo>
                    <a:pt x="0" y="0"/>
                  </a:moveTo>
                  <a:lnTo>
                    <a:pt x="5577840" y="0"/>
                  </a:lnTo>
                  <a:lnTo>
                    <a:pt x="5577840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87710" l="0" r="0" t="-187710"/>
              </a:stretch>
            </a:blipFill>
            <a:ln>
              <a:noFill/>
            </a:ln>
          </p:spPr>
        </p:sp>
        <p:sp>
          <p:nvSpPr>
            <p:cNvPr id="1505" name="Google Shape;1505;p17"/>
            <p:cNvSpPr txBox="1"/>
            <p:nvPr/>
          </p:nvSpPr>
          <p:spPr>
            <a:xfrm>
              <a:off x="0" y="0"/>
              <a:ext cx="557784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25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PC-A → PC-B</a:t>
              </a:r>
              <a:endParaRPr/>
            </a:p>
          </p:txBody>
        </p:sp>
      </p:grpSp>
      <p:grpSp>
        <p:nvGrpSpPr>
          <p:cNvPr id="1506" name="Google Shape;1506;p17"/>
          <p:cNvGrpSpPr/>
          <p:nvPr/>
        </p:nvGrpSpPr>
        <p:grpSpPr>
          <a:xfrm>
            <a:off x="7132320" y="7138892"/>
            <a:ext cx="3154680" cy="336328"/>
            <a:chOff x="0" y="-9525"/>
            <a:chExt cx="4206240" cy="448437"/>
          </a:xfrm>
        </p:grpSpPr>
        <p:sp>
          <p:nvSpPr>
            <p:cNvPr id="1507" name="Google Shape;1507;p17"/>
            <p:cNvSpPr/>
            <p:nvPr/>
          </p:nvSpPr>
          <p:spPr>
            <a:xfrm>
              <a:off x="0" y="0"/>
              <a:ext cx="4206240" cy="438912"/>
            </a:xfrm>
            <a:custGeom>
              <a:rect b="b" l="l" r="r" t="t"/>
              <a:pathLst>
                <a:path extrusionOk="0" h="438912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438912"/>
                  </a:lnTo>
                  <a:lnTo>
                    <a:pt x="0" y="43891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36734" l="0" r="0" t="-136734"/>
              </a:stretch>
            </a:blipFill>
            <a:ln>
              <a:noFill/>
            </a:ln>
          </p:spPr>
        </p:sp>
        <p:sp>
          <p:nvSpPr>
            <p:cNvPr id="1508" name="Google Shape;1508;p17"/>
            <p:cNvSpPr txBox="1"/>
            <p:nvPr/>
          </p:nvSpPr>
          <p:spPr>
            <a:xfrm>
              <a:off x="0" y="-9525"/>
              <a:ext cx="4206240" cy="4484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End-to-End</a:t>
              </a:r>
              <a:endParaRPr/>
            </a:p>
          </p:txBody>
        </p:sp>
      </p:grpSp>
      <p:sp>
        <p:nvSpPr>
          <p:cNvPr id="1509" name="Google Shape;1509;p17"/>
          <p:cNvSpPr/>
          <p:nvPr/>
        </p:nvSpPr>
        <p:spPr>
          <a:xfrm>
            <a:off x="10620375" y="2665095"/>
            <a:ext cx="6465570" cy="5395722"/>
          </a:xfrm>
          <a:custGeom>
            <a:rect b="b" l="l" r="r" t="t"/>
            <a:pathLst>
              <a:path extrusionOk="0" h="7194296" w="8620760">
                <a:moveTo>
                  <a:pt x="0" y="146812"/>
                </a:moveTo>
                <a:cubicBezTo>
                  <a:pt x="0" y="65786"/>
                  <a:pt x="65786" y="0"/>
                  <a:pt x="146812" y="0"/>
                </a:cubicBezTo>
                <a:lnTo>
                  <a:pt x="8473948" y="0"/>
                </a:lnTo>
                <a:cubicBezTo>
                  <a:pt x="8555101" y="0"/>
                  <a:pt x="8620760" y="65786"/>
                  <a:pt x="8620760" y="146812"/>
                </a:cubicBezTo>
                <a:lnTo>
                  <a:pt x="8620760" y="7047484"/>
                </a:lnTo>
                <a:cubicBezTo>
                  <a:pt x="8620760" y="7128637"/>
                  <a:pt x="8554974" y="7194296"/>
                  <a:pt x="8473948" y="7194296"/>
                </a:cubicBezTo>
                <a:lnTo>
                  <a:pt x="146812" y="7194296"/>
                </a:lnTo>
                <a:cubicBezTo>
                  <a:pt x="65786" y="7194296"/>
                  <a:pt x="0" y="7128510"/>
                  <a:pt x="0" y="7047484"/>
                </a:cubicBezTo>
                <a:close/>
              </a:path>
            </a:pathLst>
          </a:custGeom>
          <a:solidFill>
            <a:srgbClr val="10293F"/>
          </a:solidFill>
          <a:ln cap="sq" cmpd="sng" w="19050">
            <a:solidFill>
              <a:srgbClr val="4C728D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10" name="Google Shape;1510;p17"/>
          <p:cNvGrpSpPr/>
          <p:nvPr/>
        </p:nvGrpSpPr>
        <p:grpSpPr>
          <a:xfrm>
            <a:off x="11041380" y="3086100"/>
            <a:ext cx="5623560" cy="548640"/>
            <a:chOff x="0" y="0"/>
            <a:chExt cx="7498080" cy="731520"/>
          </a:xfrm>
        </p:grpSpPr>
        <p:sp>
          <p:nvSpPr>
            <p:cNvPr id="1511" name="Google Shape;1511;p17"/>
            <p:cNvSpPr/>
            <p:nvPr/>
          </p:nvSpPr>
          <p:spPr>
            <a:xfrm>
              <a:off x="0" y="0"/>
              <a:ext cx="7498080" cy="731520"/>
            </a:xfrm>
            <a:custGeom>
              <a:rect b="b" l="l" r="r" t="t"/>
              <a:pathLst>
                <a:path extrusionOk="0" h="731520" w="7498080">
                  <a:moveTo>
                    <a:pt x="0" y="0"/>
                  </a:moveTo>
                  <a:lnTo>
                    <a:pt x="7498080" y="0"/>
                  </a:lnTo>
                  <a:lnTo>
                    <a:pt x="7498080" y="731520"/>
                  </a:lnTo>
                  <a:lnTo>
                    <a:pt x="0" y="7315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49728" l="0" r="0" t="-149728"/>
              </a:stretch>
            </a:blipFill>
            <a:ln>
              <a:noFill/>
            </a:ln>
          </p:spPr>
        </p:sp>
        <p:sp>
          <p:nvSpPr>
            <p:cNvPr id="1512" name="Google Shape;1512;p17"/>
            <p:cNvSpPr txBox="1"/>
            <p:nvPr/>
          </p:nvSpPr>
          <p:spPr>
            <a:xfrm>
              <a:off x="0" y="0"/>
              <a:ext cx="7498080" cy="7315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6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850" u="none" cap="none" strike="noStrike">
                  <a:solidFill>
                    <a:srgbClr val="FFFFFF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VIDEO 1</a:t>
              </a:r>
              <a:endParaRPr/>
            </a:p>
          </p:txBody>
        </p:sp>
      </p:grpSp>
      <p:sp>
        <p:nvSpPr>
          <p:cNvPr id="1513" name="Google Shape;1513;p17"/>
          <p:cNvSpPr/>
          <p:nvPr/>
        </p:nvSpPr>
        <p:spPr>
          <a:xfrm>
            <a:off x="13267563" y="4146423"/>
            <a:ext cx="1171194" cy="1171194"/>
          </a:xfrm>
          <a:custGeom>
            <a:rect b="b" l="l" r="r" t="t"/>
            <a:pathLst>
              <a:path extrusionOk="0" h="1561592" w="1561592">
                <a:moveTo>
                  <a:pt x="0" y="780796"/>
                </a:moveTo>
                <a:cubicBezTo>
                  <a:pt x="0" y="349631"/>
                  <a:pt x="349631" y="0"/>
                  <a:pt x="780796" y="0"/>
                </a:cubicBezTo>
                <a:cubicBezTo>
                  <a:pt x="1211961" y="0"/>
                  <a:pt x="1561592" y="349631"/>
                  <a:pt x="1561592" y="780796"/>
                </a:cubicBezTo>
                <a:cubicBezTo>
                  <a:pt x="1561592" y="1211961"/>
                  <a:pt x="1211961" y="1561592"/>
                  <a:pt x="780796" y="1561592"/>
                </a:cubicBezTo>
                <a:cubicBezTo>
                  <a:pt x="349631" y="1561592"/>
                  <a:pt x="0" y="1211961"/>
                  <a:pt x="0" y="780796"/>
                </a:cubicBezTo>
                <a:close/>
              </a:path>
            </a:pathLst>
          </a:custGeom>
          <a:solidFill>
            <a:srgbClr val="1FA7C8"/>
          </a:solidFill>
          <a:ln cap="sq" cmpd="sng" w="1905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14" name="Google Shape;1514;p17"/>
          <p:cNvGrpSpPr/>
          <p:nvPr/>
        </p:nvGrpSpPr>
        <p:grpSpPr>
          <a:xfrm>
            <a:off x="13469112" y="4416552"/>
            <a:ext cx="768096" cy="617220"/>
            <a:chOff x="0" y="0"/>
            <a:chExt cx="1024128" cy="822960"/>
          </a:xfrm>
        </p:grpSpPr>
        <p:sp>
          <p:nvSpPr>
            <p:cNvPr id="1515" name="Google Shape;1515;p17"/>
            <p:cNvSpPr/>
            <p:nvPr/>
          </p:nvSpPr>
          <p:spPr>
            <a:xfrm>
              <a:off x="0" y="0"/>
              <a:ext cx="1024128" cy="822960"/>
            </a:xfrm>
            <a:custGeom>
              <a:rect b="b" l="l" r="r" t="t"/>
              <a:pathLst>
                <a:path extrusionOk="0" h="822960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822960"/>
                  </a:lnTo>
                  <a:lnTo>
                    <a:pt x="0" y="8229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53101" r="-53101" t="0"/>
              </a:stretch>
            </a:blipFill>
            <a:ln>
              <a:noFill/>
            </a:ln>
          </p:spPr>
        </p:sp>
        <p:sp>
          <p:nvSpPr>
            <p:cNvPr id="1516" name="Google Shape;1516;p17"/>
            <p:cNvSpPr txBox="1"/>
            <p:nvPr/>
          </p:nvSpPr>
          <p:spPr>
            <a:xfrm>
              <a:off x="0" y="0"/>
              <a:ext cx="1024128" cy="8229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450" u="none" cap="none" strike="noStrike">
                  <a:solidFill>
                    <a:srgbClr val="FFFFFF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▶</a:t>
              </a:r>
              <a:endParaRPr/>
            </a:p>
          </p:txBody>
        </p:sp>
      </p:grpSp>
      <p:grpSp>
        <p:nvGrpSpPr>
          <p:cNvPr id="1517" name="Google Shape;1517;p17"/>
          <p:cNvGrpSpPr/>
          <p:nvPr/>
        </p:nvGrpSpPr>
        <p:grpSpPr>
          <a:xfrm>
            <a:off x="11247120" y="5692140"/>
            <a:ext cx="5212080" cy="617220"/>
            <a:chOff x="0" y="0"/>
            <a:chExt cx="6949440" cy="822960"/>
          </a:xfrm>
        </p:grpSpPr>
        <p:sp>
          <p:nvSpPr>
            <p:cNvPr id="1518" name="Google Shape;1518;p17"/>
            <p:cNvSpPr/>
            <p:nvPr/>
          </p:nvSpPr>
          <p:spPr>
            <a:xfrm>
              <a:off x="0" y="0"/>
              <a:ext cx="6949440" cy="822960"/>
            </a:xfrm>
            <a:custGeom>
              <a:rect b="b" l="l" r="r" t="t"/>
              <a:pathLst>
                <a:path extrusionOk="0" h="82296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822960"/>
                  </a:lnTo>
                  <a:lnTo>
                    <a:pt x="0" y="8229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14539" l="0" r="0" t="-114539"/>
              </a:stretch>
            </a:blipFill>
            <a:ln>
              <a:noFill/>
            </a:ln>
          </p:spPr>
        </p:sp>
        <p:sp>
          <p:nvSpPr>
            <p:cNvPr id="1519" name="Google Shape;1519;p17"/>
            <p:cNvSpPr txBox="1"/>
            <p:nvPr/>
          </p:nvSpPr>
          <p:spPr>
            <a:xfrm>
              <a:off x="0" y="9525"/>
              <a:ext cx="6949440" cy="8134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CFE8F7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คลิป CLI Verification</a:t>
              </a:r>
              <a:endParaRPr/>
            </a:p>
          </p:txBody>
        </p:sp>
      </p:grpSp>
      <p:grpSp>
        <p:nvGrpSpPr>
          <p:cNvPr id="1520" name="Google Shape;1520;p17"/>
          <p:cNvGrpSpPr/>
          <p:nvPr/>
        </p:nvGrpSpPr>
        <p:grpSpPr>
          <a:xfrm>
            <a:off x="11247120" y="6988016"/>
            <a:ext cx="5212080" cy="418624"/>
            <a:chOff x="0" y="-9525"/>
            <a:chExt cx="6949440" cy="558165"/>
          </a:xfrm>
        </p:grpSpPr>
        <p:sp>
          <p:nvSpPr>
            <p:cNvPr id="1521" name="Google Shape;1521;p17"/>
            <p:cNvSpPr/>
            <p:nvPr/>
          </p:nvSpPr>
          <p:spPr>
            <a:xfrm>
              <a:off x="0" y="0"/>
              <a:ext cx="6949440" cy="548640"/>
            </a:xfrm>
            <a:custGeom>
              <a:rect b="b" l="l" r="r" t="t"/>
              <a:pathLst>
                <a:path extrusionOk="0" h="54864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548640"/>
                  </a:lnTo>
                  <a:lnTo>
                    <a:pt x="0" y="5486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96816" l="0" r="0" t="-196816"/>
              </a:stretch>
            </a:blipFill>
            <a:ln>
              <a:noFill/>
            </a:ln>
          </p:spPr>
        </p:sp>
        <p:sp>
          <p:nvSpPr>
            <p:cNvPr id="1522" name="Google Shape;1522;p17"/>
            <p:cNvSpPr txBox="1"/>
            <p:nvPr/>
          </p:nvSpPr>
          <p:spPr>
            <a:xfrm>
              <a:off x="0" y="-9525"/>
              <a:ext cx="6949440" cy="5581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A7CBDC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ตรวจผล → ยืนยัน PC-A ติดต่อ PC-B</a:t>
              </a:r>
              <a:endParaRPr/>
            </a:p>
          </p:txBody>
        </p:sp>
      </p:grpSp>
      <p:sp>
        <p:nvSpPr>
          <p:cNvPr id="1523" name="Google Shape;1523;p17"/>
          <p:cNvSpPr/>
          <p:nvPr/>
        </p:nvSpPr>
        <p:spPr>
          <a:xfrm>
            <a:off x="1293495" y="8302371"/>
            <a:ext cx="8180071" cy="704850"/>
          </a:xfrm>
          <a:custGeom>
            <a:rect b="b" l="l" r="r" t="t"/>
            <a:pathLst>
              <a:path extrusionOk="0" h="939800" w="10906761">
                <a:moveTo>
                  <a:pt x="0" y="150368"/>
                </a:moveTo>
                <a:cubicBezTo>
                  <a:pt x="0" y="67310"/>
                  <a:pt x="67310" y="0"/>
                  <a:pt x="150368" y="0"/>
                </a:cubicBezTo>
                <a:lnTo>
                  <a:pt x="10756392" y="0"/>
                </a:lnTo>
                <a:cubicBezTo>
                  <a:pt x="10839450" y="0"/>
                  <a:pt x="10906761" y="67310"/>
                  <a:pt x="10906761" y="150368"/>
                </a:cubicBezTo>
                <a:lnTo>
                  <a:pt x="10906761" y="789432"/>
                </a:lnTo>
                <a:cubicBezTo>
                  <a:pt x="10906761" y="872490"/>
                  <a:pt x="10839450" y="939800"/>
                  <a:pt x="10756392" y="939800"/>
                </a:cubicBezTo>
                <a:lnTo>
                  <a:pt x="150368" y="939800"/>
                </a:lnTo>
                <a:cubicBezTo>
                  <a:pt x="67310" y="939800"/>
                  <a:pt x="0" y="872490"/>
                  <a:pt x="0" y="789432"/>
                </a:cubicBezTo>
                <a:close/>
              </a:path>
            </a:pathLst>
          </a:custGeom>
          <a:solidFill>
            <a:srgbClr val="E7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24" name="Google Shape;1524;p17"/>
          <p:cNvGrpSpPr/>
          <p:nvPr/>
        </p:nvGrpSpPr>
        <p:grpSpPr>
          <a:xfrm>
            <a:off x="1508760" y="8455628"/>
            <a:ext cx="7749540" cy="308896"/>
            <a:chOff x="0" y="-9525"/>
            <a:chExt cx="10332720" cy="411861"/>
          </a:xfrm>
        </p:grpSpPr>
        <p:sp>
          <p:nvSpPr>
            <p:cNvPr id="1525" name="Google Shape;1525;p17"/>
            <p:cNvSpPr/>
            <p:nvPr/>
          </p:nvSpPr>
          <p:spPr>
            <a:xfrm>
              <a:off x="0" y="0"/>
              <a:ext cx="10332720" cy="402336"/>
            </a:xfrm>
            <a:custGeom>
              <a:rect b="b" l="l" r="r" t="t"/>
              <a:pathLst>
                <a:path extrusionOk="0" h="402336" w="10332720">
                  <a:moveTo>
                    <a:pt x="0" y="0"/>
                  </a:moveTo>
                  <a:lnTo>
                    <a:pt x="10332720" y="0"/>
                  </a:lnTo>
                  <a:lnTo>
                    <a:pt x="10332720" y="402336"/>
                  </a:lnTo>
                  <a:lnTo>
                    <a:pt x="0" y="40233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50400" l="0" r="0" t="-450400"/>
              </a:stretch>
            </a:blipFill>
            <a:ln>
              <a:noFill/>
            </a:ln>
          </p:spPr>
        </p:sp>
        <p:sp>
          <p:nvSpPr>
            <p:cNvPr id="1526" name="Google Shape;1526;p17"/>
            <p:cNvSpPr txBox="1"/>
            <p:nvPr/>
          </p:nvSpPr>
          <p:spPr>
            <a:xfrm>
              <a:off x="0" y="-9525"/>
              <a:ext cx="10332720" cy="4118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320" u="none" cap="none" strike="noStrike">
                  <a:solidFill>
                    <a:srgbClr val="2E8B72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หลังคลิป: “Underlay + Overlay ทำงาน และ PC-A ติดต่อ PC-B ได้”</a:t>
              </a:r>
              <a:endParaRPr/>
            </a:p>
          </p:txBody>
        </p:sp>
      </p:grpSp>
      <p:grpSp>
        <p:nvGrpSpPr>
          <p:cNvPr id="1527" name="Google Shape;1527;p17"/>
          <p:cNvGrpSpPr/>
          <p:nvPr/>
        </p:nvGrpSpPr>
        <p:grpSpPr>
          <a:xfrm>
            <a:off x="12550140" y="9484328"/>
            <a:ext cx="4389120" cy="254032"/>
            <a:chOff x="0" y="-9525"/>
            <a:chExt cx="5852160" cy="338709"/>
          </a:xfrm>
        </p:grpSpPr>
        <p:sp>
          <p:nvSpPr>
            <p:cNvPr id="1528" name="Google Shape;1528;p17"/>
            <p:cNvSpPr/>
            <p:nvPr/>
          </p:nvSpPr>
          <p:spPr>
            <a:xfrm>
              <a:off x="0" y="0"/>
              <a:ext cx="5852160" cy="329184"/>
            </a:xfrm>
            <a:custGeom>
              <a:rect b="b" l="l" r="r" t="t"/>
              <a:pathLst>
                <a:path extrusionOk="0" h="329184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329184"/>
                  </a:lnTo>
                  <a:lnTo>
                    <a:pt x="0" y="32918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96404" l="0" r="0" t="-296404"/>
              </a:stretch>
            </a:blipFill>
            <a:ln>
              <a:noFill/>
            </a:ln>
          </p:spPr>
        </p:sp>
        <p:sp>
          <p:nvSpPr>
            <p:cNvPr id="1529" name="Google Shape;1529;p17"/>
            <p:cNvSpPr txBox="1"/>
            <p:nvPr/>
          </p:nvSpPr>
          <p:spPr>
            <a:xfrm>
              <a:off x="0" y="-9525"/>
              <a:ext cx="5852160" cy="3387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5" u="none" cap="none" strike="noStrike">
                  <a:solidFill>
                    <a:srgbClr val="8795A4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Source: Cisco CCNP Enterprise • Chapter 23</a:t>
              </a:r>
              <a:endParaRPr/>
            </a:p>
          </p:txBody>
        </p:sp>
      </p:grpSp>
      <p:sp>
        <p:nvSpPr>
          <p:cNvPr id="1530" name="Google Shape;1530;p17"/>
          <p:cNvSpPr txBox="1"/>
          <p:nvPr/>
        </p:nvSpPr>
        <p:spPr>
          <a:xfrm>
            <a:off x="16527780" y="9806940"/>
            <a:ext cx="10287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B7785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17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9FC"/>
        </a:solidFill>
      </p:bgPr>
    </p:bg>
    <p:spTree>
      <p:nvGrpSpPr>
        <p:cNvPr id="1538" name="Shape 1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39" name="Google Shape;1539;p18"/>
          <p:cNvCxnSpPr/>
          <p:nvPr/>
        </p:nvCxnSpPr>
        <p:spPr>
          <a:xfrm rot="3840">
            <a:off x="607685" y="9802178"/>
            <a:ext cx="17026900" cy="0"/>
          </a:xfrm>
          <a:prstGeom prst="straightConnector1">
            <a:avLst/>
          </a:prstGeom>
          <a:noFill/>
          <a:ln cap="rnd" cmpd="sng" w="9525">
            <a:solidFill>
              <a:srgbClr val="D6E0EA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540" name="Google Shape;1540;p18"/>
          <p:cNvGrpSpPr/>
          <p:nvPr/>
        </p:nvGrpSpPr>
        <p:grpSpPr>
          <a:xfrm>
            <a:off x="754380" y="9868376"/>
            <a:ext cx="11658600" cy="254032"/>
            <a:chOff x="0" y="-9525"/>
            <a:chExt cx="15544800" cy="338709"/>
          </a:xfrm>
        </p:grpSpPr>
        <p:sp>
          <p:nvSpPr>
            <p:cNvPr id="1541" name="Google Shape;1541;p18"/>
            <p:cNvSpPr/>
            <p:nvPr/>
          </p:nvSpPr>
          <p:spPr>
            <a:xfrm>
              <a:off x="0" y="0"/>
              <a:ext cx="15544800" cy="329184"/>
            </a:xfrm>
            <a:custGeom>
              <a:rect b="b" l="l" r="r" t="t"/>
              <a:pathLst>
                <a:path extrusionOk="0" h="329184" w="15544800">
                  <a:moveTo>
                    <a:pt x="0" y="0"/>
                  </a:moveTo>
                  <a:lnTo>
                    <a:pt x="15544800" y="0"/>
                  </a:lnTo>
                  <a:lnTo>
                    <a:pt x="15544800" y="329184"/>
                  </a:lnTo>
                  <a:lnTo>
                    <a:pt x="0" y="32918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870132" l="0" r="0" t="-870132"/>
              </a:stretch>
            </a:blipFill>
            <a:ln>
              <a:noFill/>
            </a:ln>
          </p:spPr>
        </p:sp>
        <p:sp>
          <p:nvSpPr>
            <p:cNvPr id="1542" name="Google Shape;1542;p18"/>
            <p:cNvSpPr txBox="1"/>
            <p:nvPr/>
          </p:nvSpPr>
          <p:spPr>
            <a:xfrm>
              <a:off x="0" y="-9525"/>
              <a:ext cx="15544800" cy="3387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5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FABRIC TECHNOLOGIES  •  CCNP ENTERPRISE / CHAPTER 23</a:t>
              </a:r>
              <a:endParaRPr/>
            </a:p>
          </p:txBody>
        </p:sp>
      </p:grpSp>
      <p:grpSp>
        <p:nvGrpSpPr>
          <p:cNvPr id="1543" name="Google Shape;1543;p18"/>
          <p:cNvGrpSpPr/>
          <p:nvPr/>
        </p:nvGrpSpPr>
        <p:grpSpPr>
          <a:xfrm>
            <a:off x="822960" y="480060"/>
            <a:ext cx="6172200" cy="301752"/>
            <a:chOff x="0" y="0"/>
            <a:chExt cx="8229600" cy="402336"/>
          </a:xfrm>
        </p:grpSpPr>
        <p:sp>
          <p:nvSpPr>
            <p:cNvPr id="1544" name="Google Shape;1544;p18"/>
            <p:cNvSpPr/>
            <p:nvPr/>
          </p:nvSpPr>
          <p:spPr>
            <a:xfrm>
              <a:off x="0" y="0"/>
              <a:ext cx="8229600" cy="402336"/>
            </a:xfrm>
            <a:custGeom>
              <a:rect b="b" l="l" r="r" t="t"/>
              <a:pathLst>
                <a:path extrusionOk="0" h="402336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402336"/>
                  </a:lnTo>
                  <a:lnTo>
                    <a:pt x="0" y="40233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48534" l="0" r="0" t="-348534"/>
              </a:stretch>
            </a:blipFill>
            <a:ln>
              <a:noFill/>
            </a:ln>
          </p:spPr>
        </p:sp>
        <p:sp>
          <p:nvSpPr>
            <p:cNvPr id="1545" name="Google Shape;1545;p18"/>
            <p:cNvSpPr txBox="1"/>
            <p:nvPr/>
          </p:nvSpPr>
          <p:spPr>
            <a:xfrm>
              <a:off x="0" y="0"/>
              <a:ext cx="8229600" cy="4023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75" u="none" cap="none" strike="noStrike">
                  <a:solidFill>
                    <a:srgbClr val="1FA7C8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17 / DEMO VIDEO 2</a:t>
              </a:r>
              <a:endParaRPr/>
            </a:p>
          </p:txBody>
        </p:sp>
      </p:grpSp>
      <p:grpSp>
        <p:nvGrpSpPr>
          <p:cNvPr id="1546" name="Google Shape;1546;p18"/>
          <p:cNvGrpSpPr/>
          <p:nvPr/>
        </p:nvGrpSpPr>
        <p:grpSpPr>
          <a:xfrm>
            <a:off x="822960" y="884396"/>
            <a:ext cx="16322040" cy="761524"/>
            <a:chOff x="0" y="-9525"/>
            <a:chExt cx="21762720" cy="1015365"/>
          </a:xfrm>
        </p:grpSpPr>
        <p:sp>
          <p:nvSpPr>
            <p:cNvPr id="1547" name="Google Shape;1547;p18"/>
            <p:cNvSpPr/>
            <p:nvPr/>
          </p:nvSpPr>
          <p:spPr>
            <a:xfrm>
              <a:off x="0" y="0"/>
              <a:ext cx="21762720" cy="1005840"/>
            </a:xfrm>
            <a:custGeom>
              <a:rect b="b" l="l" r="r" t="t"/>
              <a:pathLst>
                <a:path extrusionOk="0" h="100584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005840"/>
                  </a:lnTo>
                  <a:lnTo>
                    <a:pt x="0" y="10058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71585" l="0" r="0" t="-371585"/>
              </a:stretch>
            </a:blipFill>
            <a:ln>
              <a:noFill/>
            </a:ln>
          </p:spPr>
        </p:sp>
        <p:sp>
          <p:nvSpPr>
            <p:cNvPr id="1548" name="Google Shape;1548;p18"/>
            <p:cNvSpPr txBox="1"/>
            <p:nvPr/>
          </p:nvSpPr>
          <p:spPr>
            <a:xfrm>
              <a:off x="0" y="-9525"/>
              <a:ext cx="21762720" cy="10153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200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Troubleshooting Scenario</a:t>
              </a:r>
              <a:endParaRPr/>
            </a:p>
          </p:txBody>
        </p:sp>
      </p:grpSp>
      <p:grpSp>
        <p:nvGrpSpPr>
          <p:cNvPr id="1549" name="Google Shape;1549;p18"/>
          <p:cNvGrpSpPr/>
          <p:nvPr/>
        </p:nvGrpSpPr>
        <p:grpSpPr>
          <a:xfrm>
            <a:off x="822960" y="1728216"/>
            <a:ext cx="16459200" cy="521208"/>
            <a:chOff x="0" y="0"/>
            <a:chExt cx="21945600" cy="694944"/>
          </a:xfrm>
        </p:grpSpPr>
        <p:sp>
          <p:nvSpPr>
            <p:cNvPr id="1550" name="Google Shape;1550;p18"/>
            <p:cNvSpPr/>
            <p:nvPr/>
          </p:nvSpPr>
          <p:spPr>
            <a:xfrm>
              <a:off x="0" y="0"/>
              <a:ext cx="21945600" cy="694944"/>
            </a:xfrm>
            <a:custGeom>
              <a:rect b="b" l="l" r="r" t="t"/>
              <a:pathLst>
                <a:path extrusionOk="0" h="69494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94944"/>
                  </a:lnTo>
                  <a:lnTo>
                    <a:pt x="0" y="69494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65309" l="0" r="0" t="-565309"/>
              </a:stretch>
            </a:blipFill>
            <a:ln>
              <a:noFill/>
            </a:ln>
          </p:spPr>
        </p:sp>
        <p:sp>
          <p:nvSpPr>
            <p:cNvPr id="1551" name="Google Shape;1551;p18"/>
            <p:cNvSpPr txBox="1"/>
            <p:nvPr/>
          </p:nvSpPr>
          <p:spPr>
            <a:xfrm>
              <a:off x="0" y="0"/>
              <a:ext cx="21945600" cy="6949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75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Interface Down → Underlay Fail → Overlay Fail → no shutdown → Verify</a:t>
              </a:r>
              <a:endParaRPr/>
            </a:p>
          </p:txBody>
        </p:sp>
      </p:grpSp>
      <p:sp>
        <p:nvSpPr>
          <p:cNvPr id="1552" name="Google Shape;1552;p18"/>
          <p:cNvSpPr/>
          <p:nvPr/>
        </p:nvSpPr>
        <p:spPr>
          <a:xfrm>
            <a:off x="1019175" y="2733675"/>
            <a:ext cx="2693670" cy="1390650"/>
          </a:xfrm>
          <a:custGeom>
            <a:rect b="b" l="l" r="r" t="t"/>
            <a:pathLst>
              <a:path extrusionOk="0" h="1854200" w="3591560">
                <a:moveTo>
                  <a:pt x="0" y="148336"/>
                </a:moveTo>
                <a:cubicBezTo>
                  <a:pt x="0" y="66421"/>
                  <a:pt x="66421" y="0"/>
                  <a:pt x="148336" y="0"/>
                </a:cubicBezTo>
                <a:lnTo>
                  <a:pt x="3443224" y="0"/>
                </a:lnTo>
                <a:cubicBezTo>
                  <a:pt x="3525139" y="0"/>
                  <a:pt x="3591560" y="66421"/>
                  <a:pt x="3591560" y="148336"/>
                </a:cubicBezTo>
                <a:lnTo>
                  <a:pt x="3591560" y="1705864"/>
                </a:lnTo>
                <a:cubicBezTo>
                  <a:pt x="3591560" y="1787779"/>
                  <a:pt x="3525139" y="1854200"/>
                  <a:pt x="3443224" y="1854200"/>
                </a:cubicBezTo>
                <a:lnTo>
                  <a:pt x="148336" y="1854200"/>
                </a:lnTo>
                <a:cubicBezTo>
                  <a:pt x="66421" y="1854200"/>
                  <a:pt x="0" y="1787779"/>
                  <a:pt x="0" y="1705864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D6E0E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3" name="Google Shape;1553;p18"/>
          <p:cNvSpPr/>
          <p:nvPr/>
        </p:nvSpPr>
        <p:spPr>
          <a:xfrm>
            <a:off x="1170051" y="2911983"/>
            <a:ext cx="485394" cy="485394"/>
          </a:xfrm>
          <a:custGeom>
            <a:rect b="b" l="l" r="r" t="t"/>
            <a:pathLst>
              <a:path extrusionOk="0" h="647192" w="647192">
                <a:moveTo>
                  <a:pt x="0" y="323596"/>
                </a:moveTo>
                <a:cubicBezTo>
                  <a:pt x="0" y="144907"/>
                  <a:pt x="144907" y="0"/>
                  <a:pt x="323596" y="0"/>
                </a:cubicBezTo>
                <a:cubicBezTo>
                  <a:pt x="502285" y="0"/>
                  <a:pt x="647192" y="144907"/>
                  <a:pt x="647192" y="323596"/>
                </a:cubicBezTo>
                <a:cubicBezTo>
                  <a:pt x="647192" y="502285"/>
                  <a:pt x="502285" y="647192"/>
                  <a:pt x="323596" y="647192"/>
                </a:cubicBezTo>
                <a:cubicBezTo>
                  <a:pt x="144907" y="647192"/>
                  <a:pt x="0" y="502285"/>
                  <a:pt x="0" y="323596"/>
                </a:cubicBezTo>
                <a:close/>
              </a:path>
            </a:pathLst>
          </a:custGeom>
          <a:solidFill>
            <a:srgbClr val="C85151"/>
          </a:solidFill>
          <a:ln cap="sq" cmpd="sng" w="1905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54" name="Google Shape;1554;p18"/>
          <p:cNvGrpSpPr/>
          <p:nvPr/>
        </p:nvGrpSpPr>
        <p:grpSpPr>
          <a:xfrm>
            <a:off x="1165860" y="3017520"/>
            <a:ext cx="493776" cy="274320"/>
            <a:chOff x="0" y="0"/>
            <a:chExt cx="658368" cy="365760"/>
          </a:xfrm>
        </p:grpSpPr>
        <p:sp>
          <p:nvSpPr>
            <p:cNvPr id="1555" name="Google Shape;1555;p18"/>
            <p:cNvSpPr/>
            <p:nvPr/>
          </p:nvSpPr>
          <p:spPr>
            <a:xfrm>
              <a:off x="0" y="0"/>
              <a:ext cx="658368" cy="365760"/>
            </a:xfrm>
            <a:custGeom>
              <a:rect b="b" l="l" r="r" t="t"/>
              <a:pathLst>
                <a:path extrusionOk="0" h="365760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365760"/>
                  </a:lnTo>
                  <a:lnTo>
                    <a:pt x="0" y="3657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21280" r="-21280" t="0"/>
              </a:stretch>
            </a:blipFill>
            <a:ln>
              <a:noFill/>
            </a:ln>
          </p:spPr>
        </p:sp>
        <p:sp>
          <p:nvSpPr>
            <p:cNvPr id="1556" name="Google Shape;1556;p18"/>
            <p:cNvSpPr txBox="1"/>
            <p:nvPr/>
          </p:nvSpPr>
          <p:spPr>
            <a:xfrm>
              <a:off x="0" y="0"/>
              <a:ext cx="658368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50" u="none" cap="none" strike="noStrike">
                  <a:solidFill>
                    <a:srgbClr val="FFFFFF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1</a:t>
              </a:r>
              <a:endParaRPr/>
            </a:p>
          </p:txBody>
        </p:sp>
      </p:grpSp>
      <p:grpSp>
        <p:nvGrpSpPr>
          <p:cNvPr id="1557" name="Google Shape;1557;p18"/>
          <p:cNvGrpSpPr/>
          <p:nvPr/>
        </p:nvGrpSpPr>
        <p:grpSpPr>
          <a:xfrm>
            <a:off x="1783080" y="3017520"/>
            <a:ext cx="1645920" cy="411480"/>
            <a:chOff x="0" y="0"/>
            <a:chExt cx="2194560" cy="548640"/>
          </a:xfrm>
        </p:grpSpPr>
        <p:sp>
          <p:nvSpPr>
            <p:cNvPr id="1558" name="Google Shape;1558;p18"/>
            <p:cNvSpPr/>
            <p:nvPr/>
          </p:nvSpPr>
          <p:spPr>
            <a:xfrm>
              <a:off x="0" y="0"/>
              <a:ext cx="2194560" cy="548640"/>
            </a:xfrm>
            <a:custGeom>
              <a:rect b="b" l="l" r="r" t="t"/>
              <a:pathLst>
                <a:path extrusionOk="0" h="54864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548640"/>
                  </a:lnTo>
                  <a:lnTo>
                    <a:pt x="0" y="5486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7940" l="0" r="0" t="-27940"/>
              </a:stretch>
            </a:blipFill>
            <a:ln>
              <a:noFill/>
            </a:ln>
          </p:spPr>
        </p:sp>
        <p:sp>
          <p:nvSpPr>
            <p:cNvPr id="1559" name="Google Shape;1559;p18"/>
            <p:cNvSpPr txBox="1"/>
            <p:nvPr/>
          </p:nvSpPr>
          <p:spPr>
            <a:xfrm>
              <a:off x="0" y="9525"/>
              <a:ext cx="2194560" cy="5391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3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75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Interface Down</a:t>
              </a:r>
              <a:endParaRPr/>
            </a:p>
          </p:txBody>
        </p:sp>
      </p:grpSp>
      <p:cxnSp>
        <p:nvCxnSpPr>
          <p:cNvPr id="1560" name="Google Shape;1560;p18"/>
          <p:cNvCxnSpPr/>
          <p:nvPr/>
        </p:nvCxnSpPr>
        <p:spPr>
          <a:xfrm rot="191400">
            <a:off x="3686680" y="3419475"/>
            <a:ext cx="581930" cy="0"/>
          </a:xfrm>
          <a:prstGeom prst="straightConnector1">
            <a:avLst/>
          </a:prstGeom>
          <a:noFill/>
          <a:ln cap="rnd" cmpd="sng" w="19050">
            <a:solidFill>
              <a:srgbClr val="D6E0E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61" name="Google Shape;1561;p18"/>
          <p:cNvSpPr/>
          <p:nvPr/>
        </p:nvSpPr>
        <p:spPr>
          <a:xfrm>
            <a:off x="4269867" y="2733675"/>
            <a:ext cx="2693670" cy="1390650"/>
          </a:xfrm>
          <a:custGeom>
            <a:rect b="b" l="l" r="r" t="t"/>
            <a:pathLst>
              <a:path extrusionOk="0" h="1854200" w="3591560">
                <a:moveTo>
                  <a:pt x="0" y="148336"/>
                </a:moveTo>
                <a:cubicBezTo>
                  <a:pt x="0" y="66421"/>
                  <a:pt x="66421" y="0"/>
                  <a:pt x="148336" y="0"/>
                </a:cubicBezTo>
                <a:lnTo>
                  <a:pt x="3443224" y="0"/>
                </a:lnTo>
                <a:cubicBezTo>
                  <a:pt x="3525139" y="0"/>
                  <a:pt x="3591560" y="66421"/>
                  <a:pt x="3591560" y="148336"/>
                </a:cubicBezTo>
                <a:lnTo>
                  <a:pt x="3591560" y="1705864"/>
                </a:lnTo>
                <a:cubicBezTo>
                  <a:pt x="3591560" y="1787779"/>
                  <a:pt x="3525139" y="1854200"/>
                  <a:pt x="3443224" y="1854200"/>
                </a:cubicBezTo>
                <a:lnTo>
                  <a:pt x="148336" y="1854200"/>
                </a:lnTo>
                <a:cubicBezTo>
                  <a:pt x="66421" y="1854200"/>
                  <a:pt x="0" y="1787779"/>
                  <a:pt x="0" y="1705864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D6E0E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2" name="Google Shape;1562;p18"/>
          <p:cNvSpPr/>
          <p:nvPr/>
        </p:nvSpPr>
        <p:spPr>
          <a:xfrm>
            <a:off x="4420743" y="2911983"/>
            <a:ext cx="485394" cy="485394"/>
          </a:xfrm>
          <a:custGeom>
            <a:rect b="b" l="l" r="r" t="t"/>
            <a:pathLst>
              <a:path extrusionOk="0" h="647192" w="647192">
                <a:moveTo>
                  <a:pt x="0" y="323596"/>
                </a:moveTo>
                <a:cubicBezTo>
                  <a:pt x="0" y="144907"/>
                  <a:pt x="144907" y="0"/>
                  <a:pt x="323596" y="0"/>
                </a:cubicBezTo>
                <a:cubicBezTo>
                  <a:pt x="502285" y="0"/>
                  <a:pt x="647192" y="144907"/>
                  <a:pt x="647192" y="323596"/>
                </a:cubicBezTo>
                <a:cubicBezTo>
                  <a:pt x="647192" y="502285"/>
                  <a:pt x="502285" y="647192"/>
                  <a:pt x="323596" y="647192"/>
                </a:cubicBezTo>
                <a:cubicBezTo>
                  <a:pt x="144907" y="647192"/>
                  <a:pt x="0" y="502285"/>
                  <a:pt x="0" y="323596"/>
                </a:cubicBezTo>
                <a:close/>
              </a:path>
            </a:pathLst>
          </a:custGeom>
          <a:solidFill>
            <a:srgbClr val="C85151"/>
          </a:solidFill>
          <a:ln cap="sq" cmpd="sng" w="1905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63" name="Google Shape;1563;p18"/>
          <p:cNvGrpSpPr/>
          <p:nvPr/>
        </p:nvGrpSpPr>
        <p:grpSpPr>
          <a:xfrm>
            <a:off x="4416552" y="3017520"/>
            <a:ext cx="493776" cy="274320"/>
            <a:chOff x="0" y="0"/>
            <a:chExt cx="658368" cy="365760"/>
          </a:xfrm>
        </p:grpSpPr>
        <p:sp>
          <p:nvSpPr>
            <p:cNvPr id="1564" name="Google Shape;1564;p18"/>
            <p:cNvSpPr/>
            <p:nvPr/>
          </p:nvSpPr>
          <p:spPr>
            <a:xfrm>
              <a:off x="0" y="0"/>
              <a:ext cx="658368" cy="365760"/>
            </a:xfrm>
            <a:custGeom>
              <a:rect b="b" l="l" r="r" t="t"/>
              <a:pathLst>
                <a:path extrusionOk="0" h="365760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365760"/>
                  </a:lnTo>
                  <a:lnTo>
                    <a:pt x="0" y="3657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21280" r="-21280" t="0"/>
              </a:stretch>
            </a:blipFill>
            <a:ln>
              <a:noFill/>
            </a:ln>
          </p:spPr>
        </p:sp>
        <p:sp>
          <p:nvSpPr>
            <p:cNvPr id="1565" name="Google Shape;1565;p18"/>
            <p:cNvSpPr txBox="1"/>
            <p:nvPr/>
          </p:nvSpPr>
          <p:spPr>
            <a:xfrm>
              <a:off x="0" y="0"/>
              <a:ext cx="658368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50" u="none" cap="none" strike="noStrike">
                  <a:solidFill>
                    <a:srgbClr val="FFFFFF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2</a:t>
              </a:r>
              <a:endParaRPr/>
            </a:p>
          </p:txBody>
        </p:sp>
      </p:grpSp>
      <p:grpSp>
        <p:nvGrpSpPr>
          <p:cNvPr id="1566" name="Google Shape;1566;p18"/>
          <p:cNvGrpSpPr/>
          <p:nvPr/>
        </p:nvGrpSpPr>
        <p:grpSpPr>
          <a:xfrm>
            <a:off x="5033772" y="3017520"/>
            <a:ext cx="1645920" cy="411480"/>
            <a:chOff x="0" y="0"/>
            <a:chExt cx="2194560" cy="548640"/>
          </a:xfrm>
        </p:grpSpPr>
        <p:sp>
          <p:nvSpPr>
            <p:cNvPr id="1567" name="Google Shape;1567;p18"/>
            <p:cNvSpPr/>
            <p:nvPr/>
          </p:nvSpPr>
          <p:spPr>
            <a:xfrm>
              <a:off x="0" y="0"/>
              <a:ext cx="2194560" cy="548640"/>
            </a:xfrm>
            <a:custGeom>
              <a:rect b="b" l="l" r="r" t="t"/>
              <a:pathLst>
                <a:path extrusionOk="0" h="54864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548640"/>
                  </a:lnTo>
                  <a:lnTo>
                    <a:pt x="0" y="5486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7940" l="0" r="0" t="-27940"/>
              </a:stretch>
            </a:blipFill>
            <a:ln>
              <a:noFill/>
            </a:ln>
          </p:spPr>
        </p:sp>
        <p:sp>
          <p:nvSpPr>
            <p:cNvPr id="1568" name="Google Shape;1568;p18"/>
            <p:cNvSpPr txBox="1"/>
            <p:nvPr/>
          </p:nvSpPr>
          <p:spPr>
            <a:xfrm>
              <a:off x="0" y="9525"/>
              <a:ext cx="2194560" cy="5391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3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75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Underlay Fail</a:t>
              </a:r>
              <a:endParaRPr/>
            </a:p>
          </p:txBody>
        </p:sp>
      </p:grpSp>
      <p:cxnSp>
        <p:nvCxnSpPr>
          <p:cNvPr id="1569" name="Google Shape;1569;p18"/>
          <p:cNvCxnSpPr/>
          <p:nvPr/>
        </p:nvCxnSpPr>
        <p:spPr>
          <a:xfrm rot="191400">
            <a:off x="6937372" y="3419475"/>
            <a:ext cx="581930" cy="0"/>
          </a:xfrm>
          <a:prstGeom prst="straightConnector1">
            <a:avLst/>
          </a:prstGeom>
          <a:noFill/>
          <a:ln cap="rnd" cmpd="sng" w="19050">
            <a:solidFill>
              <a:srgbClr val="D6E0E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70" name="Google Shape;1570;p18"/>
          <p:cNvSpPr/>
          <p:nvPr/>
        </p:nvSpPr>
        <p:spPr>
          <a:xfrm>
            <a:off x="7520559" y="2733675"/>
            <a:ext cx="2693670" cy="1390650"/>
          </a:xfrm>
          <a:custGeom>
            <a:rect b="b" l="l" r="r" t="t"/>
            <a:pathLst>
              <a:path extrusionOk="0" h="1854200" w="3591560">
                <a:moveTo>
                  <a:pt x="0" y="148336"/>
                </a:moveTo>
                <a:cubicBezTo>
                  <a:pt x="0" y="66421"/>
                  <a:pt x="66421" y="0"/>
                  <a:pt x="148336" y="0"/>
                </a:cubicBezTo>
                <a:lnTo>
                  <a:pt x="3443224" y="0"/>
                </a:lnTo>
                <a:cubicBezTo>
                  <a:pt x="3525139" y="0"/>
                  <a:pt x="3591560" y="66421"/>
                  <a:pt x="3591560" y="148336"/>
                </a:cubicBezTo>
                <a:lnTo>
                  <a:pt x="3591560" y="1705864"/>
                </a:lnTo>
                <a:cubicBezTo>
                  <a:pt x="3591560" y="1787779"/>
                  <a:pt x="3525139" y="1854200"/>
                  <a:pt x="3443224" y="1854200"/>
                </a:cubicBezTo>
                <a:lnTo>
                  <a:pt x="148336" y="1854200"/>
                </a:lnTo>
                <a:cubicBezTo>
                  <a:pt x="66421" y="1854200"/>
                  <a:pt x="0" y="1787779"/>
                  <a:pt x="0" y="1705864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D6E0E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1" name="Google Shape;1571;p18"/>
          <p:cNvSpPr/>
          <p:nvPr/>
        </p:nvSpPr>
        <p:spPr>
          <a:xfrm>
            <a:off x="7671435" y="2911983"/>
            <a:ext cx="485394" cy="485394"/>
          </a:xfrm>
          <a:custGeom>
            <a:rect b="b" l="l" r="r" t="t"/>
            <a:pathLst>
              <a:path extrusionOk="0" h="647192" w="647192">
                <a:moveTo>
                  <a:pt x="0" y="323596"/>
                </a:moveTo>
                <a:cubicBezTo>
                  <a:pt x="0" y="144907"/>
                  <a:pt x="144907" y="0"/>
                  <a:pt x="323596" y="0"/>
                </a:cubicBezTo>
                <a:cubicBezTo>
                  <a:pt x="502285" y="0"/>
                  <a:pt x="647192" y="144907"/>
                  <a:pt x="647192" y="323596"/>
                </a:cubicBezTo>
                <a:cubicBezTo>
                  <a:pt x="647192" y="502285"/>
                  <a:pt x="502285" y="647192"/>
                  <a:pt x="323596" y="647192"/>
                </a:cubicBezTo>
                <a:cubicBezTo>
                  <a:pt x="144907" y="647192"/>
                  <a:pt x="0" y="502285"/>
                  <a:pt x="0" y="323596"/>
                </a:cubicBezTo>
                <a:close/>
              </a:path>
            </a:pathLst>
          </a:custGeom>
          <a:solidFill>
            <a:srgbClr val="E48A2A"/>
          </a:solidFill>
          <a:ln cap="sq" cmpd="sng" w="1905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72" name="Google Shape;1572;p18"/>
          <p:cNvGrpSpPr/>
          <p:nvPr/>
        </p:nvGrpSpPr>
        <p:grpSpPr>
          <a:xfrm>
            <a:off x="7667244" y="3017520"/>
            <a:ext cx="493776" cy="274320"/>
            <a:chOff x="0" y="0"/>
            <a:chExt cx="658368" cy="365760"/>
          </a:xfrm>
        </p:grpSpPr>
        <p:sp>
          <p:nvSpPr>
            <p:cNvPr id="1573" name="Google Shape;1573;p18"/>
            <p:cNvSpPr/>
            <p:nvPr/>
          </p:nvSpPr>
          <p:spPr>
            <a:xfrm>
              <a:off x="0" y="0"/>
              <a:ext cx="658368" cy="365760"/>
            </a:xfrm>
            <a:custGeom>
              <a:rect b="b" l="l" r="r" t="t"/>
              <a:pathLst>
                <a:path extrusionOk="0" h="365760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365760"/>
                  </a:lnTo>
                  <a:lnTo>
                    <a:pt x="0" y="3657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21280" r="-21280" t="0"/>
              </a:stretch>
            </a:blipFill>
            <a:ln>
              <a:noFill/>
            </a:ln>
          </p:spPr>
        </p:sp>
        <p:sp>
          <p:nvSpPr>
            <p:cNvPr id="1574" name="Google Shape;1574;p18"/>
            <p:cNvSpPr txBox="1"/>
            <p:nvPr/>
          </p:nvSpPr>
          <p:spPr>
            <a:xfrm>
              <a:off x="0" y="0"/>
              <a:ext cx="658368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50" u="none" cap="none" strike="noStrike">
                  <a:solidFill>
                    <a:srgbClr val="FFFFFF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3</a:t>
              </a:r>
              <a:endParaRPr/>
            </a:p>
          </p:txBody>
        </p:sp>
      </p:grpSp>
      <p:grpSp>
        <p:nvGrpSpPr>
          <p:cNvPr id="1575" name="Google Shape;1575;p18"/>
          <p:cNvGrpSpPr/>
          <p:nvPr/>
        </p:nvGrpSpPr>
        <p:grpSpPr>
          <a:xfrm>
            <a:off x="8284464" y="3017520"/>
            <a:ext cx="1645920" cy="411480"/>
            <a:chOff x="0" y="0"/>
            <a:chExt cx="2194560" cy="548640"/>
          </a:xfrm>
        </p:grpSpPr>
        <p:sp>
          <p:nvSpPr>
            <p:cNvPr id="1576" name="Google Shape;1576;p18"/>
            <p:cNvSpPr/>
            <p:nvPr/>
          </p:nvSpPr>
          <p:spPr>
            <a:xfrm>
              <a:off x="0" y="0"/>
              <a:ext cx="2194560" cy="548640"/>
            </a:xfrm>
            <a:custGeom>
              <a:rect b="b" l="l" r="r" t="t"/>
              <a:pathLst>
                <a:path extrusionOk="0" h="54864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548640"/>
                  </a:lnTo>
                  <a:lnTo>
                    <a:pt x="0" y="5486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7940" l="0" r="0" t="-27940"/>
              </a:stretch>
            </a:blipFill>
            <a:ln>
              <a:noFill/>
            </a:ln>
          </p:spPr>
        </p:sp>
        <p:sp>
          <p:nvSpPr>
            <p:cNvPr id="1577" name="Google Shape;1577;p18"/>
            <p:cNvSpPr txBox="1"/>
            <p:nvPr/>
          </p:nvSpPr>
          <p:spPr>
            <a:xfrm>
              <a:off x="0" y="9525"/>
              <a:ext cx="2194560" cy="5391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3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75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Overlay Fail</a:t>
              </a:r>
              <a:endParaRPr/>
            </a:p>
          </p:txBody>
        </p:sp>
      </p:grpSp>
      <p:cxnSp>
        <p:nvCxnSpPr>
          <p:cNvPr id="1578" name="Google Shape;1578;p18"/>
          <p:cNvCxnSpPr/>
          <p:nvPr/>
        </p:nvCxnSpPr>
        <p:spPr>
          <a:xfrm rot="191400">
            <a:off x="10188064" y="3419475"/>
            <a:ext cx="581930" cy="0"/>
          </a:xfrm>
          <a:prstGeom prst="straightConnector1">
            <a:avLst/>
          </a:prstGeom>
          <a:noFill/>
          <a:ln cap="rnd" cmpd="sng" w="19050">
            <a:solidFill>
              <a:srgbClr val="D6E0E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79" name="Google Shape;1579;p18"/>
          <p:cNvSpPr/>
          <p:nvPr/>
        </p:nvSpPr>
        <p:spPr>
          <a:xfrm>
            <a:off x="10771251" y="2733675"/>
            <a:ext cx="2693670" cy="1390650"/>
          </a:xfrm>
          <a:custGeom>
            <a:rect b="b" l="l" r="r" t="t"/>
            <a:pathLst>
              <a:path extrusionOk="0" h="1854200" w="3591560">
                <a:moveTo>
                  <a:pt x="0" y="148336"/>
                </a:moveTo>
                <a:cubicBezTo>
                  <a:pt x="0" y="66421"/>
                  <a:pt x="66421" y="0"/>
                  <a:pt x="148336" y="0"/>
                </a:cubicBezTo>
                <a:lnTo>
                  <a:pt x="3443224" y="0"/>
                </a:lnTo>
                <a:cubicBezTo>
                  <a:pt x="3525139" y="0"/>
                  <a:pt x="3591560" y="66421"/>
                  <a:pt x="3591560" y="148336"/>
                </a:cubicBezTo>
                <a:lnTo>
                  <a:pt x="3591560" y="1705864"/>
                </a:lnTo>
                <a:cubicBezTo>
                  <a:pt x="3591560" y="1787779"/>
                  <a:pt x="3525139" y="1854200"/>
                  <a:pt x="3443224" y="1854200"/>
                </a:cubicBezTo>
                <a:lnTo>
                  <a:pt x="148336" y="1854200"/>
                </a:lnTo>
                <a:cubicBezTo>
                  <a:pt x="66421" y="1854200"/>
                  <a:pt x="0" y="1787779"/>
                  <a:pt x="0" y="1705864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D6E0E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0" name="Google Shape;1580;p18"/>
          <p:cNvSpPr/>
          <p:nvPr/>
        </p:nvSpPr>
        <p:spPr>
          <a:xfrm>
            <a:off x="10922127" y="2911983"/>
            <a:ext cx="485394" cy="485394"/>
          </a:xfrm>
          <a:custGeom>
            <a:rect b="b" l="l" r="r" t="t"/>
            <a:pathLst>
              <a:path extrusionOk="0" h="647192" w="647192">
                <a:moveTo>
                  <a:pt x="0" y="323596"/>
                </a:moveTo>
                <a:cubicBezTo>
                  <a:pt x="0" y="144907"/>
                  <a:pt x="144907" y="0"/>
                  <a:pt x="323596" y="0"/>
                </a:cubicBezTo>
                <a:cubicBezTo>
                  <a:pt x="502285" y="0"/>
                  <a:pt x="647192" y="144907"/>
                  <a:pt x="647192" y="323596"/>
                </a:cubicBezTo>
                <a:cubicBezTo>
                  <a:pt x="647192" y="502285"/>
                  <a:pt x="502285" y="647192"/>
                  <a:pt x="323596" y="647192"/>
                </a:cubicBezTo>
                <a:cubicBezTo>
                  <a:pt x="144907" y="647192"/>
                  <a:pt x="0" y="502285"/>
                  <a:pt x="0" y="323596"/>
                </a:cubicBezTo>
                <a:close/>
              </a:path>
            </a:pathLst>
          </a:custGeom>
          <a:solidFill>
            <a:srgbClr val="2E8B72"/>
          </a:solidFill>
          <a:ln cap="sq" cmpd="sng" w="1905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81" name="Google Shape;1581;p18"/>
          <p:cNvGrpSpPr/>
          <p:nvPr/>
        </p:nvGrpSpPr>
        <p:grpSpPr>
          <a:xfrm>
            <a:off x="10917936" y="3017520"/>
            <a:ext cx="493776" cy="274320"/>
            <a:chOff x="0" y="0"/>
            <a:chExt cx="658368" cy="365760"/>
          </a:xfrm>
        </p:grpSpPr>
        <p:sp>
          <p:nvSpPr>
            <p:cNvPr id="1582" name="Google Shape;1582;p18"/>
            <p:cNvSpPr/>
            <p:nvPr/>
          </p:nvSpPr>
          <p:spPr>
            <a:xfrm>
              <a:off x="0" y="0"/>
              <a:ext cx="658368" cy="365760"/>
            </a:xfrm>
            <a:custGeom>
              <a:rect b="b" l="l" r="r" t="t"/>
              <a:pathLst>
                <a:path extrusionOk="0" h="365760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365760"/>
                  </a:lnTo>
                  <a:lnTo>
                    <a:pt x="0" y="3657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21280" r="-21280" t="0"/>
              </a:stretch>
            </a:blipFill>
            <a:ln>
              <a:noFill/>
            </a:ln>
          </p:spPr>
        </p:sp>
        <p:sp>
          <p:nvSpPr>
            <p:cNvPr id="1583" name="Google Shape;1583;p18"/>
            <p:cNvSpPr txBox="1"/>
            <p:nvPr/>
          </p:nvSpPr>
          <p:spPr>
            <a:xfrm>
              <a:off x="0" y="0"/>
              <a:ext cx="658368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50" u="none" cap="none" strike="noStrike">
                  <a:solidFill>
                    <a:srgbClr val="FFFFFF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4</a:t>
              </a:r>
              <a:endParaRPr/>
            </a:p>
          </p:txBody>
        </p:sp>
      </p:grpSp>
      <p:grpSp>
        <p:nvGrpSpPr>
          <p:cNvPr id="1584" name="Google Shape;1584;p18"/>
          <p:cNvGrpSpPr/>
          <p:nvPr/>
        </p:nvGrpSpPr>
        <p:grpSpPr>
          <a:xfrm>
            <a:off x="11535156" y="3017520"/>
            <a:ext cx="1645920" cy="411480"/>
            <a:chOff x="0" y="0"/>
            <a:chExt cx="2194560" cy="548640"/>
          </a:xfrm>
        </p:grpSpPr>
        <p:sp>
          <p:nvSpPr>
            <p:cNvPr id="1585" name="Google Shape;1585;p18"/>
            <p:cNvSpPr/>
            <p:nvPr/>
          </p:nvSpPr>
          <p:spPr>
            <a:xfrm>
              <a:off x="0" y="0"/>
              <a:ext cx="2194560" cy="548640"/>
            </a:xfrm>
            <a:custGeom>
              <a:rect b="b" l="l" r="r" t="t"/>
              <a:pathLst>
                <a:path extrusionOk="0" h="54864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548640"/>
                  </a:lnTo>
                  <a:lnTo>
                    <a:pt x="0" y="5486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7940" l="0" r="0" t="-27940"/>
              </a:stretch>
            </a:blipFill>
            <a:ln>
              <a:noFill/>
            </a:ln>
          </p:spPr>
        </p:sp>
        <p:sp>
          <p:nvSpPr>
            <p:cNvPr id="1586" name="Google Shape;1586;p18"/>
            <p:cNvSpPr txBox="1"/>
            <p:nvPr/>
          </p:nvSpPr>
          <p:spPr>
            <a:xfrm>
              <a:off x="0" y="9525"/>
              <a:ext cx="2194560" cy="5391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3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75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no shutdown</a:t>
              </a:r>
              <a:endParaRPr/>
            </a:p>
          </p:txBody>
        </p:sp>
      </p:grpSp>
      <p:cxnSp>
        <p:nvCxnSpPr>
          <p:cNvPr id="1587" name="Google Shape;1587;p18"/>
          <p:cNvCxnSpPr/>
          <p:nvPr/>
        </p:nvCxnSpPr>
        <p:spPr>
          <a:xfrm rot="191400">
            <a:off x="13438756" y="3419475"/>
            <a:ext cx="581930" cy="0"/>
          </a:xfrm>
          <a:prstGeom prst="straightConnector1">
            <a:avLst/>
          </a:prstGeom>
          <a:noFill/>
          <a:ln cap="rnd" cmpd="sng" w="19050">
            <a:solidFill>
              <a:srgbClr val="D6E0E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88" name="Google Shape;1588;p18"/>
          <p:cNvSpPr/>
          <p:nvPr/>
        </p:nvSpPr>
        <p:spPr>
          <a:xfrm>
            <a:off x="14021943" y="2733675"/>
            <a:ext cx="2693670" cy="1390650"/>
          </a:xfrm>
          <a:custGeom>
            <a:rect b="b" l="l" r="r" t="t"/>
            <a:pathLst>
              <a:path extrusionOk="0" h="1854200" w="3591560">
                <a:moveTo>
                  <a:pt x="0" y="148336"/>
                </a:moveTo>
                <a:cubicBezTo>
                  <a:pt x="0" y="66421"/>
                  <a:pt x="66421" y="0"/>
                  <a:pt x="148336" y="0"/>
                </a:cubicBezTo>
                <a:lnTo>
                  <a:pt x="3443224" y="0"/>
                </a:lnTo>
                <a:cubicBezTo>
                  <a:pt x="3525139" y="0"/>
                  <a:pt x="3591560" y="66421"/>
                  <a:pt x="3591560" y="148336"/>
                </a:cubicBezTo>
                <a:lnTo>
                  <a:pt x="3591560" y="1705864"/>
                </a:lnTo>
                <a:cubicBezTo>
                  <a:pt x="3591560" y="1787779"/>
                  <a:pt x="3525139" y="1854200"/>
                  <a:pt x="3443224" y="1854200"/>
                </a:cubicBezTo>
                <a:lnTo>
                  <a:pt x="148336" y="1854200"/>
                </a:lnTo>
                <a:cubicBezTo>
                  <a:pt x="66421" y="1854200"/>
                  <a:pt x="0" y="1787779"/>
                  <a:pt x="0" y="1705864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D6E0E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9" name="Google Shape;1589;p18"/>
          <p:cNvSpPr/>
          <p:nvPr/>
        </p:nvSpPr>
        <p:spPr>
          <a:xfrm>
            <a:off x="14172819" y="2911983"/>
            <a:ext cx="485394" cy="485394"/>
          </a:xfrm>
          <a:custGeom>
            <a:rect b="b" l="l" r="r" t="t"/>
            <a:pathLst>
              <a:path extrusionOk="0" h="647192" w="647192">
                <a:moveTo>
                  <a:pt x="0" y="323596"/>
                </a:moveTo>
                <a:cubicBezTo>
                  <a:pt x="0" y="144907"/>
                  <a:pt x="144907" y="0"/>
                  <a:pt x="323596" y="0"/>
                </a:cubicBezTo>
                <a:cubicBezTo>
                  <a:pt x="502285" y="0"/>
                  <a:pt x="647192" y="144907"/>
                  <a:pt x="647192" y="323596"/>
                </a:cubicBezTo>
                <a:cubicBezTo>
                  <a:pt x="647192" y="502285"/>
                  <a:pt x="502285" y="647192"/>
                  <a:pt x="323596" y="647192"/>
                </a:cubicBezTo>
                <a:cubicBezTo>
                  <a:pt x="144907" y="647192"/>
                  <a:pt x="0" y="502285"/>
                  <a:pt x="0" y="323596"/>
                </a:cubicBezTo>
                <a:close/>
              </a:path>
            </a:pathLst>
          </a:custGeom>
          <a:solidFill>
            <a:srgbClr val="1D6FA5"/>
          </a:solidFill>
          <a:ln cap="sq" cmpd="sng" w="1905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90" name="Google Shape;1590;p18"/>
          <p:cNvGrpSpPr/>
          <p:nvPr/>
        </p:nvGrpSpPr>
        <p:grpSpPr>
          <a:xfrm>
            <a:off x="14168628" y="3017520"/>
            <a:ext cx="493776" cy="274320"/>
            <a:chOff x="0" y="0"/>
            <a:chExt cx="658368" cy="365760"/>
          </a:xfrm>
        </p:grpSpPr>
        <p:sp>
          <p:nvSpPr>
            <p:cNvPr id="1591" name="Google Shape;1591;p18"/>
            <p:cNvSpPr/>
            <p:nvPr/>
          </p:nvSpPr>
          <p:spPr>
            <a:xfrm>
              <a:off x="0" y="0"/>
              <a:ext cx="658368" cy="365760"/>
            </a:xfrm>
            <a:custGeom>
              <a:rect b="b" l="l" r="r" t="t"/>
              <a:pathLst>
                <a:path extrusionOk="0" h="365760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365760"/>
                  </a:lnTo>
                  <a:lnTo>
                    <a:pt x="0" y="3657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21280" r="-21280" t="0"/>
              </a:stretch>
            </a:blipFill>
            <a:ln>
              <a:noFill/>
            </a:ln>
          </p:spPr>
        </p:sp>
        <p:sp>
          <p:nvSpPr>
            <p:cNvPr id="1592" name="Google Shape;1592;p18"/>
            <p:cNvSpPr txBox="1"/>
            <p:nvPr/>
          </p:nvSpPr>
          <p:spPr>
            <a:xfrm>
              <a:off x="0" y="0"/>
              <a:ext cx="658368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50" u="none" cap="none" strike="noStrike">
                  <a:solidFill>
                    <a:srgbClr val="FFFFFF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5</a:t>
              </a:r>
              <a:endParaRPr/>
            </a:p>
          </p:txBody>
        </p:sp>
      </p:grpSp>
      <p:grpSp>
        <p:nvGrpSpPr>
          <p:cNvPr id="1593" name="Google Shape;1593;p18"/>
          <p:cNvGrpSpPr/>
          <p:nvPr/>
        </p:nvGrpSpPr>
        <p:grpSpPr>
          <a:xfrm>
            <a:off x="14785848" y="3017520"/>
            <a:ext cx="1645920" cy="411480"/>
            <a:chOff x="0" y="0"/>
            <a:chExt cx="2194560" cy="548640"/>
          </a:xfrm>
        </p:grpSpPr>
        <p:sp>
          <p:nvSpPr>
            <p:cNvPr id="1594" name="Google Shape;1594;p18"/>
            <p:cNvSpPr/>
            <p:nvPr/>
          </p:nvSpPr>
          <p:spPr>
            <a:xfrm>
              <a:off x="0" y="0"/>
              <a:ext cx="2194560" cy="548640"/>
            </a:xfrm>
            <a:custGeom>
              <a:rect b="b" l="l" r="r" t="t"/>
              <a:pathLst>
                <a:path extrusionOk="0" h="54864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548640"/>
                  </a:lnTo>
                  <a:lnTo>
                    <a:pt x="0" y="5486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7940" l="0" r="0" t="-27940"/>
              </a:stretch>
            </a:blipFill>
            <a:ln>
              <a:noFill/>
            </a:ln>
          </p:spPr>
        </p:sp>
        <p:sp>
          <p:nvSpPr>
            <p:cNvPr id="1595" name="Google Shape;1595;p18"/>
            <p:cNvSpPr txBox="1"/>
            <p:nvPr/>
          </p:nvSpPr>
          <p:spPr>
            <a:xfrm>
              <a:off x="0" y="9525"/>
              <a:ext cx="2194560" cy="5391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3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75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Verify</a:t>
              </a:r>
              <a:endParaRPr/>
            </a:p>
          </p:txBody>
        </p:sp>
      </p:grpSp>
      <p:sp>
        <p:nvSpPr>
          <p:cNvPr id="1596" name="Google Shape;1596;p18"/>
          <p:cNvSpPr/>
          <p:nvPr/>
        </p:nvSpPr>
        <p:spPr>
          <a:xfrm>
            <a:off x="1156335" y="4996815"/>
            <a:ext cx="7905750" cy="3036570"/>
          </a:xfrm>
          <a:custGeom>
            <a:rect b="b" l="l" r="r" t="t"/>
            <a:pathLst>
              <a:path extrusionOk="0" h="4048760" w="10541000">
                <a:moveTo>
                  <a:pt x="0" y="147193"/>
                </a:moveTo>
                <a:cubicBezTo>
                  <a:pt x="0" y="65913"/>
                  <a:pt x="65913" y="0"/>
                  <a:pt x="147193" y="0"/>
                </a:cubicBezTo>
                <a:lnTo>
                  <a:pt x="10393807" y="0"/>
                </a:lnTo>
                <a:cubicBezTo>
                  <a:pt x="10475087" y="0"/>
                  <a:pt x="10541000" y="65913"/>
                  <a:pt x="10541000" y="147193"/>
                </a:cubicBezTo>
                <a:lnTo>
                  <a:pt x="10541000" y="3901567"/>
                </a:lnTo>
                <a:cubicBezTo>
                  <a:pt x="10541000" y="3982847"/>
                  <a:pt x="10475087" y="4048760"/>
                  <a:pt x="10393807" y="4048760"/>
                </a:cubicBezTo>
                <a:lnTo>
                  <a:pt x="147193" y="4048760"/>
                </a:lnTo>
                <a:cubicBezTo>
                  <a:pt x="65913" y="4048760"/>
                  <a:pt x="0" y="3982847"/>
                  <a:pt x="0" y="3901567"/>
                </a:cubicBezTo>
                <a:close/>
              </a:path>
            </a:pathLst>
          </a:custGeom>
          <a:solidFill>
            <a:srgbClr val="0D2B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97" name="Google Shape;1597;p18"/>
          <p:cNvGrpSpPr/>
          <p:nvPr/>
        </p:nvGrpSpPr>
        <p:grpSpPr>
          <a:xfrm>
            <a:off x="1577340" y="5458968"/>
            <a:ext cx="1714500" cy="342900"/>
            <a:chOff x="0" y="0"/>
            <a:chExt cx="2286000" cy="457200"/>
          </a:xfrm>
        </p:grpSpPr>
        <p:sp>
          <p:nvSpPr>
            <p:cNvPr id="1598" name="Google Shape;1598;p18"/>
            <p:cNvSpPr/>
            <p:nvPr/>
          </p:nvSpPr>
          <p:spPr>
            <a:xfrm>
              <a:off x="0" y="0"/>
              <a:ext cx="2286000" cy="457200"/>
            </a:xfrm>
            <a:custGeom>
              <a:rect b="b" l="l" r="r" t="t"/>
              <a:pathLst>
                <a:path extrusionOk="0" h="45720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7424" l="0" r="0" t="-47424"/>
              </a:stretch>
            </a:blipFill>
            <a:ln>
              <a:noFill/>
            </a:ln>
          </p:spPr>
        </p:sp>
        <p:sp>
          <p:nvSpPr>
            <p:cNvPr id="1599" name="Google Shape;1599;p18"/>
            <p:cNvSpPr txBox="1"/>
            <p:nvPr/>
          </p:nvSpPr>
          <p:spPr>
            <a:xfrm>
              <a:off x="0" y="0"/>
              <a:ext cx="22860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50" u="none" cap="none" strike="noStrike">
                  <a:solidFill>
                    <a:srgbClr val="8FD7E7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CLI ที่ใช้</a:t>
              </a:r>
              <a:endParaRPr/>
            </a:p>
          </p:txBody>
        </p:sp>
      </p:grpSp>
      <p:grpSp>
        <p:nvGrpSpPr>
          <p:cNvPr id="1600" name="Google Shape;1600;p18"/>
          <p:cNvGrpSpPr/>
          <p:nvPr/>
        </p:nvGrpSpPr>
        <p:grpSpPr>
          <a:xfrm>
            <a:off x="1577340" y="6062472"/>
            <a:ext cx="6720840" cy="1440180"/>
            <a:chOff x="0" y="0"/>
            <a:chExt cx="8961120" cy="1920240"/>
          </a:xfrm>
        </p:grpSpPr>
        <p:sp>
          <p:nvSpPr>
            <p:cNvPr id="1601" name="Google Shape;1601;p18"/>
            <p:cNvSpPr/>
            <p:nvPr/>
          </p:nvSpPr>
          <p:spPr>
            <a:xfrm>
              <a:off x="0" y="0"/>
              <a:ext cx="8961120" cy="1920240"/>
            </a:xfrm>
            <a:custGeom>
              <a:rect b="b" l="l" r="r" t="t"/>
              <a:pathLst>
                <a:path extrusionOk="0" h="192024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1920240"/>
                  </a:lnTo>
                  <a:lnTo>
                    <a:pt x="0" y="19202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0929" l="0" r="0" t="-40929"/>
              </a:stretch>
            </a:blipFill>
            <a:ln>
              <a:noFill/>
            </a:ln>
          </p:spPr>
        </p:sp>
        <p:sp>
          <p:nvSpPr>
            <p:cNvPr id="1602" name="Google Shape;1602;p18"/>
            <p:cNvSpPr txBox="1"/>
            <p:nvPr/>
          </p:nvSpPr>
          <p:spPr>
            <a:xfrm>
              <a:off x="0" y="0"/>
              <a:ext cx="8961120" cy="1920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50" u="none" cap="none" strike="noStrike">
                  <a:solidFill>
                    <a:srgbClr val="FFFFFF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show ip interface brief</a:t>
              </a:r>
              <a:endParaRPr/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50" u="none" cap="none" strike="noStrike">
                  <a:solidFill>
                    <a:srgbClr val="FFFFFF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verify Underlay / Overlay</a:t>
              </a:r>
              <a:endParaRPr/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50" u="none" cap="none" strike="noStrike">
                  <a:solidFill>
                    <a:srgbClr val="FFFFFF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no shutdown</a:t>
              </a:r>
              <a:endParaRPr/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50" u="none" cap="none" strike="noStrike">
                  <a:solidFill>
                    <a:srgbClr val="FFFFFF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Verify อีกครั้ง</a:t>
              </a:r>
              <a:endParaRPr/>
            </a:p>
          </p:txBody>
        </p:sp>
      </p:grpSp>
      <p:sp>
        <p:nvSpPr>
          <p:cNvPr id="1603" name="Google Shape;1603;p18"/>
          <p:cNvSpPr/>
          <p:nvPr/>
        </p:nvSpPr>
        <p:spPr>
          <a:xfrm>
            <a:off x="9660255" y="4996815"/>
            <a:ext cx="7494271" cy="3036570"/>
          </a:xfrm>
          <a:custGeom>
            <a:rect b="b" l="l" r="r" t="t"/>
            <a:pathLst>
              <a:path extrusionOk="0" h="4048760" w="9992361">
                <a:moveTo>
                  <a:pt x="0" y="147193"/>
                </a:moveTo>
                <a:cubicBezTo>
                  <a:pt x="0" y="65913"/>
                  <a:pt x="65913" y="0"/>
                  <a:pt x="147193" y="0"/>
                </a:cubicBezTo>
                <a:lnTo>
                  <a:pt x="9845167" y="0"/>
                </a:lnTo>
                <a:cubicBezTo>
                  <a:pt x="9926448" y="0"/>
                  <a:pt x="9992361" y="65913"/>
                  <a:pt x="9992361" y="147193"/>
                </a:cubicBezTo>
                <a:lnTo>
                  <a:pt x="9992361" y="3901567"/>
                </a:lnTo>
                <a:cubicBezTo>
                  <a:pt x="9992361" y="3982847"/>
                  <a:pt x="9926448" y="4048760"/>
                  <a:pt x="9845167" y="4048760"/>
                </a:cubicBezTo>
                <a:lnTo>
                  <a:pt x="147193" y="4048760"/>
                </a:lnTo>
                <a:cubicBezTo>
                  <a:pt x="65913" y="4048760"/>
                  <a:pt x="0" y="3982847"/>
                  <a:pt x="0" y="3901567"/>
                </a:cubicBezTo>
                <a:close/>
              </a:path>
            </a:pathLst>
          </a:custGeom>
          <a:solidFill>
            <a:srgbClr val="10293F"/>
          </a:solidFill>
          <a:ln cap="sq" cmpd="sng" w="19050">
            <a:solidFill>
              <a:srgbClr val="4C728D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04" name="Google Shape;1604;p18"/>
          <p:cNvGrpSpPr/>
          <p:nvPr/>
        </p:nvGrpSpPr>
        <p:grpSpPr>
          <a:xfrm>
            <a:off x="10081260" y="5417820"/>
            <a:ext cx="6652260" cy="480060"/>
            <a:chOff x="0" y="0"/>
            <a:chExt cx="8869680" cy="640080"/>
          </a:xfrm>
        </p:grpSpPr>
        <p:sp>
          <p:nvSpPr>
            <p:cNvPr id="1605" name="Google Shape;1605;p18"/>
            <p:cNvSpPr/>
            <p:nvPr/>
          </p:nvSpPr>
          <p:spPr>
            <a:xfrm>
              <a:off x="0" y="0"/>
              <a:ext cx="8869680" cy="640080"/>
            </a:xfrm>
            <a:custGeom>
              <a:rect b="b" l="l" r="r" t="t"/>
              <a:pathLst>
                <a:path extrusionOk="0" h="640080" w="8869680">
                  <a:moveTo>
                    <a:pt x="0" y="0"/>
                  </a:moveTo>
                  <a:lnTo>
                    <a:pt x="8869680" y="0"/>
                  </a:lnTo>
                  <a:lnTo>
                    <a:pt x="8869680" y="640080"/>
                  </a:lnTo>
                  <a:lnTo>
                    <a:pt x="0" y="6400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20008" l="0" r="0" t="-220008"/>
              </a:stretch>
            </a:blipFill>
            <a:ln>
              <a:noFill/>
            </a:ln>
          </p:spPr>
        </p:sp>
        <p:sp>
          <p:nvSpPr>
            <p:cNvPr id="1606" name="Google Shape;1606;p18"/>
            <p:cNvSpPr txBox="1"/>
            <p:nvPr/>
          </p:nvSpPr>
          <p:spPr>
            <a:xfrm>
              <a:off x="0" y="0"/>
              <a:ext cx="8869680" cy="6400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6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850" u="none" cap="none" strike="noStrike">
                  <a:solidFill>
                    <a:srgbClr val="FFFFFF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VIDEO 2</a:t>
              </a:r>
              <a:endParaRPr/>
            </a:p>
          </p:txBody>
        </p:sp>
      </p:grpSp>
      <p:sp>
        <p:nvSpPr>
          <p:cNvPr id="1607" name="Google Shape;1607;p18"/>
          <p:cNvSpPr/>
          <p:nvPr/>
        </p:nvSpPr>
        <p:spPr>
          <a:xfrm>
            <a:off x="12856083" y="5915787"/>
            <a:ext cx="1116330" cy="1116330"/>
          </a:xfrm>
          <a:custGeom>
            <a:rect b="b" l="l" r="r" t="t"/>
            <a:pathLst>
              <a:path extrusionOk="0" h="1488440" w="1488440">
                <a:moveTo>
                  <a:pt x="0" y="744220"/>
                </a:moveTo>
                <a:cubicBezTo>
                  <a:pt x="0" y="333248"/>
                  <a:pt x="333248" y="0"/>
                  <a:pt x="744220" y="0"/>
                </a:cubicBezTo>
                <a:cubicBezTo>
                  <a:pt x="1155192" y="0"/>
                  <a:pt x="1488440" y="333248"/>
                  <a:pt x="1488440" y="744220"/>
                </a:cubicBezTo>
                <a:cubicBezTo>
                  <a:pt x="1488440" y="1155192"/>
                  <a:pt x="1155192" y="1488440"/>
                  <a:pt x="744220" y="1488440"/>
                </a:cubicBezTo>
                <a:cubicBezTo>
                  <a:pt x="333248" y="1488440"/>
                  <a:pt x="0" y="1155192"/>
                  <a:pt x="0" y="744220"/>
                </a:cubicBezTo>
                <a:close/>
              </a:path>
            </a:pathLst>
          </a:custGeom>
          <a:solidFill>
            <a:srgbClr val="1FA7C8"/>
          </a:solidFill>
          <a:ln cap="sq" cmpd="sng" w="1905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08" name="Google Shape;1608;p18"/>
          <p:cNvGrpSpPr/>
          <p:nvPr/>
        </p:nvGrpSpPr>
        <p:grpSpPr>
          <a:xfrm>
            <a:off x="13030200" y="6172200"/>
            <a:ext cx="768096" cy="603504"/>
            <a:chOff x="0" y="0"/>
            <a:chExt cx="1024128" cy="804672"/>
          </a:xfrm>
        </p:grpSpPr>
        <p:sp>
          <p:nvSpPr>
            <p:cNvPr id="1609" name="Google Shape;1609;p18"/>
            <p:cNvSpPr/>
            <p:nvPr/>
          </p:nvSpPr>
          <p:spPr>
            <a:xfrm>
              <a:off x="0" y="0"/>
              <a:ext cx="1024128" cy="804672"/>
            </a:xfrm>
            <a:custGeom>
              <a:rect b="b" l="l" r="r" t="t"/>
              <a:pathLst>
                <a:path extrusionOk="0" h="804672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804672"/>
                  </a:lnTo>
                  <a:lnTo>
                    <a:pt x="0" y="80467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50811" r="-50811" t="0"/>
              </a:stretch>
            </a:blipFill>
            <a:ln>
              <a:noFill/>
            </a:ln>
          </p:spPr>
        </p:sp>
        <p:sp>
          <p:nvSpPr>
            <p:cNvPr id="1610" name="Google Shape;1610;p18"/>
            <p:cNvSpPr txBox="1"/>
            <p:nvPr/>
          </p:nvSpPr>
          <p:spPr>
            <a:xfrm>
              <a:off x="0" y="0"/>
              <a:ext cx="1024128" cy="8046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450" u="none" cap="none" strike="noStrike">
                  <a:solidFill>
                    <a:srgbClr val="FFFFFF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▶</a:t>
              </a:r>
              <a:endParaRPr/>
            </a:p>
          </p:txBody>
        </p:sp>
      </p:grpSp>
      <p:grpSp>
        <p:nvGrpSpPr>
          <p:cNvPr id="1611" name="Google Shape;1611;p18"/>
          <p:cNvGrpSpPr/>
          <p:nvPr/>
        </p:nvGrpSpPr>
        <p:grpSpPr>
          <a:xfrm>
            <a:off x="10287000" y="7187184"/>
            <a:ext cx="6240780" cy="480060"/>
            <a:chOff x="0" y="0"/>
            <a:chExt cx="8321040" cy="640080"/>
          </a:xfrm>
        </p:grpSpPr>
        <p:sp>
          <p:nvSpPr>
            <p:cNvPr id="1612" name="Google Shape;1612;p18"/>
            <p:cNvSpPr/>
            <p:nvPr/>
          </p:nvSpPr>
          <p:spPr>
            <a:xfrm>
              <a:off x="0" y="0"/>
              <a:ext cx="8321040" cy="640080"/>
            </a:xfrm>
            <a:custGeom>
              <a:rect b="b" l="l" r="r" t="t"/>
              <a:pathLst>
                <a:path extrusionOk="0" h="640080" w="8321040">
                  <a:moveTo>
                    <a:pt x="0" y="0"/>
                  </a:moveTo>
                  <a:lnTo>
                    <a:pt x="8321040" y="0"/>
                  </a:lnTo>
                  <a:lnTo>
                    <a:pt x="8321040" y="640080"/>
                  </a:lnTo>
                  <a:lnTo>
                    <a:pt x="0" y="6400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03293" l="0" r="0" t="-203293"/>
              </a:stretch>
            </a:blipFill>
            <a:ln>
              <a:noFill/>
            </a:ln>
          </p:spPr>
        </p:sp>
        <p:sp>
          <p:nvSpPr>
            <p:cNvPr id="1613" name="Google Shape;1613;p18"/>
            <p:cNvSpPr txBox="1"/>
            <p:nvPr/>
          </p:nvSpPr>
          <p:spPr>
            <a:xfrm>
              <a:off x="0" y="0"/>
              <a:ext cx="8321040" cy="6400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50" u="none" cap="none" strike="noStrike">
                  <a:solidFill>
                    <a:srgbClr val="CFE8F7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คลิป Troubleshooting</a:t>
              </a:r>
              <a:endParaRPr/>
            </a:p>
          </p:txBody>
        </p:sp>
      </p:grpSp>
      <p:grpSp>
        <p:nvGrpSpPr>
          <p:cNvPr id="1614" name="Google Shape;1614;p18"/>
          <p:cNvGrpSpPr/>
          <p:nvPr/>
        </p:nvGrpSpPr>
        <p:grpSpPr>
          <a:xfrm>
            <a:off x="2880360" y="8476488"/>
            <a:ext cx="12481560" cy="384048"/>
            <a:chOff x="0" y="0"/>
            <a:chExt cx="16642080" cy="512064"/>
          </a:xfrm>
        </p:grpSpPr>
        <p:sp>
          <p:nvSpPr>
            <p:cNvPr id="1615" name="Google Shape;1615;p18"/>
            <p:cNvSpPr/>
            <p:nvPr/>
          </p:nvSpPr>
          <p:spPr>
            <a:xfrm>
              <a:off x="0" y="0"/>
              <a:ext cx="16642080" cy="512064"/>
            </a:xfrm>
            <a:custGeom>
              <a:rect b="b" l="l" r="r" t="t"/>
              <a:pathLst>
                <a:path extrusionOk="0" h="512064" w="16642080">
                  <a:moveTo>
                    <a:pt x="0" y="0"/>
                  </a:moveTo>
                  <a:lnTo>
                    <a:pt x="16642080" y="0"/>
                  </a:lnTo>
                  <a:lnTo>
                    <a:pt x="16642080" y="512064"/>
                  </a:lnTo>
                  <a:lnTo>
                    <a:pt x="0" y="51206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83232" l="0" r="0" t="-583232"/>
              </a:stretch>
            </a:blipFill>
            <a:ln>
              <a:noFill/>
            </a:ln>
          </p:spPr>
        </p:sp>
        <p:sp>
          <p:nvSpPr>
            <p:cNvPr id="1616" name="Google Shape;1616;p18"/>
            <p:cNvSpPr txBox="1"/>
            <p:nvPr/>
          </p:nvSpPr>
          <p:spPr>
            <a:xfrm>
              <a:off x="0" y="0"/>
              <a:ext cx="16642080" cy="5120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75" u="none" cap="none" strike="noStrike">
                  <a:solidFill>
                    <a:srgbClr val="C85151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Key takeaway: Overlay พึ่งพาการขนส่งของ Underlay</a:t>
              </a:r>
              <a:endParaRPr/>
            </a:p>
          </p:txBody>
        </p:sp>
      </p:grpSp>
      <p:grpSp>
        <p:nvGrpSpPr>
          <p:cNvPr id="1617" name="Google Shape;1617;p18"/>
          <p:cNvGrpSpPr/>
          <p:nvPr/>
        </p:nvGrpSpPr>
        <p:grpSpPr>
          <a:xfrm>
            <a:off x="12550140" y="9484328"/>
            <a:ext cx="4389120" cy="254032"/>
            <a:chOff x="0" y="-9525"/>
            <a:chExt cx="5852160" cy="338709"/>
          </a:xfrm>
        </p:grpSpPr>
        <p:sp>
          <p:nvSpPr>
            <p:cNvPr id="1618" name="Google Shape;1618;p18"/>
            <p:cNvSpPr/>
            <p:nvPr/>
          </p:nvSpPr>
          <p:spPr>
            <a:xfrm>
              <a:off x="0" y="0"/>
              <a:ext cx="5852160" cy="329184"/>
            </a:xfrm>
            <a:custGeom>
              <a:rect b="b" l="l" r="r" t="t"/>
              <a:pathLst>
                <a:path extrusionOk="0" h="329184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329184"/>
                  </a:lnTo>
                  <a:lnTo>
                    <a:pt x="0" y="32918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96404" l="0" r="0" t="-296404"/>
              </a:stretch>
            </a:blipFill>
            <a:ln>
              <a:noFill/>
            </a:ln>
          </p:spPr>
        </p:sp>
        <p:sp>
          <p:nvSpPr>
            <p:cNvPr id="1619" name="Google Shape;1619;p18"/>
            <p:cNvSpPr txBox="1"/>
            <p:nvPr/>
          </p:nvSpPr>
          <p:spPr>
            <a:xfrm>
              <a:off x="0" y="-9525"/>
              <a:ext cx="5852160" cy="3387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5" u="none" cap="none" strike="noStrike">
                  <a:solidFill>
                    <a:srgbClr val="8795A4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Source: Cisco CCNP Enterprise • Chapter 23</a:t>
              </a:r>
              <a:endParaRPr/>
            </a:p>
          </p:txBody>
        </p:sp>
      </p:grpSp>
      <p:sp>
        <p:nvSpPr>
          <p:cNvPr id="1620" name="Google Shape;1620;p18"/>
          <p:cNvSpPr txBox="1"/>
          <p:nvPr/>
        </p:nvSpPr>
        <p:spPr>
          <a:xfrm>
            <a:off x="16527780" y="9806940"/>
            <a:ext cx="10287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B7785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18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9FC"/>
        </a:solidFill>
      </p:bgPr>
    </p:bg>
    <p:spTree>
      <p:nvGrpSpPr>
        <p:cNvPr id="1628" name="Shape 1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29" name="Google Shape;1629;p19"/>
          <p:cNvCxnSpPr/>
          <p:nvPr/>
        </p:nvCxnSpPr>
        <p:spPr>
          <a:xfrm rot="3840">
            <a:off x="607685" y="9802178"/>
            <a:ext cx="17026900" cy="0"/>
          </a:xfrm>
          <a:prstGeom prst="straightConnector1">
            <a:avLst/>
          </a:prstGeom>
          <a:noFill/>
          <a:ln cap="rnd" cmpd="sng" w="9525">
            <a:solidFill>
              <a:srgbClr val="D6E0EA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630" name="Google Shape;1630;p19"/>
          <p:cNvGrpSpPr/>
          <p:nvPr/>
        </p:nvGrpSpPr>
        <p:grpSpPr>
          <a:xfrm>
            <a:off x="754380" y="9868376"/>
            <a:ext cx="11658600" cy="254032"/>
            <a:chOff x="0" y="-9525"/>
            <a:chExt cx="15544800" cy="338709"/>
          </a:xfrm>
        </p:grpSpPr>
        <p:sp>
          <p:nvSpPr>
            <p:cNvPr id="1631" name="Google Shape;1631;p19"/>
            <p:cNvSpPr/>
            <p:nvPr/>
          </p:nvSpPr>
          <p:spPr>
            <a:xfrm>
              <a:off x="0" y="0"/>
              <a:ext cx="15544800" cy="329184"/>
            </a:xfrm>
            <a:custGeom>
              <a:rect b="b" l="l" r="r" t="t"/>
              <a:pathLst>
                <a:path extrusionOk="0" h="329184" w="15544800">
                  <a:moveTo>
                    <a:pt x="0" y="0"/>
                  </a:moveTo>
                  <a:lnTo>
                    <a:pt x="15544800" y="0"/>
                  </a:lnTo>
                  <a:lnTo>
                    <a:pt x="15544800" y="329184"/>
                  </a:lnTo>
                  <a:lnTo>
                    <a:pt x="0" y="32918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870132" l="0" r="0" t="-870132"/>
              </a:stretch>
            </a:blipFill>
            <a:ln>
              <a:noFill/>
            </a:ln>
          </p:spPr>
        </p:sp>
        <p:sp>
          <p:nvSpPr>
            <p:cNvPr id="1632" name="Google Shape;1632;p19"/>
            <p:cNvSpPr txBox="1"/>
            <p:nvPr/>
          </p:nvSpPr>
          <p:spPr>
            <a:xfrm>
              <a:off x="0" y="-9525"/>
              <a:ext cx="15544800" cy="3387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5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FABRIC TECHNOLOGIES  •  CCNP ENTERPRISE / CHAPTER 23</a:t>
              </a:r>
              <a:endParaRPr/>
            </a:p>
          </p:txBody>
        </p:sp>
      </p:grpSp>
      <p:grpSp>
        <p:nvGrpSpPr>
          <p:cNvPr id="1633" name="Google Shape;1633;p19"/>
          <p:cNvGrpSpPr/>
          <p:nvPr/>
        </p:nvGrpSpPr>
        <p:grpSpPr>
          <a:xfrm>
            <a:off x="822960" y="480060"/>
            <a:ext cx="6172200" cy="301752"/>
            <a:chOff x="0" y="0"/>
            <a:chExt cx="8229600" cy="402336"/>
          </a:xfrm>
        </p:grpSpPr>
        <p:sp>
          <p:nvSpPr>
            <p:cNvPr id="1634" name="Google Shape;1634;p19"/>
            <p:cNvSpPr/>
            <p:nvPr/>
          </p:nvSpPr>
          <p:spPr>
            <a:xfrm>
              <a:off x="0" y="0"/>
              <a:ext cx="8229600" cy="402336"/>
            </a:xfrm>
            <a:custGeom>
              <a:rect b="b" l="l" r="r" t="t"/>
              <a:pathLst>
                <a:path extrusionOk="0" h="402336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402336"/>
                  </a:lnTo>
                  <a:lnTo>
                    <a:pt x="0" y="40233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48534" l="0" r="0" t="-348534"/>
              </a:stretch>
            </a:blipFill>
            <a:ln>
              <a:noFill/>
            </a:ln>
          </p:spPr>
        </p:sp>
        <p:sp>
          <p:nvSpPr>
            <p:cNvPr id="1635" name="Google Shape;1635;p19"/>
            <p:cNvSpPr txBox="1"/>
            <p:nvPr/>
          </p:nvSpPr>
          <p:spPr>
            <a:xfrm>
              <a:off x="0" y="0"/>
              <a:ext cx="8229600" cy="4023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75" u="none" cap="none" strike="noStrike">
                  <a:solidFill>
                    <a:srgbClr val="1FA7C8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18 / COMPARISON</a:t>
              </a:r>
              <a:endParaRPr/>
            </a:p>
          </p:txBody>
        </p:sp>
      </p:grpSp>
      <p:grpSp>
        <p:nvGrpSpPr>
          <p:cNvPr id="1636" name="Google Shape;1636;p19"/>
          <p:cNvGrpSpPr/>
          <p:nvPr/>
        </p:nvGrpSpPr>
        <p:grpSpPr>
          <a:xfrm>
            <a:off x="822960" y="884396"/>
            <a:ext cx="16322040" cy="761524"/>
            <a:chOff x="0" y="-9525"/>
            <a:chExt cx="21762720" cy="1015365"/>
          </a:xfrm>
        </p:grpSpPr>
        <p:sp>
          <p:nvSpPr>
            <p:cNvPr id="1637" name="Google Shape;1637;p19"/>
            <p:cNvSpPr/>
            <p:nvPr/>
          </p:nvSpPr>
          <p:spPr>
            <a:xfrm>
              <a:off x="0" y="0"/>
              <a:ext cx="21762720" cy="1005840"/>
            </a:xfrm>
            <a:custGeom>
              <a:rect b="b" l="l" r="r" t="t"/>
              <a:pathLst>
                <a:path extrusionOk="0" h="100584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005840"/>
                  </a:lnTo>
                  <a:lnTo>
                    <a:pt x="0" y="10058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71585" l="0" r="0" t="-371585"/>
              </a:stretch>
            </a:blipFill>
            <a:ln>
              <a:noFill/>
            </a:ln>
          </p:spPr>
        </p:sp>
        <p:sp>
          <p:nvSpPr>
            <p:cNvPr id="1638" name="Google Shape;1638;p19"/>
            <p:cNvSpPr txBox="1"/>
            <p:nvPr/>
          </p:nvSpPr>
          <p:spPr>
            <a:xfrm>
              <a:off x="0" y="-9525"/>
              <a:ext cx="21762720" cy="10153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200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Traditional vs Fabric</a:t>
              </a:r>
              <a:endParaRPr/>
            </a:p>
          </p:txBody>
        </p:sp>
      </p:grpSp>
      <p:grpSp>
        <p:nvGrpSpPr>
          <p:cNvPr id="1639" name="Google Shape;1639;p19"/>
          <p:cNvGrpSpPr/>
          <p:nvPr/>
        </p:nvGrpSpPr>
        <p:grpSpPr>
          <a:xfrm>
            <a:off x="822960" y="1728216"/>
            <a:ext cx="16459200" cy="521208"/>
            <a:chOff x="0" y="0"/>
            <a:chExt cx="21945600" cy="694944"/>
          </a:xfrm>
        </p:grpSpPr>
        <p:sp>
          <p:nvSpPr>
            <p:cNvPr id="1640" name="Google Shape;1640;p19"/>
            <p:cNvSpPr/>
            <p:nvPr/>
          </p:nvSpPr>
          <p:spPr>
            <a:xfrm>
              <a:off x="0" y="0"/>
              <a:ext cx="21945600" cy="694944"/>
            </a:xfrm>
            <a:custGeom>
              <a:rect b="b" l="l" r="r" t="t"/>
              <a:pathLst>
                <a:path extrusionOk="0" h="69494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94944"/>
                  </a:lnTo>
                  <a:lnTo>
                    <a:pt x="0" y="69494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65309" l="0" r="0" t="-565309"/>
              </a:stretch>
            </a:blipFill>
            <a:ln>
              <a:noFill/>
            </a:ln>
          </p:spPr>
        </p:sp>
        <p:sp>
          <p:nvSpPr>
            <p:cNvPr id="1641" name="Google Shape;1641;p19"/>
            <p:cNvSpPr txBox="1"/>
            <p:nvPr/>
          </p:nvSpPr>
          <p:spPr>
            <a:xfrm>
              <a:off x="0" y="0"/>
              <a:ext cx="21945600" cy="6949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75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เปรียบเทียบในมุมการบริหาร, Network Model, Segmentation และ Policy</a:t>
              </a:r>
              <a:endParaRPr/>
            </a:p>
          </p:txBody>
        </p:sp>
      </p:grpSp>
      <p:sp>
        <p:nvSpPr>
          <p:cNvPr id="1642" name="Google Shape;1642;p19"/>
          <p:cNvSpPr/>
          <p:nvPr/>
        </p:nvSpPr>
        <p:spPr>
          <a:xfrm>
            <a:off x="1019175" y="2665095"/>
            <a:ext cx="7974330" cy="6122670"/>
          </a:xfrm>
          <a:custGeom>
            <a:rect b="b" l="l" r="r" t="t"/>
            <a:pathLst>
              <a:path extrusionOk="0" h="8163560" w="10632440">
                <a:moveTo>
                  <a:pt x="0" y="146812"/>
                </a:moveTo>
                <a:cubicBezTo>
                  <a:pt x="0" y="65659"/>
                  <a:pt x="65659" y="0"/>
                  <a:pt x="146812" y="0"/>
                </a:cubicBezTo>
                <a:lnTo>
                  <a:pt x="10485628" y="0"/>
                </a:lnTo>
                <a:cubicBezTo>
                  <a:pt x="10566654" y="0"/>
                  <a:pt x="10632440" y="65659"/>
                  <a:pt x="10632440" y="146812"/>
                </a:cubicBezTo>
                <a:lnTo>
                  <a:pt x="10632440" y="8016748"/>
                </a:lnTo>
                <a:cubicBezTo>
                  <a:pt x="10632440" y="8097774"/>
                  <a:pt x="10566781" y="8163560"/>
                  <a:pt x="10485628" y="8163560"/>
                </a:cubicBezTo>
                <a:lnTo>
                  <a:pt x="146812" y="8163560"/>
                </a:lnTo>
                <a:cubicBezTo>
                  <a:pt x="65659" y="8163560"/>
                  <a:pt x="0" y="8097901"/>
                  <a:pt x="0" y="8016748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D6E0E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3" name="Google Shape;1643;p19"/>
          <p:cNvSpPr/>
          <p:nvPr/>
        </p:nvSpPr>
        <p:spPr>
          <a:xfrm>
            <a:off x="9207627" y="2665095"/>
            <a:ext cx="7974330" cy="6122670"/>
          </a:xfrm>
          <a:custGeom>
            <a:rect b="b" l="l" r="r" t="t"/>
            <a:pathLst>
              <a:path extrusionOk="0" h="8163560" w="10632440">
                <a:moveTo>
                  <a:pt x="0" y="146812"/>
                </a:moveTo>
                <a:cubicBezTo>
                  <a:pt x="0" y="65659"/>
                  <a:pt x="65659" y="0"/>
                  <a:pt x="146812" y="0"/>
                </a:cubicBezTo>
                <a:lnTo>
                  <a:pt x="10485628" y="0"/>
                </a:lnTo>
                <a:cubicBezTo>
                  <a:pt x="10566654" y="0"/>
                  <a:pt x="10632440" y="65659"/>
                  <a:pt x="10632440" y="146812"/>
                </a:cubicBezTo>
                <a:lnTo>
                  <a:pt x="10632440" y="8016748"/>
                </a:lnTo>
                <a:cubicBezTo>
                  <a:pt x="10632440" y="8097774"/>
                  <a:pt x="10566781" y="8163560"/>
                  <a:pt x="10485628" y="8163560"/>
                </a:cubicBezTo>
                <a:lnTo>
                  <a:pt x="146812" y="8163560"/>
                </a:lnTo>
                <a:cubicBezTo>
                  <a:pt x="65659" y="8163560"/>
                  <a:pt x="0" y="8097901"/>
                  <a:pt x="0" y="8016748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D6E0E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4" name="Google Shape;1644;p19"/>
          <p:cNvSpPr/>
          <p:nvPr/>
        </p:nvSpPr>
        <p:spPr>
          <a:xfrm>
            <a:off x="1019175" y="2665095"/>
            <a:ext cx="7974330" cy="869442"/>
          </a:xfrm>
          <a:custGeom>
            <a:rect b="b" l="l" r="r" t="t"/>
            <a:pathLst>
              <a:path extrusionOk="0" h="1159256" w="10632440">
                <a:moveTo>
                  <a:pt x="0" y="149606"/>
                </a:moveTo>
                <a:cubicBezTo>
                  <a:pt x="0" y="66929"/>
                  <a:pt x="66929" y="0"/>
                  <a:pt x="149606" y="0"/>
                </a:cubicBezTo>
                <a:lnTo>
                  <a:pt x="10482834" y="0"/>
                </a:lnTo>
                <a:cubicBezTo>
                  <a:pt x="10565384" y="0"/>
                  <a:pt x="10632440" y="66929"/>
                  <a:pt x="10632440" y="149606"/>
                </a:cubicBezTo>
                <a:lnTo>
                  <a:pt x="10632440" y="1009650"/>
                </a:lnTo>
                <a:cubicBezTo>
                  <a:pt x="10632440" y="1092200"/>
                  <a:pt x="10565511" y="1159256"/>
                  <a:pt x="10482834" y="1159256"/>
                </a:cubicBezTo>
                <a:lnTo>
                  <a:pt x="149606" y="1159256"/>
                </a:lnTo>
                <a:cubicBezTo>
                  <a:pt x="66929" y="1159256"/>
                  <a:pt x="0" y="1092327"/>
                  <a:pt x="0" y="1009650"/>
                </a:cubicBezTo>
                <a:close/>
              </a:path>
            </a:pathLst>
          </a:custGeom>
          <a:solidFill>
            <a:srgbClr val="EEF2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45" name="Google Shape;1645;p19"/>
          <p:cNvGrpSpPr/>
          <p:nvPr/>
        </p:nvGrpSpPr>
        <p:grpSpPr>
          <a:xfrm>
            <a:off x="1028700" y="2907792"/>
            <a:ext cx="7955280" cy="301752"/>
            <a:chOff x="0" y="0"/>
            <a:chExt cx="10607040" cy="402336"/>
          </a:xfrm>
        </p:grpSpPr>
        <p:sp>
          <p:nvSpPr>
            <p:cNvPr id="1646" name="Google Shape;1646;p19"/>
            <p:cNvSpPr/>
            <p:nvPr/>
          </p:nvSpPr>
          <p:spPr>
            <a:xfrm>
              <a:off x="0" y="0"/>
              <a:ext cx="10607040" cy="402336"/>
            </a:xfrm>
            <a:custGeom>
              <a:rect b="b" l="l" r="r" t="t"/>
              <a:pathLst>
                <a:path extrusionOk="0" h="402336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402336"/>
                  </a:lnTo>
                  <a:lnTo>
                    <a:pt x="0" y="40233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63664" l="0" r="0" t="-463664"/>
              </a:stretch>
            </a:blipFill>
            <a:ln>
              <a:noFill/>
            </a:ln>
          </p:spPr>
        </p:sp>
        <p:sp>
          <p:nvSpPr>
            <p:cNvPr id="1647" name="Google Shape;1647;p19"/>
            <p:cNvSpPr txBox="1"/>
            <p:nvPr/>
          </p:nvSpPr>
          <p:spPr>
            <a:xfrm>
              <a:off x="0" y="9525"/>
              <a:ext cx="10607040" cy="3928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00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TRADITIONAL NETWORK</a:t>
              </a:r>
              <a:endParaRPr/>
            </a:p>
          </p:txBody>
        </p:sp>
      </p:grpSp>
      <p:sp>
        <p:nvSpPr>
          <p:cNvPr id="1648" name="Google Shape;1648;p19"/>
          <p:cNvSpPr/>
          <p:nvPr/>
        </p:nvSpPr>
        <p:spPr>
          <a:xfrm>
            <a:off x="9207627" y="2665095"/>
            <a:ext cx="7974330" cy="869442"/>
          </a:xfrm>
          <a:custGeom>
            <a:rect b="b" l="l" r="r" t="t"/>
            <a:pathLst>
              <a:path extrusionOk="0" h="1159256" w="10632440">
                <a:moveTo>
                  <a:pt x="0" y="149606"/>
                </a:moveTo>
                <a:cubicBezTo>
                  <a:pt x="0" y="66929"/>
                  <a:pt x="66929" y="0"/>
                  <a:pt x="149606" y="0"/>
                </a:cubicBezTo>
                <a:lnTo>
                  <a:pt x="10482834" y="0"/>
                </a:lnTo>
                <a:cubicBezTo>
                  <a:pt x="10565384" y="0"/>
                  <a:pt x="10632440" y="66929"/>
                  <a:pt x="10632440" y="149606"/>
                </a:cubicBezTo>
                <a:lnTo>
                  <a:pt x="10632440" y="1009650"/>
                </a:lnTo>
                <a:cubicBezTo>
                  <a:pt x="10632440" y="1092200"/>
                  <a:pt x="10565511" y="1159256"/>
                  <a:pt x="10482834" y="1159256"/>
                </a:cubicBezTo>
                <a:lnTo>
                  <a:pt x="149606" y="1159256"/>
                </a:lnTo>
                <a:cubicBezTo>
                  <a:pt x="66929" y="1159256"/>
                  <a:pt x="0" y="1092327"/>
                  <a:pt x="0" y="1009650"/>
                </a:cubicBezTo>
                <a:close/>
              </a:path>
            </a:pathLst>
          </a:custGeom>
          <a:solidFill>
            <a:srgbClr val="0D2B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49" name="Google Shape;1649;p19"/>
          <p:cNvGrpSpPr/>
          <p:nvPr/>
        </p:nvGrpSpPr>
        <p:grpSpPr>
          <a:xfrm>
            <a:off x="9217152" y="2907792"/>
            <a:ext cx="7955280" cy="301752"/>
            <a:chOff x="0" y="0"/>
            <a:chExt cx="10607040" cy="402336"/>
          </a:xfrm>
        </p:grpSpPr>
        <p:sp>
          <p:nvSpPr>
            <p:cNvPr id="1650" name="Google Shape;1650;p19"/>
            <p:cNvSpPr/>
            <p:nvPr/>
          </p:nvSpPr>
          <p:spPr>
            <a:xfrm>
              <a:off x="0" y="0"/>
              <a:ext cx="10607040" cy="402336"/>
            </a:xfrm>
            <a:custGeom>
              <a:rect b="b" l="l" r="r" t="t"/>
              <a:pathLst>
                <a:path extrusionOk="0" h="402336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402336"/>
                  </a:lnTo>
                  <a:lnTo>
                    <a:pt x="0" y="40233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63664" l="0" r="0" t="-463664"/>
              </a:stretch>
            </a:blipFill>
            <a:ln>
              <a:noFill/>
            </a:ln>
          </p:spPr>
        </p:sp>
        <p:sp>
          <p:nvSpPr>
            <p:cNvPr id="1651" name="Google Shape;1651;p19"/>
            <p:cNvSpPr txBox="1"/>
            <p:nvPr/>
          </p:nvSpPr>
          <p:spPr>
            <a:xfrm>
              <a:off x="0" y="9525"/>
              <a:ext cx="10607040" cy="3928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00" u="none" cap="none" strike="noStrike">
                  <a:solidFill>
                    <a:srgbClr val="FFFFFF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FABRIC NETWORK</a:t>
              </a:r>
              <a:endParaRPr/>
            </a:p>
          </p:txBody>
        </p:sp>
      </p:grpSp>
      <p:grpSp>
        <p:nvGrpSpPr>
          <p:cNvPr id="1652" name="Google Shape;1652;p19"/>
          <p:cNvGrpSpPr/>
          <p:nvPr/>
        </p:nvGrpSpPr>
        <p:grpSpPr>
          <a:xfrm>
            <a:off x="1440180" y="3950208"/>
            <a:ext cx="1988820" cy="342900"/>
            <a:chOff x="0" y="0"/>
            <a:chExt cx="2651760" cy="457200"/>
          </a:xfrm>
        </p:grpSpPr>
        <p:sp>
          <p:nvSpPr>
            <p:cNvPr id="1653" name="Google Shape;1653;p19"/>
            <p:cNvSpPr/>
            <p:nvPr/>
          </p:nvSpPr>
          <p:spPr>
            <a:xfrm>
              <a:off x="0" y="0"/>
              <a:ext cx="2651760" cy="457200"/>
            </a:xfrm>
            <a:custGeom>
              <a:rect b="b" l="l" r="r" t="t"/>
              <a:pathLst>
                <a:path extrusionOk="0" h="457200" w="2651760">
                  <a:moveTo>
                    <a:pt x="0" y="0"/>
                  </a:moveTo>
                  <a:lnTo>
                    <a:pt x="2651760" y="0"/>
                  </a:lnTo>
                  <a:lnTo>
                    <a:pt x="2651760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63015" l="0" r="0" t="-63015"/>
              </a:stretch>
            </a:blipFill>
            <a:ln>
              <a:noFill/>
            </a:ln>
          </p:spPr>
        </p:sp>
        <p:sp>
          <p:nvSpPr>
            <p:cNvPr id="1654" name="Google Shape;1654;p19"/>
            <p:cNvSpPr txBox="1"/>
            <p:nvPr/>
          </p:nvSpPr>
          <p:spPr>
            <a:xfrm>
              <a:off x="0" y="0"/>
              <a:ext cx="26517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25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Configuration</a:t>
              </a:r>
              <a:endParaRPr/>
            </a:p>
          </p:txBody>
        </p:sp>
      </p:grpSp>
      <p:grpSp>
        <p:nvGrpSpPr>
          <p:cNvPr id="1655" name="Google Shape;1655;p19"/>
          <p:cNvGrpSpPr/>
          <p:nvPr/>
        </p:nvGrpSpPr>
        <p:grpSpPr>
          <a:xfrm>
            <a:off x="3593592" y="3950208"/>
            <a:ext cx="4732020" cy="342900"/>
            <a:chOff x="0" y="0"/>
            <a:chExt cx="6309360" cy="457200"/>
          </a:xfrm>
        </p:grpSpPr>
        <p:sp>
          <p:nvSpPr>
            <p:cNvPr id="1656" name="Google Shape;1656;p19"/>
            <p:cNvSpPr/>
            <p:nvPr/>
          </p:nvSpPr>
          <p:spPr>
            <a:xfrm>
              <a:off x="0" y="0"/>
              <a:ext cx="6309360" cy="457200"/>
            </a:xfrm>
            <a:custGeom>
              <a:rect b="b" l="l" r="r" t="t"/>
              <a:pathLst>
                <a:path extrusionOk="0" h="45720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18904" l="0" r="0" t="-218904"/>
              </a:stretch>
            </a:blipFill>
            <a:ln>
              <a:noFill/>
            </a:ln>
          </p:spPr>
        </p:sp>
        <p:sp>
          <p:nvSpPr>
            <p:cNvPr id="1657" name="Google Shape;1657;p19"/>
            <p:cNvSpPr txBox="1"/>
            <p:nvPr/>
          </p:nvSpPr>
          <p:spPr>
            <a:xfrm>
              <a:off x="0" y="0"/>
              <a:ext cx="63093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50" u="none" cap="none" strike="noStrike">
                  <a:solidFill>
                    <a:srgbClr val="203040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ทีละ Device</a:t>
              </a:r>
              <a:endParaRPr/>
            </a:p>
          </p:txBody>
        </p:sp>
      </p:grpSp>
      <p:grpSp>
        <p:nvGrpSpPr>
          <p:cNvPr id="1658" name="Google Shape;1658;p19"/>
          <p:cNvGrpSpPr/>
          <p:nvPr/>
        </p:nvGrpSpPr>
        <p:grpSpPr>
          <a:xfrm>
            <a:off x="9669780" y="3950208"/>
            <a:ext cx="1988820" cy="342900"/>
            <a:chOff x="0" y="0"/>
            <a:chExt cx="2651760" cy="457200"/>
          </a:xfrm>
        </p:grpSpPr>
        <p:sp>
          <p:nvSpPr>
            <p:cNvPr id="1659" name="Google Shape;1659;p19"/>
            <p:cNvSpPr/>
            <p:nvPr/>
          </p:nvSpPr>
          <p:spPr>
            <a:xfrm>
              <a:off x="0" y="0"/>
              <a:ext cx="2651760" cy="457200"/>
            </a:xfrm>
            <a:custGeom>
              <a:rect b="b" l="l" r="r" t="t"/>
              <a:pathLst>
                <a:path extrusionOk="0" h="457200" w="2651760">
                  <a:moveTo>
                    <a:pt x="0" y="0"/>
                  </a:moveTo>
                  <a:lnTo>
                    <a:pt x="2651760" y="0"/>
                  </a:lnTo>
                  <a:lnTo>
                    <a:pt x="2651760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63015" l="0" r="0" t="-63015"/>
              </a:stretch>
            </a:blipFill>
            <a:ln>
              <a:noFill/>
            </a:ln>
          </p:spPr>
        </p:sp>
        <p:sp>
          <p:nvSpPr>
            <p:cNvPr id="1660" name="Google Shape;1660;p19"/>
            <p:cNvSpPr txBox="1"/>
            <p:nvPr/>
          </p:nvSpPr>
          <p:spPr>
            <a:xfrm>
              <a:off x="0" y="0"/>
              <a:ext cx="26517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25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Configuration</a:t>
              </a:r>
              <a:endParaRPr/>
            </a:p>
          </p:txBody>
        </p:sp>
      </p:grpSp>
      <p:grpSp>
        <p:nvGrpSpPr>
          <p:cNvPr id="1661" name="Google Shape;1661;p19"/>
          <p:cNvGrpSpPr/>
          <p:nvPr/>
        </p:nvGrpSpPr>
        <p:grpSpPr>
          <a:xfrm>
            <a:off x="11823192" y="3950208"/>
            <a:ext cx="4732020" cy="342900"/>
            <a:chOff x="0" y="0"/>
            <a:chExt cx="6309360" cy="457200"/>
          </a:xfrm>
        </p:grpSpPr>
        <p:sp>
          <p:nvSpPr>
            <p:cNvPr id="1662" name="Google Shape;1662;p19"/>
            <p:cNvSpPr/>
            <p:nvPr/>
          </p:nvSpPr>
          <p:spPr>
            <a:xfrm>
              <a:off x="0" y="0"/>
              <a:ext cx="6309360" cy="457200"/>
            </a:xfrm>
            <a:custGeom>
              <a:rect b="b" l="l" r="r" t="t"/>
              <a:pathLst>
                <a:path extrusionOk="0" h="45720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18904" l="0" r="0" t="-218904"/>
              </a:stretch>
            </a:blipFill>
            <a:ln>
              <a:noFill/>
            </a:ln>
          </p:spPr>
        </p:sp>
        <p:sp>
          <p:nvSpPr>
            <p:cNvPr id="1663" name="Google Shape;1663;p19"/>
            <p:cNvSpPr txBox="1"/>
            <p:nvPr/>
          </p:nvSpPr>
          <p:spPr>
            <a:xfrm>
              <a:off x="0" y="0"/>
              <a:ext cx="63093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50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Centralized Automation</a:t>
              </a:r>
              <a:endParaRPr/>
            </a:p>
          </p:txBody>
        </p:sp>
      </p:grpSp>
      <p:grpSp>
        <p:nvGrpSpPr>
          <p:cNvPr id="1664" name="Google Shape;1664;p19"/>
          <p:cNvGrpSpPr/>
          <p:nvPr/>
        </p:nvGrpSpPr>
        <p:grpSpPr>
          <a:xfrm>
            <a:off x="1440180" y="4800600"/>
            <a:ext cx="1988820" cy="342900"/>
            <a:chOff x="0" y="0"/>
            <a:chExt cx="2651760" cy="457200"/>
          </a:xfrm>
        </p:grpSpPr>
        <p:sp>
          <p:nvSpPr>
            <p:cNvPr id="1665" name="Google Shape;1665;p19"/>
            <p:cNvSpPr/>
            <p:nvPr/>
          </p:nvSpPr>
          <p:spPr>
            <a:xfrm>
              <a:off x="0" y="0"/>
              <a:ext cx="2651760" cy="457200"/>
            </a:xfrm>
            <a:custGeom>
              <a:rect b="b" l="l" r="r" t="t"/>
              <a:pathLst>
                <a:path extrusionOk="0" h="457200" w="2651760">
                  <a:moveTo>
                    <a:pt x="0" y="0"/>
                  </a:moveTo>
                  <a:lnTo>
                    <a:pt x="2651760" y="0"/>
                  </a:lnTo>
                  <a:lnTo>
                    <a:pt x="2651760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63015" l="0" r="0" t="-63015"/>
              </a:stretch>
            </a:blipFill>
            <a:ln>
              <a:noFill/>
            </a:ln>
          </p:spPr>
        </p:sp>
        <p:sp>
          <p:nvSpPr>
            <p:cNvPr id="1666" name="Google Shape;1666;p19"/>
            <p:cNvSpPr txBox="1"/>
            <p:nvPr/>
          </p:nvSpPr>
          <p:spPr>
            <a:xfrm>
              <a:off x="0" y="0"/>
              <a:ext cx="26517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25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Network Model</a:t>
              </a:r>
              <a:endParaRPr/>
            </a:p>
          </p:txBody>
        </p:sp>
      </p:grpSp>
      <p:grpSp>
        <p:nvGrpSpPr>
          <p:cNvPr id="1667" name="Google Shape;1667;p19"/>
          <p:cNvGrpSpPr/>
          <p:nvPr/>
        </p:nvGrpSpPr>
        <p:grpSpPr>
          <a:xfrm>
            <a:off x="3593592" y="4800600"/>
            <a:ext cx="4732020" cy="342900"/>
            <a:chOff x="0" y="0"/>
            <a:chExt cx="6309360" cy="457200"/>
          </a:xfrm>
        </p:grpSpPr>
        <p:sp>
          <p:nvSpPr>
            <p:cNvPr id="1668" name="Google Shape;1668;p19"/>
            <p:cNvSpPr/>
            <p:nvPr/>
          </p:nvSpPr>
          <p:spPr>
            <a:xfrm>
              <a:off x="0" y="0"/>
              <a:ext cx="6309360" cy="457200"/>
            </a:xfrm>
            <a:custGeom>
              <a:rect b="b" l="l" r="r" t="t"/>
              <a:pathLst>
                <a:path extrusionOk="0" h="45720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18904" l="0" r="0" t="-218904"/>
              </a:stretch>
            </a:blipFill>
            <a:ln>
              <a:noFill/>
            </a:ln>
          </p:spPr>
        </p:sp>
        <p:sp>
          <p:nvSpPr>
            <p:cNvPr id="1669" name="Google Shape;1669;p19"/>
            <p:cNvSpPr txBox="1"/>
            <p:nvPr/>
          </p:nvSpPr>
          <p:spPr>
            <a:xfrm>
              <a:off x="0" y="0"/>
              <a:ext cx="63093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50" u="none" cap="none" strike="noStrike">
                  <a:solidFill>
                    <a:srgbClr val="203040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Physical Network</a:t>
              </a:r>
              <a:endParaRPr/>
            </a:p>
          </p:txBody>
        </p:sp>
      </p:grpSp>
      <p:grpSp>
        <p:nvGrpSpPr>
          <p:cNvPr id="1670" name="Google Shape;1670;p19"/>
          <p:cNvGrpSpPr/>
          <p:nvPr/>
        </p:nvGrpSpPr>
        <p:grpSpPr>
          <a:xfrm>
            <a:off x="9669780" y="4800600"/>
            <a:ext cx="1988820" cy="342900"/>
            <a:chOff x="0" y="0"/>
            <a:chExt cx="2651760" cy="457200"/>
          </a:xfrm>
        </p:grpSpPr>
        <p:sp>
          <p:nvSpPr>
            <p:cNvPr id="1671" name="Google Shape;1671;p19"/>
            <p:cNvSpPr/>
            <p:nvPr/>
          </p:nvSpPr>
          <p:spPr>
            <a:xfrm>
              <a:off x="0" y="0"/>
              <a:ext cx="2651760" cy="457200"/>
            </a:xfrm>
            <a:custGeom>
              <a:rect b="b" l="l" r="r" t="t"/>
              <a:pathLst>
                <a:path extrusionOk="0" h="457200" w="2651760">
                  <a:moveTo>
                    <a:pt x="0" y="0"/>
                  </a:moveTo>
                  <a:lnTo>
                    <a:pt x="2651760" y="0"/>
                  </a:lnTo>
                  <a:lnTo>
                    <a:pt x="2651760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63015" l="0" r="0" t="-63015"/>
              </a:stretch>
            </a:blipFill>
            <a:ln>
              <a:noFill/>
            </a:ln>
          </p:spPr>
        </p:sp>
        <p:sp>
          <p:nvSpPr>
            <p:cNvPr id="1672" name="Google Shape;1672;p19"/>
            <p:cNvSpPr txBox="1"/>
            <p:nvPr/>
          </p:nvSpPr>
          <p:spPr>
            <a:xfrm>
              <a:off x="0" y="0"/>
              <a:ext cx="26517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25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Network Model</a:t>
              </a:r>
              <a:endParaRPr/>
            </a:p>
          </p:txBody>
        </p:sp>
      </p:grpSp>
      <p:grpSp>
        <p:nvGrpSpPr>
          <p:cNvPr id="1673" name="Google Shape;1673;p19"/>
          <p:cNvGrpSpPr/>
          <p:nvPr/>
        </p:nvGrpSpPr>
        <p:grpSpPr>
          <a:xfrm>
            <a:off x="11823192" y="4800600"/>
            <a:ext cx="4732020" cy="342900"/>
            <a:chOff x="0" y="0"/>
            <a:chExt cx="6309360" cy="457200"/>
          </a:xfrm>
        </p:grpSpPr>
        <p:sp>
          <p:nvSpPr>
            <p:cNvPr id="1674" name="Google Shape;1674;p19"/>
            <p:cNvSpPr/>
            <p:nvPr/>
          </p:nvSpPr>
          <p:spPr>
            <a:xfrm>
              <a:off x="0" y="0"/>
              <a:ext cx="6309360" cy="457200"/>
            </a:xfrm>
            <a:custGeom>
              <a:rect b="b" l="l" r="r" t="t"/>
              <a:pathLst>
                <a:path extrusionOk="0" h="45720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18904" l="0" r="0" t="-218904"/>
              </a:stretch>
            </a:blipFill>
            <a:ln>
              <a:noFill/>
            </a:ln>
          </p:spPr>
        </p:sp>
        <p:sp>
          <p:nvSpPr>
            <p:cNvPr id="1675" name="Google Shape;1675;p19"/>
            <p:cNvSpPr txBox="1"/>
            <p:nvPr/>
          </p:nvSpPr>
          <p:spPr>
            <a:xfrm>
              <a:off x="0" y="0"/>
              <a:ext cx="63093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50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Underlay + Overlay</a:t>
              </a:r>
              <a:endParaRPr/>
            </a:p>
          </p:txBody>
        </p:sp>
      </p:grpSp>
      <p:grpSp>
        <p:nvGrpSpPr>
          <p:cNvPr id="1676" name="Google Shape;1676;p19"/>
          <p:cNvGrpSpPr/>
          <p:nvPr/>
        </p:nvGrpSpPr>
        <p:grpSpPr>
          <a:xfrm>
            <a:off x="1440180" y="5650992"/>
            <a:ext cx="1988820" cy="342900"/>
            <a:chOff x="0" y="0"/>
            <a:chExt cx="2651760" cy="457200"/>
          </a:xfrm>
        </p:grpSpPr>
        <p:sp>
          <p:nvSpPr>
            <p:cNvPr id="1677" name="Google Shape;1677;p19"/>
            <p:cNvSpPr/>
            <p:nvPr/>
          </p:nvSpPr>
          <p:spPr>
            <a:xfrm>
              <a:off x="0" y="0"/>
              <a:ext cx="2651760" cy="457200"/>
            </a:xfrm>
            <a:custGeom>
              <a:rect b="b" l="l" r="r" t="t"/>
              <a:pathLst>
                <a:path extrusionOk="0" h="457200" w="2651760">
                  <a:moveTo>
                    <a:pt x="0" y="0"/>
                  </a:moveTo>
                  <a:lnTo>
                    <a:pt x="2651760" y="0"/>
                  </a:lnTo>
                  <a:lnTo>
                    <a:pt x="2651760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63015" l="0" r="0" t="-63015"/>
              </a:stretch>
            </a:blipFill>
            <a:ln>
              <a:noFill/>
            </a:ln>
          </p:spPr>
        </p:sp>
        <p:sp>
          <p:nvSpPr>
            <p:cNvPr id="1678" name="Google Shape;1678;p19"/>
            <p:cNvSpPr txBox="1"/>
            <p:nvPr/>
          </p:nvSpPr>
          <p:spPr>
            <a:xfrm>
              <a:off x="0" y="0"/>
              <a:ext cx="26517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25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Segmentation</a:t>
              </a:r>
              <a:endParaRPr/>
            </a:p>
          </p:txBody>
        </p:sp>
      </p:grpSp>
      <p:grpSp>
        <p:nvGrpSpPr>
          <p:cNvPr id="1679" name="Google Shape;1679;p19"/>
          <p:cNvGrpSpPr/>
          <p:nvPr/>
        </p:nvGrpSpPr>
        <p:grpSpPr>
          <a:xfrm>
            <a:off x="3593592" y="5650992"/>
            <a:ext cx="4732020" cy="342900"/>
            <a:chOff x="0" y="0"/>
            <a:chExt cx="6309360" cy="457200"/>
          </a:xfrm>
        </p:grpSpPr>
        <p:sp>
          <p:nvSpPr>
            <p:cNvPr id="1680" name="Google Shape;1680;p19"/>
            <p:cNvSpPr/>
            <p:nvPr/>
          </p:nvSpPr>
          <p:spPr>
            <a:xfrm>
              <a:off x="0" y="0"/>
              <a:ext cx="6309360" cy="457200"/>
            </a:xfrm>
            <a:custGeom>
              <a:rect b="b" l="l" r="r" t="t"/>
              <a:pathLst>
                <a:path extrusionOk="0" h="45720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18904" l="0" r="0" t="-218904"/>
              </a:stretch>
            </a:blipFill>
            <a:ln>
              <a:noFill/>
            </a:ln>
          </p:spPr>
        </p:sp>
        <p:sp>
          <p:nvSpPr>
            <p:cNvPr id="1681" name="Google Shape;1681;p19"/>
            <p:cNvSpPr txBox="1"/>
            <p:nvPr/>
          </p:nvSpPr>
          <p:spPr>
            <a:xfrm>
              <a:off x="0" y="0"/>
              <a:ext cx="63093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50" u="none" cap="none" strike="noStrike">
                  <a:solidFill>
                    <a:srgbClr val="203040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VLAN / ACL</a:t>
              </a:r>
              <a:endParaRPr/>
            </a:p>
          </p:txBody>
        </p:sp>
      </p:grpSp>
      <p:grpSp>
        <p:nvGrpSpPr>
          <p:cNvPr id="1682" name="Google Shape;1682;p19"/>
          <p:cNvGrpSpPr/>
          <p:nvPr/>
        </p:nvGrpSpPr>
        <p:grpSpPr>
          <a:xfrm>
            <a:off x="9669780" y="5650992"/>
            <a:ext cx="1988820" cy="342900"/>
            <a:chOff x="0" y="0"/>
            <a:chExt cx="2651760" cy="457200"/>
          </a:xfrm>
        </p:grpSpPr>
        <p:sp>
          <p:nvSpPr>
            <p:cNvPr id="1683" name="Google Shape;1683;p19"/>
            <p:cNvSpPr/>
            <p:nvPr/>
          </p:nvSpPr>
          <p:spPr>
            <a:xfrm>
              <a:off x="0" y="0"/>
              <a:ext cx="2651760" cy="457200"/>
            </a:xfrm>
            <a:custGeom>
              <a:rect b="b" l="l" r="r" t="t"/>
              <a:pathLst>
                <a:path extrusionOk="0" h="457200" w="2651760">
                  <a:moveTo>
                    <a:pt x="0" y="0"/>
                  </a:moveTo>
                  <a:lnTo>
                    <a:pt x="2651760" y="0"/>
                  </a:lnTo>
                  <a:lnTo>
                    <a:pt x="2651760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63015" l="0" r="0" t="-63015"/>
              </a:stretch>
            </a:blipFill>
            <a:ln>
              <a:noFill/>
            </a:ln>
          </p:spPr>
        </p:sp>
        <p:sp>
          <p:nvSpPr>
            <p:cNvPr id="1684" name="Google Shape;1684;p19"/>
            <p:cNvSpPr txBox="1"/>
            <p:nvPr/>
          </p:nvSpPr>
          <p:spPr>
            <a:xfrm>
              <a:off x="0" y="0"/>
              <a:ext cx="26517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25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Segmentation</a:t>
              </a:r>
              <a:endParaRPr/>
            </a:p>
          </p:txBody>
        </p:sp>
      </p:grpSp>
      <p:grpSp>
        <p:nvGrpSpPr>
          <p:cNvPr id="1685" name="Google Shape;1685;p19"/>
          <p:cNvGrpSpPr/>
          <p:nvPr/>
        </p:nvGrpSpPr>
        <p:grpSpPr>
          <a:xfrm>
            <a:off x="11823192" y="5650992"/>
            <a:ext cx="4732020" cy="342900"/>
            <a:chOff x="0" y="0"/>
            <a:chExt cx="6309360" cy="457200"/>
          </a:xfrm>
        </p:grpSpPr>
        <p:sp>
          <p:nvSpPr>
            <p:cNvPr id="1686" name="Google Shape;1686;p19"/>
            <p:cNvSpPr/>
            <p:nvPr/>
          </p:nvSpPr>
          <p:spPr>
            <a:xfrm>
              <a:off x="0" y="0"/>
              <a:ext cx="6309360" cy="457200"/>
            </a:xfrm>
            <a:custGeom>
              <a:rect b="b" l="l" r="r" t="t"/>
              <a:pathLst>
                <a:path extrusionOk="0" h="45720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18904" l="0" r="0" t="-218904"/>
              </a:stretch>
            </a:blipFill>
            <a:ln>
              <a:noFill/>
            </a:ln>
          </p:spPr>
        </p:sp>
        <p:sp>
          <p:nvSpPr>
            <p:cNvPr id="1687" name="Google Shape;1687;p19"/>
            <p:cNvSpPr txBox="1"/>
            <p:nvPr/>
          </p:nvSpPr>
          <p:spPr>
            <a:xfrm>
              <a:off x="0" y="0"/>
              <a:ext cx="63093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50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VN / SGT / Policy</a:t>
              </a:r>
              <a:endParaRPr/>
            </a:p>
          </p:txBody>
        </p:sp>
      </p:grpSp>
      <p:grpSp>
        <p:nvGrpSpPr>
          <p:cNvPr id="1688" name="Google Shape;1688;p19"/>
          <p:cNvGrpSpPr/>
          <p:nvPr/>
        </p:nvGrpSpPr>
        <p:grpSpPr>
          <a:xfrm>
            <a:off x="1440180" y="6501384"/>
            <a:ext cx="1988820" cy="342900"/>
            <a:chOff x="0" y="0"/>
            <a:chExt cx="2651760" cy="457200"/>
          </a:xfrm>
        </p:grpSpPr>
        <p:sp>
          <p:nvSpPr>
            <p:cNvPr id="1689" name="Google Shape;1689;p19"/>
            <p:cNvSpPr/>
            <p:nvPr/>
          </p:nvSpPr>
          <p:spPr>
            <a:xfrm>
              <a:off x="0" y="0"/>
              <a:ext cx="2651760" cy="457200"/>
            </a:xfrm>
            <a:custGeom>
              <a:rect b="b" l="l" r="r" t="t"/>
              <a:pathLst>
                <a:path extrusionOk="0" h="457200" w="2651760">
                  <a:moveTo>
                    <a:pt x="0" y="0"/>
                  </a:moveTo>
                  <a:lnTo>
                    <a:pt x="2651760" y="0"/>
                  </a:lnTo>
                  <a:lnTo>
                    <a:pt x="2651760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63015" l="0" r="0" t="-63015"/>
              </a:stretch>
            </a:blipFill>
            <a:ln>
              <a:noFill/>
            </a:ln>
          </p:spPr>
        </p:sp>
        <p:sp>
          <p:nvSpPr>
            <p:cNvPr id="1690" name="Google Shape;1690;p19"/>
            <p:cNvSpPr txBox="1"/>
            <p:nvPr/>
          </p:nvSpPr>
          <p:spPr>
            <a:xfrm>
              <a:off x="0" y="0"/>
              <a:ext cx="26517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25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Policy</a:t>
              </a:r>
              <a:endParaRPr/>
            </a:p>
          </p:txBody>
        </p:sp>
      </p:grpSp>
      <p:grpSp>
        <p:nvGrpSpPr>
          <p:cNvPr id="1691" name="Google Shape;1691;p19"/>
          <p:cNvGrpSpPr/>
          <p:nvPr/>
        </p:nvGrpSpPr>
        <p:grpSpPr>
          <a:xfrm>
            <a:off x="3593592" y="6501384"/>
            <a:ext cx="4732020" cy="342900"/>
            <a:chOff x="0" y="0"/>
            <a:chExt cx="6309360" cy="457200"/>
          </a:xfrm>
        </p:grpSpPr>
        <p:sp>
          <p:nvSpPr>
            <p:cNvPr id="1692" name="Google Shape;1692;p19"/>
            <p:cNvSpPr/>
            <p:nvPr/>
          </p:nvSpPr>
          <p:spPr>
            <a:xfrm>
              <a:off x="0" y="0"/>
              <a:ext cx="6309360" cy="457200"/>
            </a:xfrm>
            <a:custGeom>
              <a:rect b="b" l="l" r="r" t="t"/>
              <a:pathLst>
                <a:path extrusionOk="0" h="45720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18904" l="0" r="0" t="-218904"/>
              </a:stretch>
            </a:blipFill>
            <a:ln>
              <a:noFill/>
            </a:ln>
          </p:spPr>
        </p:sp>
        <p:sp>
          <p:nvSpPr>
            <p:cNvPr id="1693" name="Google Shape;1693;p19"/>
            <p:cNvSpPr txBox="1"/>
            <p:nvPr/>
          </p:nvSpPr>
          <p:spPr>
            <a:xfrm>
              <a:off x="0" y="0"/>
              <a:ext cx="63093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50" u="none" cap="none" strike="noStrike">
                  <a:solidFill>
                    <a:srgbClr val="203040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ผูกกับ IP / Subnet</a:t>
              </a:r>
              <a:endParaRPr/>
            </a:p>
          </p:txBody>
        </p:sp>
      </p:grpSp>
      <p:grpSp>
        <p:nvGrpSpPr>
          <p:cNvPr id="1694" name="Google Shape;1694;p19"/>
          <p:cNvGrpSpPr/>
          <p:nvPr/>
        </p:nvGrpSpPr>
        <p:grpSpPr>
          <a:xfrm>
            <a:off x="9669780" y="6501384"/>
            <a:ext cx="1988820" cy="342900"/>
            <a:chOff x="0" y="0"/>
            <a:chExt cx="2651760" cy="457200"/>
          </a:xfrm>
        </p:grpSpPr>
        <p:sp>
          <p:nvSpPr>
            <p:cNvPr id="1695" name="Google Shape;1695;p19"/>
            <p:cNvSpPr/>
            <p:nvPr/>
          </p:nvSpPr>
          <p:spPr>
            <a:xfrm>
              <a:off x="0" y="0"/>
              <a:ext cx="2651760" cy="457200"/>
            </a:xfrm>
            <a:custGeom>
              <a:rect b="b" l="l" r="r" t="t"/>
              <a:pathLst>
                <a:path extrusionOk="0" h="457200" w="2651760">
                  <a:moveTo>
                    <a:pt x="0" y="0"/>
                  </a:moveTo>
                  <a:lnTo>
                    <a:pt x="2651760" y="0"/>
                  </a:lnTo>
                  <a:lnTo>
                    <a:pt x="2651760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63015" l="0" r="0" t="-63015"/>
              </a:stretch>
            </a:blipFill>
            <a:ln>
              <a:noFill/>
            </a:ln>
          </p:spPr>
        </p:sp>
        <p:sp>
          <p:nvSpPr>
            <p:cNvPr id="1696" name="Google Shape;1696;p19"/>
            <p:cNvSpPr txBox="1"/>
            <p:nvPr/>
          </p:nvSpPr>
          <p:spPr>
            <a:xfrm>
              <a:off x="0" y="0"/>
              <a:ext cx="26517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25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Policy</a:t>
              </a:r>
              <a:endParaRPr/>
            </a:p>
          </p:txBody>
        </p:sp>
      </p:grpSp>
      <p:grpSp>
        <p:nvGrpSpPr>
          <p:cNvPr id="1697" name="Google Shape;1697;p19"/>
          <p:cNvGrpSpPr/>
          <p:nvPr/>
        </p:nvGrpSpPr>
        <p:grpSpPr>
          <a:xfrm>
            <a:off x="11823192" y="6501384"/>
            <a:ext cx="4732020" cy="342900"/>
            <a:chOff x="0" y="0"/>
            <a:chExt cx="6309360" cy="457200"/>
          </a:xfrm>
        </p:grpSpPr>
        <p:sp>
          <p:nvSpPr>
            <p:cNvPr id="1698" name="Google Shape;1698;p19"/>
            <p:cNvSpPr/>
            <p:nvPr/>
          </p:nvSpPr>
          <p:spPr>
            <a:xfrm>
              <a:off x="0" y="0"/>
              <a:ext cx="6309360" cy="457200"/>
            </a:xfrm>
            <a:custGeom>
              <a:rect b="b" l="l" r="r" t="t"/>
              <a:pathLst>
                <a:path extrusionOk="0" h="45720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18904" l="0" r="0" t="-218904"/>
              </a:stretch>
            </a:blipFill>
            <a:ln>
              <a:noFill/>
            </a:ln>
          </p:spPr>
        </p:sp>
        <p:sp>
          <p:nvSpPr>
            <p:cNvPr id="1699" name="Google Shape;1699;p19"/>
            <p:cNvSpPr txBox="1"/>
            <p:nvPr/>
          </p:nvSpPr>
          <p:spPr>
            <a:xfrm>
              <a:off x="0" y="0"/>
              <a:ext cx="63093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50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อิง Identity / Group</a:t>
              </a:r>
              <a:endParaRPr/>
            </a:p>
          </p:txBody>
        </p:sp>
      </p:grpSp>
      <p:grpSp>
        <p:nvGrpSpPr>
          <p:cNvPr id="1700" name="Google Shape;1700;p19"/>
          <p:cNvGrpSpPr/>
          <p:nvPr/>
        </p:nvGrpSpPr>
        <p:grpSpPr>
          <a:xfrm>
            <a:off x="1440180" y="7351776"/>
            <a:ext cx="1988820" cy="342900"/>
            <a:chOff x="0" y="0"/>
            <a:chExt cx="2651760" cy="457200"/>
          </a:xfrm>
        </p:grpSpPr>
        <p:sp>
          <p:nvSpPr>
            <p:cNvPr id="1701" name="Google Shape;1701;p19"/>
            <p:cNvSpPr/>
            <p:nvPr/>
          </p:nvSpPr>
          <p:spPr>
            <a:xfrm>
              <a:off x="0" y="0"/>
              <a:ext cx="2651760" cy="457200"/>
            </a:xfrm>
            <a:custGeom>
              <a:rect b="b" l="l" r="r" t="t"/>
              <a:pathLst>
                <a:path extrusionOk="0" h="457200" w="2651760">
                  <a:moveTo>
                    <a:pt x="0" y="0"/>
                  </a:moveTo>
                  <a:lnTo>
                    <a:pt x="2651760" y="0"/>
                  </a:lnTo>
                  <a:lnTo>
                    <a:pt x="2651760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63015" l="0" r="0" t="-63015"/>
              </a:stretch>
            </a:blipFill>
            <a:ln>
              <a:noFill/>
            </a:ln>
          </p:spPr>
        </p:sp>
        <p:sp>
          <p:nvSpPr>
            <p:cNvPr id="1702" name="Google Shape;1702;p19"/>
            <p:cNvSpPr txBox="1"/>
            <p:nvPr/>
          </p:nvSpPr>
          <p:spPr>
            <a:xfrm>
              <a:off x="0" y="0"/>
              <a:ext cx="26517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25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Management</a:t>
              </a:r>
              <a:endParaRPr/>
            </a:p>
          </p:txBody>
        </p:sp>
      </p:grpSp>
      <p:grpSp>
        <p:nvGrpSpPr>
          <p:cNvPr id="1703" name="Google Shape;1703;p19"/>
          <p:cNvGrpSpPr/>
          <p:nvPr/>
        </p:nvGrpSpPr>
        <p:grpSpPr>
          <a:xfrm>
            <a:off x="3593592" y="7351776"/>
            <a:ext cx="4732020" cy="342900"/>
            <a:chOff x="0" y="0"/>
            <a:chExt cx="6309360" cy="457200"/>
          </a:xfrm>
        </p:grpSpPr>
        <p:sp>
          <p:nvSpPr>
            <p:cNvPr id="1704" name="Google Shape;1704;p19"/>
            <p:cNvSpPr/>
            <p:nvPr/>
          </p:nvSpPr>
          <p:spPr>
            <a:xfrm>
              <a:off x="0" y="0"/>
              <a:ext cx="6309360" cy="457200"/>
            </a:xfrm>
            <a:custGeom>
              <a:rect b="b" l="l" r="r" t="t"/>
              <a:pathLst>
                <a:path extrusionOk="0" h="45720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18904" l="0" r="0" t="-218904"/>
              </a:stretch>
            </a:blipFill>
            <a:ln>
              <a:noFill/>
            </a:ln>
          </p:spPr>
        </p:sp>
        <p:sp>
          <p:nvSpPr>
            <p:cNvPr id="1705" name="Google Shape;1705;p19"/>
            <p:cNvSpPr txBox="1"/>
            <p:nvPr/>
          </p:nvSpPr>
          <p:spPr>
            <a:xfrm>
              <a:off x="0" y="0"/>
              <a:ext cx="63093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50" u="none" cap="none" strike="noStrike">
                  <a:solidFill>
                    <a:srgbClr val="203040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กระจายหลาย Device</a:t>
              </a:r>
              <a:endParaRPr/>
            </a:p>
          </p:txBody>
        </p:sp>
      </p:grpSp>
      <p:grpSp>
        <p:nvGrpSpPr>
          <p:cNvPr id="1706" name="Google Shape;1706;p19"/>
          <p:cNvGrpSpPr/>
          <p:nvPr/>
        </p:nvGrpSpPr>
        <p:grpSpPr>
          <a:xfrm>
            <a:off x="9669780" y="7351776"/>
            <a:ext cx="1988820" cy="342900"/>
            <a:chOff x="0" y="0"/>
            <a:chExt cx="2651760" cy="457200"/>
          </a:xfrm>
        </p:grpSpPr>
        <p:sp>
          <p:nvSpPr>
            <p:cNvPr id="1707" name="Google Shape;1707;p19"/>
            <p:cNvSpPr/>
            <p:nvPr/>
          </p:nvSpPr>
          <p:spPr>
            <a:xfrm>
              <a:off x="0" y="0"/>
              <a:ext cx="2651760" cy="457200"/>
            </a:xfrm>
            <a:custGeom>
              <a:rect b="b" l="l" r="r" t="t"/>
              <a:pathLst>
                <a:path extrusionOk="0" h="457200" w="2651760">
                  <a:moveTo>
                    <a:pt x="0" y="0"/>
                  </a:moveTo>
                  <a:lnTo>
                    <a:pt x="2651760" y="0"/>
                  </a:lnTo>
                  <a:lnTo>
                    <a:pt x="2651760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63015" l="0" r="0" t="-63015"/>
              </a:stretch>
            </a:blipFill>
            <a:ln>
              <a:noFill/>
            </a:ln>
          </p:spPr>
        </p:sp>
        <p:sp>
          <p:nvSpPr>
            <p:cNvPr id="1708" name="Google Shape;1708;p19"/>
            <p:cNvSpPr txBox="1"/>
            <p:nvPr/>
          </p:nvSpPr>
          <p:spPr>
            <a:xfrm>
              <a:off x="0" y="0"/>
              <a:ext cx="26517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25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Management</a:t>
              </a:r>
              <a:endParaRPr/>
            </a:p>
          </p:txBody>
        </p:sp>
      </p:grpSp>
      <p:grpSp>
        <p:nvGrpSpPr>
          <p:cNvPr id="1709" name="Google Shape;1709;p19"/>
          <p:cNvGrpSpPr/>
          <p:nvPr/>
        </p:nvGrpSpPr>
        <p:grpSpPr>
          <a:xfrm>
            <a:off x="11823192" y="7351776"/>
            <a:ext cx="4732020" cy="342900"/>
            <a:chOff x="0" y="0"/>
            <a:chExt cx="6309360" cy="457200"/>
          </a:xfrm>
        </p:grpSpPr>
        <p:sp>
          <p:nvSpPr>
            <p:cNvPr id="1710" name="Google Shape;1710;p19"/>
            <p:cNvSpPr/>
            <p:nvPr/>
          </p:nvSpPr>
          <p:spPr>
            <a:xfrm>
              <a:off x="0" y="0"/>
              <a:ext cx="6309360" cy="457200"/>
            </a:xfrm>
            <a:custGeom>
              <a:rect b="b" l="l" r="r" t="t"/>
              <a:pathLst>
                <a:path extrusionOk="0" h="45720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18904" l="0" r="0" t="-218904"/>
              </a:stretch>
            </a:blipFill>
            <a:ln>
              <a:noFill/>
            </a:ln>
          </p:spPr>
        </p:sp>
        <p:sp>
          <p:nvSpPr>
            <p:cNvPr id="1711" name="Google Shape;1711;p19"/>
            <p:cNvSpPr txBox="1"/>
            <p:nvPr/>
          </p:nvSpPr>
          <p:spPr>
            <a:xfrm>
              <a:off x="0" y="0"/>
              <a:ext cx="63093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50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Controller ส่วนกลาง</a:t>
              </a:r>
              <a:endParaRPr/>
            </a:p>
          </p:txBody>
        </p:sp>
      </p:grpSp>
      <p:sp>
        <p:nvSpPr>
          <p:cNvPr id="1712" name="Google Shape;1712;p19"/>
          <p:cNvSpPr/>
          <p:nvPr/>
        </p:nvSpPr>
        <p:spPr>
          <a:xfrm>
            <a:off x="1979295" y="7986903"/>
            <a:ext cx="1390650" cy="540258"/>
          </a:xfrm>
          <a:custGeom>
            <a:rect b="b" l="l" r="r" t="t"/>
            <a:pathLst>
              <a:path extrusionOk="0" h="720344" w="1854200">
                <a:moveTo>
                  <a:pt x="0" y="151638"/>
                </a:moveTo>
                <a:cubicBezTo>
                  <a:pt x="0" y="67945"/>
                  <a:pt x="67945" y="0"/>
                  <a:pt x="151638" y="0"/>
                </a:cubicBezTo>
                <a:lnTo>
                  <a:pt x="1702562" y="0"/>
                </a:lnTo>
                <a:cubicBezTo>
                  <a:pt x="1786255" y="0"/>
                  <a:pt x="1854200" y="67945"/>
                  <a:pt x="1854200" y="151638"/>
                </a:cubicBezTo>
                <a:lnTo>
                  <a:pt x="1854200" y="568706"/>
                </a:lnTo>
                <a:cubicBezTo>
                  <a:pt x="1854200" y="652399"/>
                  <a:pt x="1786255" y="720344"/>
                  <a:pt x="1702562" y="720344"/>
                </a:cubicBezTo>
                <a:lnTo>
                  <a:pt x="151638" y="720344"/>
                </a:lnTo>
                <a:cubicBezTo>
                  <a:pt x="67945" y="720344"/>
                  <a:pt x="0" y="652399"/>
                  <a:pt x="0" y="568706"/>
                </a:cubicBezTo>
                <a:close/>
              </a:path>
            </a:pathLst>
          </a:custGeom>
          <a:solidFill>
            <a:srgbClr val="EEF2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13" name="Google Shape;1713;p19"/>
          <p:cNvGrpSpPr/>
          <p:nvPr/>
        </p:nvGrpSpPr>
        <p:grpSpPr>
          <a:xfrm>
            <a:off x="1988820" y="8010144"/>
            <a:ext cx="1371600" cy="466344"/>
            <a:chOff x="0" y="0"/>
            <a:chExt cx="1828800" cy="621792"/>
          </a:xfrm>
        </p:grpSpPr>
        <p:sp>
          <p:nvSpPr>
            <p:cNvPr id="1714" name="Google Shape;1714;p19"/>
            <p:cNvSpPr/>
            <p:nvPr/>
          </p:nvSpPr>
          <p:spPr>
            <a:xfrm>
              <a:off x="0" y="0"/>
              <a:ext cx="1828800" cy="621792"/>
            </a:xfrm>
            <a:custGeom>
              <a:rect b="b" l="l" r="r" t="t"/>
              <a:pathLst>
                <a:path extrusionOk="0" h="621792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621792"/>
                  </a:lnTo>
                  <a:lnTo>
                    <a:pt x="0" y="6217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7308" l="0" r="0" t="-7308"/>
              </a:stretch>
            </a:blipFill>
            <a:ln>
              <a:noFill/>
            </a:ln>
          </p:spPr>
        </p:sp>
        <p:sp>
          <p:nvSpPr>
            <p:cNvPr id="1715" name="Google Shape;1715;p19"/>
            <p:cNvSpPr txBox="1"/>
            <p:nvPr/>
          </p:nvSpPr>
          <p:spPr>
            <a:xfrm>
              <a:off x="0" y="0"/>
              <a:ext cx="1828800" cy="6217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25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Manual</a:t>
              </a:r>
              <a:endParaRPr/>
            </a:p>
          </p:txBody>
        </p:sp>
      </p:grpSp>
      <p:sp>
        <p:nvSpPr>
          <p:cNvPr id="1716" name="Google Shape;1716;p19"/>
          <p:cNvSpPr/>
          <p:nvPr/>
        </p:nvSpPr>
        <p:spPr>
          <a:xfrm>
            <a:off x="10346055" y="7986903"/>
            <a:ext cx="1870710" cy="540258"/>
          </a:xfrm>
          <a:custGeom>
            <a:rect b="b" l="l" r="r" t="t"/>
            <a:pathLst>
              <a:path extrusionOk="0" h="720344" w="2494280">
                <a:moveTo>
                  <a:pt x="0" y="151638"/>
                </a:moveTo>
                <a:cubicBezTo>
                  <a:pt x="0" y="67945"/>
                  <a:pt x="67945" y="0"/>
                  <a:pt x="151638" y="0"/>
                </a:cubicBezTo>
                <a:lnTo>
                  <a:pt x="2342642" y="0"/>
                </a:lnTo>
                <a:cubicBezTo>
                  <a:pt x="2426335" y="0"/>
                  <a:pt x="2494280" y="67945"/>
                  <a:pt x="2494280" y="151638"/>
                </a:cubicBezTo>
                <a:lnTo>
                  <a:pt x="2494280" y="568706"/>
                </a:lnTo>
                <a:cubicBezTo>
                  <a:pt x="2494280" y="652399"/>
                  <a:pt x="2426335" y="720344"/>
                  <a:pt x="2342642" y="720344"/>
                </a:cubicBezTo>
                <a:lnTo>
                  <a:pt x="151638" y="720344"/>
                </a:lnTo>
                <a:cubicBezTo>
                  <a:pt x="67945" y="720344"/>
                  <a:pt x="0" y="652399"/>
                  <a:pt x="0" y="568706"/>
                </a:cubicBezTo>
                <a:close/>
              </a:path>
            </a:pathLst>
          </a:custGeom>
          <a:solidFill>
            <a:srgbClr val="DCEC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17" name="Google Shape;1717;p19"/>
          <p:cNvGrpSpPr/>
          <p:nvPr/>
        </p:nvGrpSpPr>
        <p:grpSpPr>
          <a:xfrm>
            <a:off x="10355580" y="8010144"/>
            <a:ext cx="1851660" cy="466344"/>
            <a:chOff x="0" y="0"/>
            <a:chExt cx="2468880" cy="621792"/>
          </a:xfrm>
        </p:grpSpPr>
        <p:sp>
          <p:nvSpPr>
            <p:cNvPr id="1718" name="Google Shape;1718;p19"/>
            <p:cNvSpPr/>
            <p:nvPr/>
          </p:nvSpPr>
          <p:spPr>
            <a:xfrm>
              <a:off x="0" y="0"/>
              <a:ext cx="2468880" cy="621792"/>
            </a:xfrm>
            <a:custGeom>
              <a:rect b="b" l="l" r="r" t="t"/>
              <a:pathLst>
                <a:path extrusionOk="0" h="621792" w="2468880">
                  <a:moveTo>
                    <a:pt x="0" y="0"/>
                  </a:moveTo>
                  <a:lnTo>
                    <a:pt x="2468880" y="0"/>
                  </a:lnTo>
                  <a:lnTo>
                    <a:pt x="2468880" y="621792"/>
                  </a:lnTo>
                  <a:lnTo>
                    <a:pt x="0" y="6217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7366" l="0" r="0" t="-27366"/>
              </a:stretch>
            </a:blipFill>
            <a:ln>
              <a:noFill/>
            </a:ln>
          </p:spPr>
        </p:sp>
        <p:sp>
          <p:nvSpPr>
            <p:cNvPr id="1719" name="Google Shape;1719;p19"/>
            <p:cNvSpPr txBox="1"/>
            <p:nvPr/>
          </p:nvSpPr>
          <p:spPr>
            <a:xfrm>
              <a:off x="0" y="0"/>
              <a:ext cx="2468880" cy="6217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25" u="none" cap="none" strike="noStrike">
                  <a:solidFill>
                    <a:srgbClr val="1D6FA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Centralized</a:t>
              </a:r>
              <a:endParaRPr/>
            </a:p>
          </p:txBody>
        </p:sp>
      </p:grpSp>
      <p:grpSp>
        <p:nvGrpSpPr>
          <p:cNvPr id="1720" name="Google Shape;1720;p19"/>
          <p:cNvGrpSpPr/>
          <p:nvPr/>
        </p:nvGrpSpPr>
        <p:grpSpPr>
          <a:xfrm>
            <a:off x="12550140" y="9484328"/>
            <a:ext cx="4389120" cy="254032"/>
            <a:chOff x="0" y="-9525"/>
            <a:chExt cx="5852160" cy="338709"/>
          </a:xfrm>
        </p:grpSpPr>
        <p:sp>
          <p:nvSpPr>
            <p:cNvPr id="1721" name="Google Shape;1721;p19"/>
            <p:cNvSpPr/>
            <p:nvPr/>
          </p:nvSpPr>
          <p:spPr>
            <a:xfrm>
              <a:off x="0" y="0"/>
              <a:ext cx="5852160" cy="329184"/>
            </a:xfrm>
            <a:custGeom>
              <a:rect b="b" l="l" r="r" t="t"/>
              <a:pathLst>
                <a:path extrusionOk="0" h="329184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329184"/>
                  </a:lnTo>
                  <a:lnTo>
                    <a:pt x="0" y="32918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96404" l="0" r="0" t="-296404"/>
              </a:stretch>
            </a:blipFill>
            <a:ln>
              <a:noFill/>
            </a:ln>
          </p:spPr>
        </p:sp>
        <p:sp>
          <p:nvSpPr>
            <p:cNvPr id="1722" name="Google Shape;1722;p19"/>
            <p:cNvSpPr txBox="1"/>
            <p:nvPr/>
          </p:nvSpPr>
          <p:spPr>
            <a:xfrm>
              <a:off x="0" y="-9525"/>
              <a:ext cx="5852160" cy="3387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5" u="none" cap="none" strike="noStrike">
                  <a:solidFill>
                    <a:srgbClr val="8795A4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Source: Cisco CCNP Enterprise • Chapter 23</a:t>
              </a:r>
              <a:endParaRPr/>
            </a:p>
          </p:txBody>
        </p:sp>
      </p:grpSp>
      <p:sp>
        <p:nvSpPr>
          <p:cNvPr id="1723" name="Google Shape;1723;p19"/>
          <p:cNvSpPr txBox="1"/>
          <p:nvPr/>
        </p:nvSpPr>
        <p:spPr>
          <a:xfrm>
            <a:off x="16527780" y="9806940"/>
            <a:ext cx="10287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B7785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19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9FC"/>
        </a:solidFill>
      </p:bgPr>
    </p:bg>
    <p:spTree>
      <p:nvGrpSpPr>
        <p:cNvPr id="1731" name="Shape 1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32" name="Google Shape;1732;p20"/>
          <p:cNvCxnSpPr/>
          <p:nvPr/>
        </p:nvCxnSpPr>
        <p:spPr>
          <a:xfrm rot="3840">
            <a:off x="607685" y="9802178"/>
            <a:ext cx="17026900" cy="0"/>
          </a:xfrm>
          <a:prstGeom prst="straightConnector1">
            <a:avLst/>
          </a:prstGeom>
          <a:noFill/>
          <a:ln cap="rnd" cmpd="sng" w="9525">
            <a:solidFill>
              <a:srgbClr val="D6E0EA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733" name="Google Shape;1733;p20"/>
          <p:cNvGrpSpPr/>
          <p:nvPr/>
        </p:nvGrpSpPr>
        <p:grpSpPr>
          <a:xfrm>
            <a:off x="754380" y="9868376"/>
            <a:ext cx="11658600" cy="254032"/>
            <a:chOff x="0" y="-9525"/>
            <a:chExt cx="15544800" cy="338709"/>
          </a:xfrm>
        </p:grpSpPr>
        <p:sp>
          <p:nvSpPr>
            <p:cNvPr id="1734" name="Google Shape;1734;p20"/>
            <p:cNvSpPr/>
            <p:nvPr/>
          </p:nvSpPr>
          <p:spPr>
            <a:xfrm>
              <a:off x="0" y="0"/>
              <a:ext cx="15544800" cy="329184"/>
            </a:xfrm>
            <a:custGeom>
              <a:rect b="b" l="l" r="r" t="t"/>
              <a:pathLst>
                <a:path extrusionOk="0" h="329184" w="15544800">
                  <a:moveTo>
                    <a:pt x="0" y="0"/>
                  </a:moveTo>
                  <a:lnTo>
                    <a:pt x="15544800" y="0"/>
                  </a:lnTo>
                  <a:lnTo>
                    <a:pt x="15544800" y="329184"/>
                  </a:lnTo>
                  <a:lnTo>
                    <a:pt x="0" y="32918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870132" l="0" r="0" t="-870132"/>
              </a:stretch>
            </a:blipFill>
            <a:ln>
              <a:noFill/>
            </a:ln>
          </p:spPr>
        </p:sp>
        <p:sp>
          <p:nvSpPr>
            <p:cNvPr id="1735" name="Google Shape;1735;p20"/>
            <p:cNvSpPr txBox="1"/>
            <p:nvPr/>
          </p:nvSpPr>
          <p:spPr>
            <a:xfrm>
              <a:off x="0" y="-9525"/>
              <a:ext cx="15544800" cy="3387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5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FABRIC TECHNOLOGIES  •  CCNP ENTERPRISE / CHAPTER 23</a:t>
              </a:r>
              <a:endParaRPr/>
            </a:p>
          </p:txBody>
        </p:sp>
      </p:grpSp>
      <p:grpSp>
        <p:nvGrpSpPr>
          <p:cNvPr id="1736" name="Google Shape;1736;p20"/>
          <p:cNvGrpSpPr/>
          <p:nvPr/>
        </p:nvGrpSpPr>
        <p:grpSpPr>
          <a:xfrm>
            <a:off x="822960" y="480060"/>
            <a:ext cx="6172200" cy="301752"/>
            <a:chOff x="0" y="0"/>
            <a:chExt cx="8229600" cy="402336"/>
          </a:xfrm>
        </p:grpSpPr>
        <p:sp>
          <p:nvSpPr>
            <p:cNvPr id="1737" name="Google Shape;1737;p20"/>
            <p:cNvSpPr/>
            <p:nvPr/>
          </p:nvSpPr>
          <p:spPr>
            <a:xfrm>
              <a:off x="0" y="0"/>
              <a:ext cx="8229600" cy="402336"/>
            </a:xfrm>
            <a:custGeom>
              <a:rect b="b" l="l" r="r" t="t"/>
              <a:pathLst>
                <a:path extrusionOk="0" h="402336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402336"/>
                  </a:lnTo>
                  <a:lnTo>
                    <a:pt x="0" y="40233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48534" l="0" r="0" t="-348534"/>
              </a:stretch>
            </a:blipFill>
            <a:ln>
              <a:noFill/>
            </a:ln>
          </p:spPr>
        </p:sp>
        <p:sp>
          <p:nvSpPr>
            <p:cNvPr id="1738" name="Google Shape;1738;p20"/>
            <p:cNvSpPr txBox="1"/>
            <p:nvPr/>
          </p:nvSpPr>
          <p:spPr>
            <a:xfrm>
              <a:off x="0" y="0"/>
              <a:ext cx="8229600" cy="4023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75" u="none" cap="none" strike="noStrike">
                  <a:solidFill>
                    <a:srgbClr val="1FA7C8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19 / FUTURE</a:t>
              </a:r>
              <a:endParaRPr/>
            </a:p>
          </p:txBody>
        </p:sp>
      </p:grpSp>
      <p:grpSp>
        <p:nvGrpSpPr>
          <p:cNvPr id="1739" name="Google Shape;1739;p20"/>
          <p:cNvGrpSpPr/>
          <p:nvPr/>
        </p:nvGrpSpPr>
        <p:grpSpPr>
          <a:xfrm>
            <a:off x="822960" y="884396"/>
            <a:ext cx="16322040" cy="761524"/>
            <a:chOff x="0" y="-9525"/>
            <a:chExt cx="21762720" cy="1015365"/>
          </a:xfrm>
        </p:grpSpPr>
        <p:sp>
          <p:nvSpPr>
            <p:cNvPr id="1740" name="Google Shape;1740;p20"/>
            <p:cNvSpPr/>
            <p:nvPr/>
          </p:nvSpPr>
          <p:spPr>
            <a:xfrm>
              <a:off x="0" y="0"/>
              <a:ext cx="21762720" cy="1005840"/>
            </a:xfrm>
            <a:custGeom>
              <a:rect b="b" l="l" r="r" t="t"/>
              <a:pathLst>
                <a:path extrusionOk="0" h="100584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005840"/>
                  </a:lnTo>
                  <a:lnTo>
                    <a:pt x="0" y="10058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71585" l="0" r="0" t="-371585"/>
              </a:stretch>
            </a:blipFill>
            <a:ln>
              <a:noFill/>
            </a:ln>
          </p:spPr>
        </p:sp>
        <p:sp>
          <p:nvSpPr>
            <p:cNvPr id="1741" name="Google Shape;1741;p20"/>
            <p:cNvSpPr txBox="1"/>
            <p:nvPr/>
          </p:nvSpPr>
          <p:spPr>
            <a:xfrm>
              <a:off x="0" y="-9525"/>
              <a:ext cx="21762720" cy="10153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200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Future Direction</a:t>
              </a:r>
              <a:endParaRPr/>
            </a:p>
          </p:txBody>
        </p:sp>
      </p:grpSp>
      <p:grpSp>
        <p:nvGrpSpPr>
          <p:cNvPr id="1742" name="Google Shape;1742;p20"/>
          <p:cNvGrpSpPr/>
          <p:nvPr/>
        </p:nvGrpSpPr>
        <p:grpSpPr>
          <a:xfrm>
            <a:off x="822960" y="1728216"/>
            <a:ext cx="16459200" cy="521208"/>
            <a:chOff x="0" y="0"/>
            <a:chExt cx="21945600" cy="694944"/>
          </a:xfrm>
        </p:grpSpPr>
        <p:sp>
          <p:nvSpPr>
            <p:cNvPr id="1743" name="Google Shape;1743;p20"/>
            <p:cNvSpPr/>
            <p:nvPr/>
          </p:nvSpPr>
          <p:spPr>
            <a:xfrm>
              <a:off x="0" y="0"/>
              <a:ext cx="21945600" cy="694944"/>
            </a:xfrm>
            <a:custGeom>
              <a:rect b="b" l="l" r="r" t="t"/>
              <a:pathLst>
                <a:path extrusionOk="0" h="69494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94944"/>
                  </a:lnTo>
                  <a:lnTo>
                    <a:pt x="0" y="69494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65309" l="0" r="0" t="-565309"/>
              </a:stretch>
            </a:blipFill>
            <a:ln>
              <a:noFill/>
            </a:ln>
          </p:spPr>
        </p:sp>
        <p:sp>
          <p:nvSpPr>
            <p:cNvPr id="1744" name="Google Shape;1744;p20"/>
            <p:cNvSpPr txBox="1"/>
            <p:nvPr/>
          </p:nvSpPr>
          <p:spPr>
            <a:xfrm>
              <a:off x="0" y="0"/>
              <a:ext cx="21945600" cy="6949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75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ทิศทางหลัก: Automation • AI/Analytics • Zero Trust • Multi-Cloud</a:t>
              </a:r>
              <a:endParaRPr/>
            </a:p>
          </p:txBody>
        </p:sp>
      </p:grpSp>
      <p:sp>
        <p:nvSpPr>
          <p:cNvPr id="1745" name="Google Shape;1745;p20"/>
          <p:cNvSpPr/>
          <p:nvPr/>
        </p:nvSpPr>
        <p:spPr>
          <a:xfrm>
            <a:off x="1087755" y="2733675"/>
            <a:ext cx="7631430" cy="2419350"/>
          </a:xfrm>
          <a:custGeom>
            <a:rect b="b" l="l" r="r" t="t"/>
            <a:pathLst>
              <a:path extrusionOk="0" h="3225800" w="10175240">
                <a:moveTo>
                  <a:pt x="0" y="147447"/>
                </a:moveTo>
                <a:cubicBezTo>
                  <a:pt x="0" y="66040"/>
                  <a:pt x="66040" y="0"/>
                  <a:pt x="147447" y="0"/>
                </a:cubicBezTo>
                <a:lnTo>
                  <a:pt x="10027793" y="0"/>
                </a:lnTo>
                <a:cubicBezTo>
                  <a:pt x="10109200" y="0"/>
                  <a:pt x="10175240" y="66040"/>
                  <a:pt x="10175240" y="147447"/>
                </a:cubicBezTo>
                <a:lnTo>
                  <a:pt x="10175240" y="3078353"/>
                </a:lnTo>
                <a:cubicBezTo>
                  <a:pt x="10175240" y="3159760"/>
                  <a:pt x="10109200" y="3225800"/>
                  <a:pt x="10027793" y="3225800"/>
                </a:cubicBezTo>
                <a:lnTo>
                  <a:pt x="147447" y="3225800"/>
                </a:lnTo>
                <a:cubicBezTo>
                  <a:pt x="66040" y="3225800"/>
                  <a:pt x="0" y="3159760"/>
                  <a:pt x="0" y="3078353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D6E0E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6" name="Google Shape;1746;p20"/>
          <p:cNvSpPr/>
          <p:nvPr/>
        </p:nvSpPr>
        <p:spPr>
          <a:xfrm>
            <a:off x="1087755" y="2733675"/>
            <a:ext cx="238506" cy="2419350"/>
          </a:xfrm>
          <a:custGeom>
            <a:rect b="b" l="l" r="r" t="t"/>
            <a:pathLst>
              <a:path extrusionOk="0" h="3225800" w="318008">
                <a:moveTo>
                  <a:pt x="0" y="159004"/>
                </a:moveTo>
                <a:cubicBezTo>
                  <a:pt x="0" y="71247"/>
                  <a:pt x="71247" y="0"/>
                  <a:pt x="159004" y="0"/>
                </a:cubicBezTo>
                <a:cubicBezTo>
                  <a:pt x="246761" y="0"/>
                  <a:pt x="318008" y="71247"/>
                  <a:pt x="318008" y="159004"/>
                </a:cubicBezTo>
                <a:lnTo>
                  <a:pt x="318008" y="3066796"/>
                </a:lnTo>
                <a:cubicBezTo>
                  <a:pt x="318008" y="3154553"/>
                  <a:pt x="246761" y="3225800"/>
                  <a:pt x="159004" y="3225800"/>
                </a:cubicBezTo>
                <a:cubicBezTo>
                  <a:pt x="71247" y="3225800"/>
                  <a:pt x="0" y="3154553"/>
                  <a:pt x="0" y="3066796"/>
                </a:cubicBezTo>
                <a:close/>
              </a:path>
            </a:pathLst>
          </a:custGeom>
          <a:solidFill>
            <a:srgbClr val="1D6F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47" name="Google Shape;1747;p20"/>
          <p:cNvGrpSpPr/>
          <p:nvPr/>
        </p:nvGrpSpPr>
        <p:grpSpPr>
          <a:xfrm>
            <a:off x="1618488" y="3182112"/>
            <a:ext cx="2743200" cy="480060"/>
            <a:chOff x="0" y="0"/>
            <a:chExt cx="3657600" cy="640080"/>
          </a:xfrm>
        </p:grpSpPr>
        <p:sp>
          <p:nvSpPr>
            <p:cNvPr id="1748" name="Google Shape;1748;p20"/>
            <p:cNvSpPr/>
            <p:nvPr/>
          </p:nvSpPr>
          <p:spPr>
            <a:xfrm>
              <a:off x="0" y="0"/>
              <a:ext cx="3657600" cy="640080"/>
            </a:xfrm>
            <a:custGeom>
              <a:rect b="b" l="l" r="r" t="t"/>
              <a:pathLst>
                <a:path extrusionOk="0" h="64008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40080"/>
                  </a:lnTo>
                  <a:lnTo>
                    <a:pt x="0" y="6400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61344" l="0" r="0" t="-61344"/>
              </a:stretch>
            </a:blipFill>
            <a:ln>
              <a:noFill/>
            </a:ln>
          </p:spPr>
        </p:sp>
        <p:sp>
          <p:nvSpPr>
            <p:cNvPr id="1749" name="Google Shape;1749;p20"/>
            <p:cNvSpPr txBox="1"/>
            <p:nvPr/>
          </p:nvSpPr>
          <p:spPr>
            <a:xfrm>
              <a:off x="0" y="9525"/>
              <a:ext cx="3657600" cy="6305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50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Automation</a:t>
              </a:r>
              <a:endParaRPr/>
            </a:p>
          </p:txBody>
        </p:sp>
      </p:grpSp>
      <p:grpSp>
        <p:nvGrpSpPr>
          <p:cNvPr id="1750" name="Google Shape;1750;p20"/>
          <p:cNvGrpSpPr/>
          <p:nvPr/>
        </p:nvGrpSpPr>
        <p:grpSpPr>
          <a:xfrm>
            <a:off x="1618488" y="3881628"/>
            <a:ext cx="6515100" cy="754380"/>
            <a:chOff x="0" y="0"/>
            <a:chExt cx="8686800" cy="1005840"/>
          </a:xfrm>
        </p:grpSpPr>
        <p:sp>
          <p:nvSpPr>
            <p:cNvPr id="1751" name="Google Shape;1751;p20"/>
            <p:cNvSpPr/>
            <p:nvPr/>
          </p:nvSpPr>
          <p:spPr>
            <a:xfrm>
              <a:off x="0" y="0"/>
              <a:ext cx="8686800" cy="1005840"/>
            </a:xfrm>
            <a:custGeom>
              <a:rect b="b" l="l" r="r" t="t"/>
              <a:pathLst>
                <a:path extrusionOk="0" h="1005840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1005840"/>
                  </a:lnTo>
                  <a:lnTo>
                    <a:pt x="0" y="10058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18282" l="0" r="0" t="-118282"/>
              </a:stretch>
            </a:blipFill>
            <a:ln>
              <a:noFill/>
            </a:ln>
          </p:spPr>
        </p:sp>
        <p:sp>
          <p:nvSpPr>
            <p:cNvPr id="1752" name="Google Shape;1752;p20"/>
            <p:cNvSpPr txBox="1"/>
            <p:nvPr/>
          </p:nvSpPr>
          <p:spPr>
            <a:xfrm>
              <a:off x="0" y="0"/>
              <a:ext cx="8686800" cy="1005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725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ลด Manual Configuration</a:t>
              </a:r>
              <a:endParaRPr/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725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และทำงานซ้ำให้เป็นอัตโนมัติ</a:t>
              </a:r>
              <a:endParaRPr/>
            </a:p>
          </p:txBody>
        </p:sp>
      </p:grpSp>
      <p:sp>
        <p:nvSpPr>
          <p:cNvPr id="1753" name="Google Shape;1753;p20"/>
          <p:cNvSpPr/>
          <p:nvPr/>
        </p:nvSpPr>
        <p:spPr>
          <a:xfrm>
            <a:off x="7232523" y="3145155"/>
            <a:ext cx="1047750" cy="540258"/>
          </a:xfrm>
          <a:custGeom>
            <a:rect b="b" l="l" r="r" t="t"/>
            <a:pathLst>
              <a:path extrusionOk="0" h="720344" w="1397000">
                <a:moveTo>
                  <a:pt x="0" y="151638"/>
                </a:moveTo>
                <a:cubicBezTo>
                  <a:pt x="0" y="67945"/>
                  <a:pt x="67945" y="0"/>
                  <a:pt x="151638" y="0"/>
                </a:cubicBezTo>
                <a:lnTo>
                  <a:pt x="1245362" y="0"/>
                </a:lnTo>
                <a:cubicBezTo>
                  <a:pt x="1329055" y="0"/>
                  <a:pt x="1397000" y="67945"/>
                  <a:pt x="1397000" y="151638"/>
                </a:cubicBezTo>
                <a:lnTo>
                  <a:pt x="1397000" y="568706"/>
                </a:lnTo>
                <a:cubicBezTo>
                  <a:pt x="1397000" y="652399"/>
                  <a:pt x="1329055" y="720344"/>
                  <a:pt x="1245362" y="720344"/>
                </a:cubicBezTo>
                <a:lnTo>
                  <a:pt x="151638" y="720344"/>
                </a:lnTo>
                <a:cubicBezTo>
                  <a:pt x="67945" y="720344"/>
                  <a:pt x="0" y="652399"/>
                  <a:pt x="0" y="568706"/>
                </a:cubicBezTo>
                <a:close/>
              </a:path>
            </a:pathLst>
          </a:custGeom>
          <a:solidFill>
            <a:srgbClr val="DCEC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54" name="Google Shape;1754;p20"/>
          <p:cNvGrpSpPr/>
          <p:nvPr/>
        </p:nvGrpSpPr>
        <p:grpSpPr>
          <a:xfrm>
            <a:off x="7242048" y="3168396"/>
            <a:ext cx="1028700" cy="466344"/>
            <a:chOff x="0" y="0"/>
            <a:chExt cx="1371600" cy="621792"/>
          </a:xfrm>
        </p:grpSpPr>
        <p:sp>
          <p:nvSpPr>
            <p:cNvPr id="1755" name="Google Shape;1755;p20"/>
            <p:cNvSpPr/>
            <p:nvPr/>
          </p:nvSpPr>
          <p:spPr>
            <a:xfrm>
              <a:off x="0" y="0"/>
              <a:ext cx="1371600" cy="621792"/>
            </a:xfrm>
            <a:custGeom>
              <a:rect b="b" l="l" r="r" t="t"/>
              <a:pathLst>
                <a:path extrusionOk="0" h="621792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621792"/>
                  </a:lnTo>
                  <a:lnTo>
                    <a:pt x="0" y="6217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8164" r="-8164" t="0"/>
              </a:stretch>
            </a:blipFill>
            <a:ln>
              <a:noFill/>
            </a:ln>
          </p:spPr>
        </p:sp>
        <p:sp>
          <p:nvSpPr>
            <p:cNvPr id="1756" name="Google Shape;1756;p20"/>
            <p:cNvSpPr txBox="1"/>
            <p:nvPr/>
          </p:nvSpPr>
          <p:spPr>
            <a:xfrm>
              <a:off x="0" y="0"/>
              <a:ext cx="1371600" cy="6217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25" u="none" cap="none" strike="noStrike">
                  <a:solidFill>
                    <a:srgbClr val="1D6FA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NEXT</a:t>
              </a:r>
              <a:endParaRPr/>
            </a:p>
          </p:txBody>
        </p:sp>
      </p:grpSp>
      <p:sp>
        <p:nvSpPr>
          <p:cNvPr id="1757" name="Google Shape;1757;p20"/>
          <p:cNvSpPr/>
          <p:nvPr/>
        </p:nvSpPr>
        <p:spPr>
          <a:xfrm>
            <a:off x="9248775" y="2733675"/>
            <a:ext cx="7631430" cy="2419350"/>
          </a:xfrm>
          <a:custGeom>
            <a:rect b="b" l="l" r="r" t="t"/>
            <a:pathLst>
              <a:path extrusionOk="0" h="3225800" w="10175240">
                <a:moveTo>
                  <a:pt x="0" y="147447"/>
                </a:moveTo>
                <a:cubicBezTo>
                  <a:pt x="0" y="66040"/>
                  <a:pt x="66040" y="0"/>
                  <a:pt x="147447" y="0"/>
                </a:cubicBezTo>
                <a:lnTo>
                  <a:pt x="10027793" y="0"/>
                </a:lnTo>
                <a:cubicBezTo>
                  <a:pt x="10109200" y="0"/>
                  <a:pt x="10175240" y="66040"/>
                  <a:pt x="10175240" y="147447"/>
                </a:cubicBezTo>
                <a:lnTo>
                  <a:pt x="10175240" y="3078353"/>
                </a:lnTo>
                <a:cubicBezTo>
                  <a:pt x="10175240" y="3159760"/>
                  <a:pt x="10109200" y="3225800"/>
                  <a:pt x="10027793" y="3225800"/>
                </a:cubicBezTo>
                <a:lnTo>
                  <a:pt x="147447" y="3225800"/>
                </a:lnTo>
                <a:cubicBezTo>
                  <a:pt x="66040" y="3225800"/>
                  <a:pt x="0" y="3159760"/>
                  <a:pt x="0" y="3078353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D6E0E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8" name="Google Shape;1758;p20"/>
          <p:cNvSpPr/>
          <p:nvPr/>
        </p:nvSpPr>
        <p:spPr>
          <a:xfrm>
            <a:off x="9248775" y="2733675"/>
            <a:ext cx="238506" cy="2419350"/>
          </a:xfrm>
          <a:custGeom>
            <a:rect b="b" l="l" r="r" t="t"/>
            <a:pathLst>
              <a:path extrusionOk="0" h="3225800" w="318008">
                <a:moveTo>
                  <a:pt x="0" y="159004"/>
                </a:moveTo>
                <a:cubicBezTo>
                  <a:pt x="0" y="71247"/>
                  <a:pt x="71247" y="0"/>
                  <a:pt x="159004" y="0"/>
                </a:cubicBezTo>
                <a:cubicBezTo>
                  <a:pt x="246761" y="0"/>
                  <a:pt x="318008" y="71247"/>
                  <a:pt x="318008" y="159004"/>
                </a:cubicBezTo>
                <a:lnTo>
                  <a:pt x="318008" y="3066796"/>
                </a:lnTo>
                <a:cubicBezTo>
                  <a:pt x="318008" y="3154553"/>
                  <a:pt x="246761" y="3225800"/>
                  <a:pt x="159004" y="3225800"/>
                </a:cubicBezTo>
                <a:cubicBezTo>
                  <a:pt x="71247" y="3225800"/>
                  <a:pt x="0" y="3154553"/>
                  <a:pt x="0" y="3066796"/>
                </a:cubicBezTo>
                <a:close/>
              </a:path>
            </a:pathLst>
          </a:custGeom>
          <a:solidFill>
            <a:srgbClr val="1FA7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59" name="Google Shape;1759;p20"/>
          <p:cNvGrpSpPr/>
          <p:nvPr/>
        </p:nvGrpSpPr>
        <p:grpSpPr>
          <a:xfrm>
            <a:off x="9779508" y="3182112"/>
            <a:ext cx="2743200" cy="480060"/>
            <a:chOff x="0" y="0"/>
            <a:chExt cx="3657600" cy="640080"/>
          </a:xfrm>
        </p:grpSpPr>
        <p:sp>
          <p:nvSpPr>
            <p:cNvPr id="1760" name="Google Shape;1760;p20"/>
            <p:cNvSpPr/>
            <p:nvPr/>
          </p:nvSpPr>
          <p:spPr>
            <a:xfrm>
              <a:off x="0" y="0"/>
              <a:ext cx="3657600" cy="640080"/>
            </a:xfrm>
            <a:custGeom>
              <a:rect b="b" l="l" r="r" t="t"/>
              <a:pathLst>
                <a:path extrusionOk="0" h="64008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40080"/>
                  </a:lnTo>
                  <a:lnTo>
                    <a:pt x="0" y="6400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61344" l="0" r="0" t="-61344"/>
              </a:stretch>
            </a:blipFill>
            <a:ln>
              <a:noFill/>
            </a:ln>
          </p:spPr>
        </p:sp>
        <p:sp>
          <p:nvSpPr>
            <p:cNvPr id="1761" name="Google Shape;1761;p20"/>
            <p:cNvSpPr txBox="1"/>
            <p:nvPr/>
          </p:nvSpPr>
          <p:spPr>
            <a:xfrm>
              <a:off x="0" y="9525"/>
              <a:ext cx="3657600" cy="6305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50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AI + Telemetry</a:t>
              </a:r>
              <a:endParaRPr/>
            </a:p>
          </p:txBody>
        </p:sp>
      </p:grpSp>
      <p:grpSp>
        <p:nvGrpSpPr>
          <p:cNvPr id="1762" name="Google Shape;1762;p20"/>
          <p:cNvGrpSpPr/>
          <p:nvPr/>
        </p:nvGrpSpPr>
        <p:grpSpPr>
          <a:xfrm>
            <a:off x="9779508" y="3881628"/>
            <a:ext cx="6515100" cy="754380"/>
            <a:chOff x="0" y="0"/>
            <a:chExt cx="8686800" cy="1005840"/>
          </a:xfrm>
        </p:grpSpPr>
        <p:sp>
          <p:nvSpPr>
            <p:cNvPr id="1763" name="Google Shape;1763;p20"/>
            <p:cNvSpPr/>
            <p:nvPr/>
          </p:nvSpPr>
          <p:spPr>
            <a:xfrm>
              <a:off x="0" y="0"/>
              <a:ext cx="8686800" cy="1005840"/>
            </a:xfrm>
            <a:custGeom>
              <a:rect b="b" l="l" r="r" t="t"/>
              <a:pathLst>
                <a:path extrusionOk="0" h="1005840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1005840"/>
                  </a:lnTo>
                  <a:lnTo>
                    <a:pt x="0" y="10058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18282" l="0" r="0" t="-118282"/>
              </a:stretch>
            </a:blipFill>
            <a:ln>
              <a:noFill/>
            </a:ln>
          </p:spPr>
        </p:sp>
        <p:sp>
          <p:nvSpPr>
            <p:cNvPr id="1764" name="Google Shape;1764;p20"/>
            <p:cNvSpPr txBox="1"/>
            <p:nvPr/>
          </p:nvSpPr>
          <p:spPr>
            <a:xfrm>
              <a:off x="0" y="0"/>
              <a:ext cx="8686800" cy="1005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725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ตรวจจับปัญหา</a:t>
              </a:r>
              <a:endParaRPr/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725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และช่วยวิเคราะห์ Root Cause</a:t>
              </a:r>
              <a:endParaRPr/>
            </a:p>
          </p:txBody>
        </p:sp>
      </p:grpSp>
      <p:sp>
        <p:nvSpPr>
          <p:cNvPr id="1765" name="Google Shape;1765;p20"/>
          <p:cNvSpPr/>
          <p:nvPr/>
        </p:nvSpPr>
        <p:spPr>
          <a:xfrm>
            <a:off x="15393543" y="3145155"/>
            <a:ext cx="1047750" cy="540258"/>
          </a:xfrm>
          <a:custGeom>
            <a:rect b="b" l="l" r="r" t="t"/>
            <a:pathLst>
              <a:path extrusionOk="0" h="720344" w="1397000">
                <a:moveTo>
                  <a:pt x="0" y="151638"/>
                </a:moveTo>
                <a:cubicBezTo>
                  <a:pt x="0" y="67945"/>
                  <a:pt x="67945" y="0"/>
                  <a:pt x="151638" y="0"/>
                </a:cubicBezTo>
                <a:lnTo>
                  <a:pt x="1245362" y="0"/>
                </a:lnTo>
                <a:cubicBezTo>
                  <a:pt x="1329055" y="0"/>
                  <a:pt x="1397000" y="67945"/>
                  <a:pt x="1397000" y="151638"/>
                </a:cubicBezTo>
                <a:lnTo>
                  <a:pt x="1397000" y="568706"/>
                </a:lnTo>
                <a:cubicBezTo>
                  <a:pt x="1397000" y="652399"/>
                  <a:pt x="1329055" y="720344"/>
                  <a:pt x="1245362" y="720344"/>
                </a:cubicBezTo>
                <a:lnTo>
                  <a:pt x="151638" y="720344"/>
                </a:lnTo>
                <a:cubicBezTo>
                  <a:pt x="67945" y="720344"/>
                  <a:pt x="0" y="652399"/>
                  <a:pt x="0" y="568706"/>
                </a:cubicBezTo>
                <a:close/>
              </a:path>
            </a:pathLst>
          </a:custGeom>
          <a:solidFill>
            <a:srgbClr val="E8F8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66" name="Google Shape;1766;p20"/>
          <p:cNvGrpSpPr/>
          <p:nvPr/>
        </p:nvGrpSpPr>
        <p:grpSpPr>
          <a:xfrm>
            <a:off x="15403068" y="3168396"/>
            <a:ext cx="1028700" cy="466344"/>
            <a:chOff x="0" y="0"/>
            <a:chExt cx="1371600" cy="621792"/>
          </a:xfrm>
        </p:grpSpPr>
        <p:sp>
          <p:nvSpPr>
            <p:cNvPr id="1767" name="Google Shape;1767;p20"/>
            <p:cNvSpPr/>
            <p:nvPr/>
          </p:nvSpPr>
          <p:spPr>
            <a:xfrm>
              <a:off x="0" y="0"/>
              <a:ext cx="1371600" cy="621792"/>
            </a:xfrm>
            <a:custGeom>
              <a:rect b="b" l="l" r="r" t="t"/>
              <a:pathLst>
                <a:path extrusionOk="0" h="621792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621792"/>
                  </a:lnTo>
                  <a:lnTo>
                    <a:pt x="0" y="6217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8164" r="-8164" t="0"/>
              </a:stretch>
            </a:blipFill>
            <a:ln>
              <a:noFill/>
            </a:ln>
          </p:spPr>
        </p:sp>
        <p:sp>
          <p:nvSpPr>
            <p:cNvPr id="1768" name="Google Shape;1768;p20"/>
            <p:cNvSpPr txBox="1"/>
            <p:nvPr/>
          </p:nvSpPr>
          <p:spPr>
            <a:xfrm>
              <a:off x="0" y="0"/>
              <a:ext cx="1371600" cy="6217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25" u="none" cap="none" strike="noStrike">
                  <a:solidFill>
                    <a:srgbClr val="1FA7C8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NEXT</a:t>
              </a:r>
              <a:endParaRPr/>
            </a:p>
          </p:txBody>
        </p:sp>
      </p:grpSp>
      <p:sp>
        <p:nvSpPr>
          <p:cNvPr id="1769" name="Google Shape;1769;p20"/>
          <p:cNvSpPr/>
          <p:nvPr/>
        </p:nvSpPr>
        <p:spPr>
          <a:xfrm>
            <a:off x="1087755" y="5751195"/>
            <a:ext cx="7631430" cy="2419350"/>
          </a:xfrm>
          <a:custGeom>
            <a:rect b="b" l="l" r="r" t="t"/>
            <a:pathLst>
              <a:path extrusionOk="0" h="3225800" w="10175240">
                <a:moveTo>
                  <a:pt x="0" y="147447"/>
                </a:moveTo>
                <a:cubicBezTo>
                  <a:pt x="0" y="66040"/>
                  <a:pt x="66040" y="0"/>
                  <a:pt x="147447" y="0"/>
                </a:cubicBezTo>
                <a:lnTo>
                  <a:pt x="10027793" y="0"/>
                </a:lnTo>
                <a:cubicBezTo>
                  <a:pt x="10109200" y="0"/>
                  <a:pt x="10175240" y="66040"/>
                  <a:pt x="10175240" y="147447"/>
                </a:cubicBezTo>
                <a:lnTo>
                  <a:pt x="10175240" y="3078353"/>
                </a:lnTo>
                <a:cubicBezTo>
                  <a:pt x="10175240" y="3159760"/>
                  <a:pt x="10109200" y="3225800"/>
                  <a:pt x="10027793" y="3225800"/>
                </a:cubicBezTo>
                <a:lnTo>
                  <a:pt x="147447" y="3225800"/>
                </a:lnTo>
                <a:cubicBezTo>
                  <a:pt x="66040" y="3225800"/>
                  <a:pt x="0" y="3159760"/>
                  <a:pt x="0" y="3078353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D6E0E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0" name="Google Shape;1770;p20"/>
          <p:cNvSpPr/>
          <p:nvPr/>
        </p:nvSpPr>
        <p:spPr>
          <a:xfrm>
            <a:off x="1087755" y="5751195"/>
            <a:ext cx="238506" cy="2419350"/>
          </a:xfrm>
          <a:custGeom>
            <a:rect b="b" l="l" r="r" t="t"/>
            <a:pathLst>
              <a:path extrusionOk="0" h="3225800" w="318008">
                <a:moveTo>
                  <a:pt x="0" y="159004"/>
                </a:moveTo>
                <a:cubicBezTo>
                  <a:pt x="0" y="71247"/>
                  <a:pt x="71247" y="0"/>
                  <a:pt x="159004" y="0"/>
                </a:cubicBezTo>
                <a:cubicBezTo>
                  <a:pt x="246761" y="0"/>
                  <a:pt x="318008" y="71247"/>
                  <a:pt x="318008" y="159004"/>
                </a:cubicBezTo>
                <a:lnTo>
                  <a:pt x="318008" y="3066796"/>
                </a:lnTo>
                <a:cubicBezTo>
                  <a:pt x="318008" y="3154553"/>
                  <a:pt x="246761" y="3225800"/>
                  <a:pt x="159004" y="3225800"/>
                </a:cubicBezTo>
                <a:cubicBezTo>
                  <a:pt x="71247" y="3225800"/>
                  <a:pt x="0" y="3154553"/>
                  <a:pt x="0" y="3066796"/>
                </a:cubicBezTo>
                <a:close/>
              </a:path>
            </a:pathLst>
          </a:custGeom>
          <a:solidFill>
            <a:srgbClr val="2E8B7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71" name="Google Shape;1771;p20"/>
          <p:cNvGrpSpPr/>
          <p:nvPr/>
        </p:nvGrpSpPr>
        <p:grpSpPr>
          <a:xfrm>
            <a:off x="1618488" y="6199632"/>
            <a:ext cx="2743200" cy="480060"/>
            <a:chOff x="0" y="0"/>
            <a:chExt cx="3657600" cy="640080"/>
          </a:xfrm>
        </p:grpSpPr>
        <p:sp>
          <p:nvSpPr>
            <p:cNvPr id="1772" name="Google Shape;1772;p20"/>
            <p:cNvSpPr/>
            <p:nvPr/>
          </p:nvSpPr>
          <p:spPr>
            <a:xfrm>
              <a:off x="0" y="0"/>
              <a:ext cx="3657600" cy="640080"/>
            </a:xfrm>
            <a:custGeom>
              <a:rect b="b" l="l" r="r" t="t"/>
              <a:pathLst>
                <a:path extrusionOk="0" h="64008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40080"/>
                  </a:lnTo>
                  <a:lnTo>
                    <a:pt x="0" y="6400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61344" l="0" r="0" t="-61344"/>
              </a:stretch>
            </a:blipFill>
            <a:ln>
              <a:noFill/>
            </a:ln>
          </p:spPr>
        </p:sp>
        <p:sp>
          <p:nvSpPr>
            <p:cNvPr id="1773" name="Google Shape;1773;p20"/>
            <p:cNvSpPr txBox="1"/>
            <p:nvPr/>
          </p:nvSpPr>
          <p:spPr>
            <a:xfrm>
              <a:off x="0" y="9525"/>
              <a:ext cx="3657600" cy="6305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50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Zero Trust</a:t>
              </a:r>
              <a:endParaRPr/>
            </a:p>
          </p:txBody>
        </p:sp>
      </p:grpSp>
      <p:grpSp>
        <p:nvGrpSpPr>
          <p:cNvPr id="1774" name="Google Shape;1774;p20"/>
          <p:cNvGrpSpPr/>
          <p:nvPr/>
        </p:nvGrpSpPr>
        <p:grpSpPr>
          <a:xfrm>
            <a:off x="1618488" y="6899148"/>
            <a:ext cx="6515100" cy="754380"/>
            <a:chOff x="0" y="0"/>
            <a:chExt cx="8686800" cy="1005840"/>
          </a:xfrm>
        </p:grpSpPr>
        <p:sp>
          <p:nvSpPr>
            <p:cNvPr id="1775" name="Google Shape;1775;p20"/>
            <p:cNvSpPr/>
            <p:nvPr/>
          </p:nvSpPr>
          <p:spPr>
            <a:xfrm>
              <a:off x="0" y="0"/>
              <a:ext cx="8686800" cy="1005840"/>
            </a:xfrm>
            <a:custGeom>
              <a:rect b="b" l="l" r="r" t="t"/>
              <a:pathLst>
                <a:path extrusionOk="0" h="1005840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1005840"/>
                  </a:lnTo>
                  <a:lnTo>
                    <a:pt x="0" y="10058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18282" l="0" r="0" t="-118282"/>
              </a:stretch>
            </a:blipFill>
            <a:ln>
              <a:noFill/>
            </a:ln>
          </p:spPr>
        </p:sp>
        <p:sp>
          <p:nvSpPr>
            <p:cNvPr id="1776" name="Google Shape;1776;p20"/>
            <p:cNvSpPr txBox="1"/>
            <p:nvPr/>
          </p:nvSpPr>
          <p:spPr>
            <a:xfrm>
              <a:off x="0" y="0"/>
              <a:ext cx="8686800" cy="1005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725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ใช้ Identity + Context</a:t>
              </a:r>
              <a:endParaRPr/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725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เพื่อควบคุมการเข้าถึง</a:t>
              </a:r>
              <a:endParaRPr/>
            </a:p>
          </p:txBody>
        </p:sp>
      </p:grpSp>
      <p:sp>
        <p:nvSpPr>
          <p:cNvPr id="1777" name="Google Shape;1777;p20"/>
          <p:cNvSpPr/>
          <p:nvPr/>
        </p:nvSpPr>
        <p:spPr>
          <a:xfrm>
            <a:off x="7232523" y="6162675"/>
            <a:ext cx="1047750" cy="540258"/>
          </a:xfrm>
          <a:custGeom>
            <a:rect b="b" l="l" r="r" t="t"/>
            <a:pathLst>
              <a:path extrusionOk="0" h="720344" w="1397000">
                <a:moveTo>
                  <a:pt x="0" y="151638"/>
                </a:moveTo>
                <a:cubicBezTo>
                  <a:pt x="0" y="67945"/>
                  <a:pt x="67945" y="0"/>
                  <a:pt x="151638" y="0"/>
                </a:cubicBezTo>
                <a:lnTo>
                  <a:pt x="1245362" y="0"/>
                </a:lnTo>
                <a:cubicBezTo>
                  <a:pt x="1329055" y="0"/>
                  <a:pt x="1397000" y="67945"/>
                  <a:pt x="1397000" y="151638"/>
                </a:cubicBezTo>
                <a:lnTo>
                  <a:pt x="1397000" y="568706"/>
                </a:lnTo>
                <a:cubicBezTo>
                  <a:pt x="1397000" y="652399"/>
                  <a:pt x="1329055" y="720344"/>
                  <a:pt x="1245362" y="720344"/>
                </a:cubicBezTo>
                <a:lnTo>
                  <a:pt x="151638" y="720344"/>
                </a:lnTo>
                <a:cubicBezTo>
                  <a:pt x="67945" y="720344"/>
                  <a:pt x="0" y="652399"/>
                  <a:pt x="0" y="568706"/>
                </a:cubicBezTo>
                <a:close/>
              </a:path>
            </a:pathLst>
          </a:custGeom>
          <a:solidFill>
            <a:srgbClr val="E7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78" name="Google Shape;1778;p20"/>
          <p:cNvGrpSpPr/>
          <p:nvPr/>
        </p:nvGrpSpPr>
        <p:grpSpPr>
          <a:xfrm>
            <a:off x="7242048" y="6185916"/>
            <a:ext cx="1028700" cy="466344"/>
            <a:chOff x="0" y="0"/>
            <a:chExt cx="1371600" cy="621792"/>
          </a:xfrm>
        </p:grpSpPr>
        <p:sp>
          <p:nvSpPr>
            <p:cNvPr id="1779" name="Google Shape;1779;p20"/>
            <p:cNvSpPr/>
            <p:nvPr/>
          </p:nvSpPr>
          <p:spPr>
            <a:xfrm>
              <a:off x="0" y="0"/>
              <a:ext cx="1371600" cy="621792"/>
            </a:xfrm>
            <a:custGeom>
              <a:rect b="b" l="l" r="r" t="t"/>
              <a:pathLst>
                <a:path extrusionOk="0" h="621792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621792"/>
                  </a:lnTo>
                  <a:lnTo>
                    <a:pt x="0" y="6217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8164" r="-8164" t="0"/>
              </a:stretch>
            </a:blipFill>
            <a:ln>
              <a:noFill/>
            </a:ln>
          </p:spPr>
        </p:sp>
        <p:sp>
          <p:nvSpPr>
            <p:cNvPr id="1780" name="Google Shape;1780;p20"/>
            <p:cNvSpPr txBox="1"/>
            <p:nvPr/>
          </p:nvSpPr>
          <p:spPr>
            <a:xfrm>
              <a:off x="0" y="0"/>
              <a:ext cx="1371600" cy="6217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25" u="none" cap="none" strike="noStrike">
                  <a:solidFill>
                    <a:srgbClr val="2E8B72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NEXT</a:t>
              </a:r>
              <a:endParaRPr/>
            </a:p>
          </p:txBody>
        </p:sp>
      </p:grpSp>
      <p:sp>
        <p:nvSpPr>
          <p:cNvPr id="1781" name="Google Shape;1781;p20"/>
          <p:cNvSpPr/>
          <p:nvPr/>
        </p:nvSpPr>
        <p:spPr>
          <a:xfrm>
            <a:off x="9248775" y="5751195"/>
            <a:ext cx="7631430" cy="2419350"/>
          </a:xfrm>
          <a:custGeom>
            <a:rect b="b" l="l" r="r" t="t"/>
            <a:pathLst>
              <a:path extrusionOk="0" h="3225800" w="10175240">
                <a:moveTo>
                  <a:pt x="0" y="147447"/>
                </a:moveTo>
                <a:cubicBezTo>
                  <a:pt x="0" y="66040"/>
                  <a:pt x="66040" y="0"/>
                  <a:pt x="147447" y="0"/>
                </a:cubicBezTo>
                <a:lnTo>
                  <a:pt x="10027793" y="0"/>
                </a:lnTo>
                <a:cubicBezTo>
                  <a:pt x="10109200" y="0"/>
                  <a:pt x="10175240" y="66040"/>
                  <a:pt x="10175240" y="147447"/>
                </a:cubicBezTo>
                <a:lnTo>
                  <a:pt x="10175240" y="3078353"/>
                </a:lnTo>
                <a:cubicBezTo>
                  <a:pt x="10175240" y="3159760"/>
                  <a:pt x="10109200" y="3225800"/>
                  <a:pt x="10027793" y="3225800"/>
                </a:cubicBezTo>
                <a:lnTo>
                  <a:pt x="147447" y="3225800"/>
                </a:lnTo>
                <a:cubicBezTo>
                  <a:pt x="66040" y="3225800"/>
                  <a:pt x="0" y="3159760"/>
                  <a:pt x="0" y="3078353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D6E0E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2" name="Google Shape;1782;p20"/>
          <p:cNvSpPr/>
          <p:nvPr/>
        </p:nvSpPr>
        <p:spPr>
          <a:xfrm>
            <a:off x="9248775" y="5751195"/>
            <a:ext cx="238506" cy="2419350"/>
          </a:xfrm>
          <a:custGeom>
            <a:rect b="b" l="l" r="r" t="t"/>
            <a:pathLst>
              <a:path extrusionOk="0" h="3225800" w="318008">
                <a:moveTo>
                  <a:pt x="0" y="159004"/>
                </a:moveTo>
                <a:cubicBezTo>
                  <a:pt x="0" y="71247"/>
                  <a:pt x="71247" y="0"/>
                  <a:pt x="159004" y="0"/>
                </a:cubicBezTo>
                <a:cubicBezTo>
                  <a:pt x="246761" y="0"/>
                  <a:pt x="318008" y="71247"/>
                  <a:pt x="318008" y="159004"/>
                </a:cubicBezTo>
                <a:lnTo>
                  <a:pt x="318008" y="3066796"/>
                </a:lnTo>
                <a:cubicBezTo>
                  <a:pt x="318008" y="3154553"/>
                  <a:pt x="246761" y="3225800"/>
                  <a:pt x="159004" y="3225800"/>
                </a:cubicBezTo>
                <a:cubicBezTo>
                  <a:pt x="71247" y="3225800"/>
                  <a:pt x="0" y="3154553"/>
                  <a:pt x="0" y="3066796"/>
                </a:cubicBezTo>
                <a:close/>
              </a:path>
            </a:pathLst>
          </a:custGeom>
          <a:solidFill>
            <a:srgbClr val="E48A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83" name="Google Shape;1783;p20"/>
          <p:cNvGrpSpPr/>
          <p:nvPr/>
        </p:nvGrpSpPr>
        <p:grpSpPr>
          <a:xfrm>
            <a:off x="9779508" y="6199632"/>
            <a:ext cx="2743200" cy="480060"/>
            <a:chOff x="0" y="0"/>
            <a:chExt cx="3657600" cy="640080"/>
          </a:xfrm>
        </p:grpSpPr>
        <p:sp>
          <p:nvSpPr>
            <p:cNvPr id="1784" name="Google Shape;1784;p20"/>
            <p:cNvSpPr/>
            <p:nvPr/>
          </p:nvSpPr>
          <p:spPr>
            <a:xfrm>
              <a:off x="0" y="0"/>
              <a:ext cx="3657600" cy="640080"/>
            </a:xfrm>
            <a:custGeom>
              <a:rect b="b" l="l" r="r" t="t"/>
              <a:pathLst>
                <a:path extrusionOk="0" h="64008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40080"/>
                  </a:lnTo>
                  <a:lnTo>
                    <a:pt x="0" y="6400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61344" l="0" r="0" t="-61344"/>
              </a:stretch>
            </a:blipFill>
            <a:ln>
              <a:noFill/>
            </a:ln>
          </p:spPr>
        </p:sp>
        <p:sp>
          <p:nvSpPr>
            <p:cNvPr id="1785" name="Google Shape;1785;p20"/>
            <p:cNvSpPr txBox="1"/>
            <p:nvPr/>
          </p:nvSpPr>
          <p:spPr>
            <a:xfrm>
              <a:off x="0" y="9525"/>
              <a:ext cx="3657600" cy="6305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50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Multi-Cloud</a:t>
              </a:r>
              <a:endParaRPr/>
            </a:p>
          </p:txBody>
        </p:sp>
      </p:grpSp>
      <p:grpSp>
        <p:nvGrpSpPr>
          <p:cNvPr id="1786" name="Google Shape;1786;p20"/>
          <p:cNvGrpSpPr/>
          <p:nvPr/>
        </p:nvGrpSpPr>
        <p:grpSpPr>
          <a:xfrm>
            <a:off x="9779508" y="6899148"/>
            <a:ext cx="6515100" cy="754380"/>
            <a:chOff x="0" y="0"/>
            <a:chExt cx="8686800" cy="1005840"/>
          </a:xfrm>
        </p:grpSpPr>
        <p:sp>
          <p:nvSpPr>
            <p:cNvPr id="1787" name="Google Shape;1787;p20"/>
            <p:cNvSpPr/>
            <p:nvPr/>
          </p:nvSpPr>
          <p:spPr>
            <a:xfrm>
              <a:off x="0" y="0"/>
              <a:ext cx="8686800" cy="1005840"/>
            </a:xfrm>
            <a:custGeom>
              <a:rect b="b" l="l" r="r" t="t"/>
              <a:pathLst>
                <a:path extrusionOk="0" h="1005840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1005840"/>
                  </a:lnTo>
                  <a:lnTo>
                    <a:pt x="0" y="10058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18282" l="0" r="0" t="-118282"/>
              </a:stretch>
            </a:blipFill>
            <a:ln>
              <a:noFill/>
            </a:ln>
          </p:spPr>
        </p:sp>
        <p:sp>
          <p:nvSpPr>
            <p:cNvPr id="1788" name="Google Shape;1788;p20"/>
            <p:cNvSpPr txBox="1"/>
            <p:nvPr/>
          </p:nvSpPr>
          <p:spPr>
            <a:xfrm>
              <a:off x="0" y="0"/>
              <a:ext cx="8686800" cy="1005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725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เชื่อม Campus • Branch • DC</a:t>
              </a:r>
              <a:endParaRPr/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725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• Public Cloud และ Application</a:t>
              </a:r>
              <a:endParaRPr/>
            </a:p>
          </p:txBody>
        </p:sp>
      </p:grpSp>
      <p:sp>
        <p:nvSpPr>
          <p:cNvPr id="1789" name="Google Shape;1789;p20"/>
          <p:cNvSpPr/>
          <p:nvPr/>
        </p:nvSpPr>
        <p:spPr>
          <a:xfrm>
            <a:off x="15393543" y="6162675"/>
            <a:ext cx="1047750" cy="540258"/>
          </a:xfrm>
          <a:custGeom>
            <a:rect b="b" l="l" r="r" t="t"/>
            <a:pathLst>
              <a:path extrusionOk="0" h="720344" w="1397000">
                <a:moveTo>
                  <a:pt x="0" y="151638"/>
                </a:moveTo>
                <a:cubicBezTo>
                  <a:pt x="0" y="67945"/>
                  <a:pt x="67945" y="0"/>
                  <a:pt x="151638" y="0"/>
                </a:cubicBezTo>
                <a:lnTo>
                  <a:pt x="1245362" y="0"/>
                </a:lnTo>
                <a:cubicBezTo>
                  <a:pt x="1329055" y="0"/>
                  <a:pt x="1397000" y="67945"/>
                  <a:pt x="1397000" y="151638"/>
                </a:cubicBezTo>
                <a:lnTo>
                  <a:pt x="1397000" y="568706"/>
                </a:lnTo>
                <a:cubicBezTo>
                  <a:pt x="1397000" y="652399"/>
                  <a:pt x="1329055" y="720344"/>
                  <a:pt x="1245362" y="720344"/>
                </a:cubicBezTo>
                <a:lnTo>
                  <a:pt x="151638" y="720344"/>
                </a:lnTo>
                <a:cubicBezTo>
                  <a:pt x="67945" y="720344"/>
                  <a:pt x="0" y="652399"/>
                  <a:pt x="0" y="568706"/>
                </a:cubicBezTo>
                <a:close/>
              </a:path>
            </a:pathLst>
          </a:custGeom>
          <a:solidFill>
            <a:srgbClr val="FFF1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90" name="Google Shape;1790;p20"/>
          <p:cNvGrpSpPr/>
          <p:nvPr/>
        </p:nvGrpSpPr>
        <p:grpSpPr>
          <a:xfrm>
            <a:off x="15403068" y="6185916"/>
            <a:ext cx="1028700" cy="466344"/>
            <a:chOff x="0" y="0"/>
            <a:chExt cx="1371600" cy="621792"/>
          </a:xfrm>
        </p:grpSpPr>
        <p:sp>
          <p:nvSpPr>
            <p:cNvPr id="1791" name="Google Shape;1791;p20"/>
            <p:cNvSpPr/>
            <p:nvPr/>
          </p:nvSpPr>
          <p:spPr>
            <a:xfrm>
              <a:off x="0" y="0"/>
              <a:ext cx="1371600" cy="621792"/>
            </a:xfrm>
            <a:custGeom>
              <a:rect b="b" l="l" r="r" t="t"/>
              <a:pathLst>
                <a:path extrusionOk="0" h="621792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621792"/>
                  </a:lnTo>
                  <a:lnTo>
                    <a:pt x="0" y="6217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8164" r="-8164" t="0"/>
              </a:stretch>
            </a:blipFill>
            <a:ln>
              <a:noFill/>
            </a:ln>
          </p:spPr>
        </p:sp>
        <p:sp>
          <p:nvSpPr>
            <p:cNvPr id="1792" name="Google Shape;1792;p20"/>
            <p:cNvSpPr txBox="1"/>
            <p:nvPr/>
          </p:nvSpPr>
          <p:spPr>
            <a:xfrm>
              <a:off x="0" y="0"/>
              <a:ext cx="1371600" cy="6217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25" u="none" cap="none" strike="noStrike">
                  <a:solidFill>
                    <a:srgbClr val="E48A2A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NEXT</a:t>
              </a:r>
              <a:endParaRPr/>
            </a:p>
          </p:txBody>
        </p:sp>
      </p:grpSp>
      <p:grpSp>
        <p:nvGrpSpPr>
          <p:cNvPr id="1793" name="Google Shape;1793;p20"/>
          <p:cNvGrpSpPr/>
          <p:nvPr/>
        </p:nvGrpSpPr>
        <p:grpSpPr>
          <a:xfrm>
            <a:off x="12550140" y="9484328"/>
            <a:ext cx="4389120" cy="254032"/>
            <a:chOff x="0" y="-9525"/>
            <a:chExt cx="5852160" cy="338709"/>
          </a:xfrm>
        </p:grpSpPr>
        <p:sp>
          <p:nvSpPr>
            <p:cNvPr id="1794" name="Google Shape;1794;p20"/>
            <p:cNvSpPr/>
            <p:nvPr/>
          </p:nvSpPr>
          <p:spPr>
            <a:xfrm>
              <a:off x="0" y="0"/>
              <a:ext cx="5852160" cy="329184"/>
            </a:xfrm>
            <a:custGeom>
              <a:rect b="b" l="l" r="r" t="t"/>
              <a:pathLst>
                <a:path extrusionOk="0" h="329184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329184"/>
                  </a:lnTo>
                  <a:lnTo>
                    <a:pt x="0" y="32918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96404" l="0" r="0" t="-296404"/>
              </a:stretch>
            </a:blipFill>
            <a:ln>
              <a:noFill/>
            </a:ln>
          </p:spPr>
        </p:sp>
        <p:sp>
          <p:nvSpPr>
            <p:cNvPr id="1795" name="Google Shape;1795;p20"/>
            <p:cNvSpPr txBox="1"/>
            <p:nvPr/>
          </p:nvSpPr>
          <p:spPr>
            <a:xfrm>
              <a:off x="0" y="-9525"/>
              <a:ext cx="5852160" cy="3387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5" u="none" cap="none" strike="noStrike">
                  <a:solidFill>
                    <a:srgbClr val="8795A4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Source: Cisco CCNP Enterprise • Chapter 23</a:t>
              </a:r>
              <a:endParaRPr/>
            </a:p>
          </p:txBody>
        </p:sp>
      </p:grpSp>
      <p:sp>
        <p:nvSpPr>
          <p:cNvPr id="1796" name="Google Shape;1796;p20"/>
          <p:cNvSpPr txBox="1"/>
          <p:nvPr/>
        </p:nvSpPr>
        <p:spPr>
          <a:xfrm>
            <a:off x="16527780" y="9806940"/>
            <a:ext cx="10287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B7785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20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9FC"/>
        </a:solidFill>
      </p:bgPr>
    </p:bg>
    <p:spTree>
      <p:nvGrpSpPr>
        <p:cNvPr id="1804" name="Shape 1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05" name="Google Shape;1805;p21"/>
          <p:cNvCxnSpPr/>
          <p:nvPr/>
        </p:nvCxnSpPr>
        <p:spPr>
          <a:xfrm rot="3840">
            <a:off x="607685" y="9802178"/>
            <a:ext cx="17026900" cy="0"/>
          </a:xfrm>
          <a:prstGeom prst="straightConnector1">
            <a:avLst/>
          </a:prstGeom>
          <a:noFill/>
          <a:ln cap="rnd" cmpd="sng" w="9525">
            <a:solidFill>
              <a:srgbClr val="D6E0EA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806" name="Google Shape;1806;p21"/>
          <p:cNvGrpSpPr/>
          <p:nvPr/>
        </p:nvGrpSpPr>
        <p:grpSpPr>
          <a:xfrm>
            <a:off x="754380" y="9868376"/>
            <a:ext cx="11658600" cy="254032"/>
            <a:chOff x="0" y="-9525"/>
            <a:chExt cx="15544800" cy="338709"/>
          </a:xfrm>
        </p:grpSpPr>
        <p:sp>
          <p:nvSpPr>
            <p:cNvPr id="1807" name="Google Shape;1807;p21"/>
            <p:cNvSpPr/>
            <p:nvPr/>
          </p:nvSpPr>
          <p:spPr>
            <a:xfrm>
              <a:off x="0" y="0"/>
              <a:ext cx="15544800" cy="329184"/>
            </a:xfrm>
            <a:custGeom>
              <a:rect b="b" l="l" r="r" t="t"/>
              <a:pathLst>
                <a:path extrusionOk="0" h="329184" w="15544800">
                  <a:moveTo>
                    <a:pt x="0" y="0"/>
                  </a:moveTo>
                  <a:lnTo>
                    <a:pt x="15544800" y="0"/>
                  </a:lnTo>
                  <a:lnTo>
                    <a:pt x="15544800" y="329184"/>
                  </a:lnTo>
                  <a:lnTo>
                    <a:pt x="0" y="32918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870132" l="0" r="0" t="-870132"/>
              </a:stretch>
            </a:blipFill>
            <a:ln>
              <a:noFill/>
            </a:ln>
          </p:spPr>
        </p:sp>
        <p:sp>
          <p:nvSpPr>
            <p:cNvPr id="1808" name="Google Shape;1808;p21"/>
            <p:cNvSpPr txBox="1"/>
            <p:nvPr/>
          </p:nvSpPr>
          <p:spPr>
            <a:xfrm>
              <a:off x="0" y="-9525"/>
              <a:ext cx="15544800" cy="3387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5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FABRIC TECHNOLOGIES  •  CCNP ENTERPRISE / CHAPTER 23</a:t>
              </a:r>
              <a:endParaRPr/>
            </a:p>
          </p:txBody>
        </p:sp>
      </p:grpSp>
      <p:grpSp>
        <p:nvGrpSpPr>
          <p:cNvPr id="1809" name="Google Shape;1809;p21"/>
          <p:cNvGrpSpPr/>
          <p:nvPr/>
        </p:nvGrpSpPr>
        <p:grpSpPr>
          <a:xfrm>
            <a:off x="822960" y="480060"/>
            <a:ext cx="6172200" cy="301752"/>
            <a:chOff x="0" y="0"/>
            <a:chExt cx="8229600" cy="402336"/>
          </a:xfrm>
        </p:grpSpPr>
        <p:sp>
          <p:nvSpPr>
            <p:cNvPr id="1810" name="Google Shape;1810;p21"/>
            <p:cNvSpPr/>
            <p:nvPr/>
          </p:nvSpPr>
          <p:spPr>
            <a:xfrm>
              <a:off x="0" y="0"/>
              <a:ext cx="8229600" cy="402336"/>
            </a:xfrm>
            <a:custGeom>
              <a:rect b="b" l="l" r="r" t="t"/>
              <a:pathLst>
                <a:path extrusionOk="0" h="402336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402336"/>
                  </a:lnTo>
                  <a:lnTo>
                    <a:pt x="0" y="40233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48534" l="0" r="0" t="-348534"/>
              </a:stretch>
            </a:blipFill>
            <a:ln>
              <a:noFill/>
            </a:ln>
          </p:spPr>
        </p:sp>
        <p:sp>
          <p:nvSpPr>
            <p:cNvPr id="1811" name="Google Shape;1811;p21"/>
            <p:cNvSpPr txBox="1"/>
            <p:nvPr/>
          </p:nvSpPr>
          <p:spPr>
            <a:xfrm>
              <a:off x="0" y="0"/>
              <a:ext cx="8229600" cy="4023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75" u="none" cap="none" strike="noStrike">
                  <a:solidFill>
                    <a:srgbClr val="1FA7C8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20 / SUMMARY</a:t>
              </a:r>
              <a:endParaRPr/>
            </a:p>
          </p:txBody>
        </p:sp>
      </p:grpSp>
      <p:grpSp>
        <p:nvGrpSpPr>
          <p:cNvPr id="1812" name="Google Shape;1812;p21"/>
          <p:cNvGrpSpPr/>
          <p:nvPr/>
        </p:nvGrpSpPr>
        <p:grpSpPr>
          <a:xfrm>
            <a:off x="822960" y="884396"/>
            <a:ext cx="16322040" cy="761524"/>
            <a:chOff x="0" y="-9525"/>
            <a:chExt cx="21762720" cy="1015365"/>
          </a:xfrm>
        </p:grpSpPr>
        <p:sp>
          <p:nvSpPr>
            <p:cNvPr id="1813" name="Google Shape;1813;p21"/>
            <p:cNvSpPr/>
            <p:nvPr/>
          </p:nvSpPr>
          <p:spPr>
            <a:xfrm>
              <a:off x="0" y="0"/>
              <a:ext cx="21762720" cy="1005840"/>
            </a:xfrm>
            <a:custGeom>
              <a:rect b="b" l="l" r="r" t="t"/>
              <a:pathLst>
                <a:path extrusionOk="0" h="100584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005840"/>
                  </a:lnTo>
                  <a:lnTo>
                    <a:pt x="0" y="10058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71585" l="0" r="0" t="-371585"/>
              </a:stretch>
            </a:blipFill>
            <a:ln>
              <a:noFill/>
            </a:ln>
          </p:spPr>
        </p:sp>
        <p:sp>
          <p:nvSpPr>
            <p:cNvPr id="1814" name="Google Shape;1814;p21"/>
            <p:cNvSpPr txBox="1"/>
            <p:nvPr/>
          </p:nvSpPr>
          <p:spPr>
            <a:xfrm>
              <a:off x="0" y="-9525"/>
              <a:ext cx="21762720" cy="10153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200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สรุป Fabric Technologies</a:t>
              </a:r>
              <a:endParaRPr/>
            </a:p>
          </p:txBody>
        </p:sp>
      </p:grpSp>
      <p:grpSp>
        <p:nvGrpSpPr>
          <p:cNvPr id="1815" name="Google Shape;1815;p21"/>
          <p:cNvGrpSpPr/>
          <p:nvPr/>
        </p:nvGrpSpPr>
        <p:grpSpPr>
          <a:xfrm>
            <a:off x="822960" y="1728216"/>
            <a:ext cx="16459200" cy="521208"/>
            <a:chOff x="0" y="0"/>
            <a:chExt cx="21945600" cy="694944"/>
          </a:xfrm>
        </p:grpSpPr>
        <p:sp>
          <p:nvSpPr>
            <p:cNvPr id="1816" name="Google Shape;1816;p21"/>
            <p:cNvSpPr/>
            <p:nvPr/>
          </p:nvSpPr>
          <p:spPr>
            <a:xfrm>
              <a:off x="0" y="0"/>
              <a:ext cx="21945600" cy="694944"/>
            </a:xfrm>
            <a:custGeom>
              <a:rect b="b" l="l" r="r" t="t"/>
              <a:pathLst>
                <a:path extrusionOk="0" h="69494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94944"/>
                  </a:lnTo>
                  <a:lnTo>
                    <a:pt x="0" y="69494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65309" l="0" r="0" t="-565309"/>
              </a:stretch>
            </a:blipFill>
            <a:ln>
              <a:noFill/>
            </a:ln>
          </p:spPr>
        </p:sp>
        <p:sp>
          <p:nvSpPr>
            <p:cNvPr id="1817" name="Google Shape;1817;p21"/>
            <p:cNvSpPr txBox="1"/>
            <p:nvPr/>
          </p:nvSpPr>
          <p:spPr>
            <a:xfrm>
              <a:off x="0" y="0"/>
              <a:ext cx="21945600" cy="6949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75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จำให้ได้ 2 ส่วนใหญ่: SD-Access และ SD-WAN</a:t>
              </a:r>
              <a:endParaRPr/>
            </a:p>
          </p:txBody>
        </p:sp>
      </p:grpSp>
      <p:sp>
        <p:nvSpPr>
          <p:cNvPr id="1818" name="Google Shape;1818;p21"/>
          <p:cNvSpPr/>
          <p:nvPr/>
        </p:nvSpPr>
        <p:spPr>
          <a:xfrm>
            <a:off x="1019175" y="2665095"/>
            <a:ext cx="7974330" cy="5642610"/>
          </a:xfrm>
          <a:custGeom>
            <a:rect b="b" l="l" r="r" t="t"/>
            <a:pathLst>
              <a:path extrusionOk="0" h="7523480" w="10632440">
                <a:moveTo>
                  <a:pt x="0" y="146812"/>
                </a:moveTo>
                <a:cubicBezTo>
                  <a:pt x="0" y="65659"/>
                  <a:pt x="65659" y="0"/>
                  <a:pt x="146812" y="0"/>
                </a:cubicBezTo>
                <a:lnTo>
                  <a:pt x="10485628" y="0"/>
                </a:lnTo>
                <a:cubicBezTo>
                  <a:pt x="10566654" y="0"/>
                  <a:pt x="10632440" y="65659"/>
                  <a:pt x="10632440" y="146812"/>
                </a:cubicBezTo>
                <a:lnTo>
                  <a:pt x="10632440" y="7376668"/>
                </a:lnTo>
                <a:cubicBezTo>
                  <a:pt x="10632440" y="7457694"/>
                  <a:pt x="10566781" y="7523480"/>
                  <a:pt x="10485628" y="7523480"/>
                </a:cubicBezTo>
                <a:lnTo>
                  <a:pt x="146812" y="7523480"/>
                </a:lnTo>
                <a:cubicBezTo>
                  <a:pt x="65659" y="7523480"/>
                  <a:pt x="0" y="7457821"/>
                  <a:pt x="0" y="7376668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D6E0E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9" name="Google Shape;1819;p21"/>
          <p:cNvSpPr/>
          <p:nvPr/>
        </p:nvSpPr>
        <p:spPr>
          <a:xfrm>
            <a:off x="1019175" y="2665095"/>
            <a:ext cx="7974330" cy="883158"/>
          </a:xfrm>
          <a:custGeom>
            <a:rect b="b" l="l" r="r" t="t"/>
            <a:pathLst>
              <a:path extrusionOk="0" h="1177544" w="10632440">
                <a:moveTo>
                  <a:pt x="0" y="149479"/>
                </a:moveTo>
                <a:cubicBezTo>
                  <a:pt x="0" y="66929"/>
                  <a:pt x="66929" y="0"/>
                  <a:pt x="149479" y="0"/>
                </a:cubicBezTo>
                <a:lnTo>
                  <a:pt x="10482961" y="0"/>
                </a:lnTo>
                <a:cubicBezTo>
                  <a:pt x="10565511" y="0"/>
                  <a:pt x="10632440" y="66929"/>
                  <a:pt x="10632440" y="149479"/>
                </a:cubicBezTo>
                <a:lnTo>
                  <a:pt x="10632440" y="1028065"/>
                </a:lnTo>
                <a:cubicBezTo>
                  <a:pt x="10632440" y="1110615"/>
                  <a:pt x="10565511" y="1177544"/>
                  <a:pt x="10482961" y="1177544"/>
                </a:cubicBezTo>
                <a:lnTo>
                  <a:pt x="149479" y="1177544"/>
                </a:lnTo>
                <a:cubicBezTo>
                  <a:pt x="66929" y="1177544"/>
                  <a:pt x="0" y="1110615"/>
                  <a:pt x="0" y="1028065"/>
                </a:cubicBezTo>
                <a:close/>
              </a:path>
            </a:pathLst>
          </a:custGeom>
          <a:solidFill>
            <a:srgbClr val="1D6F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20" name="Google Shape;1820;p21"/>
          <p:cNvGrpSpPr/>
          <p:nvPr/>
        </p:nvGrpSpPr>
        <p:grpSpPr>
          <a:xfrm>
            <a:off x="1028700" y="2907792"/>
            <a:ext cx="7955280" cy="301752"/>
            <a:chOff x="0" y="0"/>
            <a:chExt cx="10607040" cy="402336"/>
          </a:xfrm>
        </p:grpSpPr>
        <p:sp>
          <p:nvSpPr>
            <p:cNvPr id="1821" name="Google Shape;1821;p21"/>
            <p:cNvSpPr/>
            <p:nvPr/>
          </p:nvSpPr>
          <p:spPr>
            <a:xfrm>
              <a:off x="0" y="0"/>
              <a:ext cx="10607040" cy="402336"/>
            </a:xfrm>
            <a:custGeom>
              <a:rect b="b" l="l" r="r" t="t"/>
              <a:pathLst>
                <a:path extrusionOk="0" h="402336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402336"/>
                  </a:lnTo>
                  <a:lnTo>
                    <a:pt x="0" y="40233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63664" l="0" r="0" t="-463664"/>
              </a:stretch>
            </a:blipFill>
            <a:ln>
              <a:noFill/>
            </a:ln>
          </p:spPr>
        </p:sp>
        <p:sp>
          <p:nvSpPr>
            <p:cNvPr id="1822" name="Google Shape;1822;p21"/>
            <p:cNvSpPr txBox="1"/>
            <p:nvPr/>
          </p:nvSpPr>
          <p:spPr>
            <a:xfrm>
              <a:off x="0" y="9525"/>
              <a:ext cx="10607040" cy="3928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00" u="none" cap="none" strike="noStrike">
                  <a:solidFill>
                    <a:srgbClr val="FFFFFF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SD-ACCESS</a:t>
              </a:r>
              <a:endParaRPr/>
            </a:p>
          </p:txBody>
        </p:sp>
      </p:grpSp>
      <p:grpSp>
        <p:nvGrpSpPr>
          <p:cNvPr id="1823" name="Google Shape;1823;p21"/>
          <p:cNvGrpSpPr/>
          <p:nvPr/>
        </p:nvGrpSpPr>
        <p:grpSpPr>
          <a:xfrm>
            <a:off x="1371600" y="4046220"/>
            <a:ext cx="7132320" cy="438912"/>
            <a:chOff x="0" y="0"/>
            <a:chExt cx="9509760" cy="585216"/>
          </a:xfrm>
        </p:grpSpPr>
        <p:sp>
          <p:nvSpPr>
            <p:cNvPr id="1824" name="Google Shape;1824;p21"/>
            <p:cNvSpPr/>
            <p:nvPr/>
          </p:nvSpPr>
          <p:spPr>
            <a:xfrm>
              <a:off x="0" y="0"/>
              <a:ext cx="9509760" cy="585216"/>
            </a:xfrm>
            <a:custGeom>
              <a:rect b="b" l="l" r="r" t="t"/>
              <a:pathLst>
                <a:path extrusionOk="0" h="585216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585216"/>
                  </a:lnTo>
                  <a:lnTo>
                    <a:pt x="0" y="58521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66616" l="0" r="0" t="-266616"/>
              </a:stretch>
            </a:blipFill>
            <a:ln>
              <a:noFill/>
            </a:ln>
          </p:spPr>
        </p:sp>
        <p:sp>
          <p:nvSpPr>
            <p:cNvPr id="1825" name="Google Shape;1825;p21"/>
            <p:cNvSpPr txBox="1"/>
            <p:nvPr/>
          </p:nvSpPr>
          <p:spPr>
            <a:xfrm>
              <a:off x="0" y="0"/>
              <a:ext cx="9509760" cy="5852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00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Campus Network</a:t>
              </a:r>
              <a:endParaRPr/>
            </a:p>
          </p:txBody>
        </p:sp>
      </p:grpSp>
      <p:sp>
        <p:nvSpPr>
          <p:cNvPr id="1826" name="Google Shape;1826;p21"/>
          <p:cNvSpPr/>
          <p:nvPr/>
        </p:nvSpPr>
        <p:spPr>
          <a:xfrm>
            <a:off x="1773555" y="4996815"/>
            <a:ext cx="1870710" cy="540258"/>
          </a:xfrm>
          <a:custGeom>
            <a:rect b="b" l="l" r="r" t="t"/>
            <a:pathLst>
              <a:path extrusionOk="0" h="720344" w="2494280">
                <a:moveTo>
                  <a:pt x="0" y="151638"/>
                </a:moveTo>
                <a:cubicBezTo>
                  <a:pt x="0" y="67945"/>
                  <a:pt x="67945" y="0"/>
                  <a:pt x="151638" y="0"/>
                </a:cubicBezTo>
                <a:lnTo>
                  <a:pt x="2342642" y="0"/>
                </a:lnTo>
                <a:cubicBezTo>
                  <a:pt x="2426335" y="0"/>
                  <a:pt x="2494280" y="67945"/>
                  <a:pt x="2494280" y="151638"/>
                </a:cubicBezTo>
                <a:lnTo>
                  <a:pt x="2494280" y="568706"/>
                </a:lnTo>
                <a:cubicBezTo>
                  <a:pt x="2494280" y="652399"/>
                  <a:pt x="2426335" y="720344"/>
                  <a:pt x="2342642" y="720344"/>
                </a:cubicBezTo>
                <a:lnTo>
                  <a:pt x="151638" y="720344"/>
                </a:lnTo>
                <a:cubicBezTo>
                  <a:pt x="67945" y="720344"/>
                  <a:pt x="0" y="652399"/>
                  <a:pt x="0" y="568706"/>
                </a:cubicBezTo>
                <a:close/>
              </a:path>
            </a:pathLst>
          </a:custGeom>
          <a:solidFill>
            <a:srgbClr val="DCEC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27" name="Google Shape;1827;p21"/>
          <p:cNvGrpSpPr/>
          <p:nvPr/>
        </p:nvGrpSpPr>
        <p:grpSpPr>
          <a:xfrm>
            <a:off x="1783080" y="5020056"/>
            <a:ext cx="1851660" cy="466344"/>
            <a:chOff x="0" y="0"/>
            <a:chExt cx="2468880" cy="621792"/>
          </a:xfrm>
        </p:grpSpPr>
        <p:sp>
          <p:nvSpPr>
            <p:cNvPr id="1828" name="Google Shape;1828;p21"/>
            <p:cNvSpPr/>
            <p:nvPr/>
          </p:nvSpPr>
          <p:spPr>
            <a:xfrm>
              <a:off x="0" y="0"/>
              <a:ext cx="2468880" cy="621792"/>
            </a:xfrm>
            <a:custGeom>
              <a:rect b="b" l="l" r="r" t="t"/>
              <a:pathLst>
                <a:path extrusionOk="0" h="621792" w="2468880">
                  <a:moveTo>
                    <a:pt x="0" y="0"/>
                  </a:moveTo>
                  <a:lnTo>
                    <a:pt x="2468880" y="0"/>
                  </a:lnTo>
                  <a:lnTo>
                    <a:pt x="2468880" y="621792"/>
                  </a:lnTo>
                  <a:lnTo>
                    <a:pt x="0" y="6217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7366" l="0" r="0" t="-27366"/>
              </a:stretch>
            </a:blipFill>
            <a:ln>
              <a:noFill/>
            </a:ln>
          </p:spPr>
        </p:sp>
        <p:sp>
          <p:nvSpPr>
            <p:cNvPr id="1829" name="Google Shape;1829;p21"/>
            <p:cNvSpPr txBox="1"/>
            <p:nvPr/>
          </p:nvSpPr>
          <p:spPr>
            <a:xfrm>
              <a:off x="0" y="0"/>
              <a:ext cx="2468880" cy="6217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25" u="none" cap="none" strike="noStrike">
                  <a:solidFill>
                    <a:srgbClr val="1D6FA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LISP = Control</a:t>
              </a:r>
              <a:endParaRPr/>
            </a:p>
          </p:txBody>
        </p:sp>
      </p:grpSp>
      <p:sp>
        <p:nvSpPr>
          <p:cNvPr id="1830" name="Google Shape;1830;p21"/>
          <p:cNvSpPr/>
          <p:nvPr/>
        </p:nvSpPr>
        <p:spPr>
          <a:xfrm>
            <a:off x="3899535" y="4996815"/>
            <a:ext cx="1870710" cy="540258"/>
          </a:xfrm>
          <a:custGeom>
            <a:rect b="b" l="l" r="r" t="t"/>
            <a:pathLst>
              <a:path extrusionOk="0" h="720344" w="2494280">
                <a:moveTo>
                  <a:pt x="0" y="151638"/>
                </a:moveTo>
                <a:cubicBezTo>
                  <a:pt x="0" y="67945"/>
                  <a:pt x="67945" y="0"/>
                  <a:pt x="151638" y="0"/>
                </a:cubicBezTo>
                <a:lnTo>
                  <a:pt x="2342642" y="0"/>
                </a:lnTo>
                <a:cubicBezTo>
                  <a:pt x="2426335" y="0"/>
                  <a:pt x="2494280" y="67945"/>
                  <a:pt x="2494280" y="151638"/>
                </a:cubicBezTo>
                <a:lnTo>
                  <a:pt x="2494280" y="568706"/>
                </a:lnTo>
                <a:cubicBezTo>
                  <a:pt x="2494280" y="652399"/>
                  <a:pt x="2426335" y="720344"/>
                  <a:pt x="2342642" y="720344"/>
                </a:cubicBezTo>
                <a:lnTo>
                  <a:pt x="151638" y="720344"/>
                </a:lnTo>
                <a:cubicBezTo>
                  <a:pt x="67945" y="720344"/>
                  <a:pt x="0" y="652399"/>
                  <a:pt x="0" y="568706"/>
                </a:cubicBezTo>
                <a:close/>
              </a:path>
            </a:pathLst>
          </a:custGeom>
          <a:solidFill>
            <a:srgbClr val="E8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31" name="Google Shape;1831;p21"/>
          <p:cNvGrpSpPr/>
          <p:nvPr/>
        </p:nvGrpSpPr>
        <p:grpSpPr>
          <a:xfrm>
            <a:off x="3909060" y="5020056"/>
            <a:ext cx="1851660" cy="466344"/>
            <a:chOff x="0" y="0"/>
            <a:chExt cx="2468880" cy="621792"/>
          </a:xfrm>
        </p:grpSpPr>
        <p:sp>
          <p:nvSpPr>
            <p:cNvPr id="1832" name="Google Shape;1832;p21"/>
            <p:cNvSpPr/>
            <p:nvPr/>
          </p:nvSpPr>
          <p:spPr>
            <a:xfrm>
              <a:off x="0" y="0"/>
              <a:ext cx="2468880" cy="621792"/>
            </a:xfrm>
            <a:custGeom>
              <a:rect b="b" l="l" r="r" t="t"/>
              <a:pathLst>
                <a:path extrusionOk="0" h="621792" w="2468880">
                  <a:moveTo>
                    <a:pt x="0" y="0"/>
                  </a:moveTo>
                  <a:lnTo>
                    <a:pt x="2468880" y="0"/>
                  </a:lnTo>
                  <a:lnTo>
                    <a:pt x="2468880" y="621792"/>
                  </a:lnTo>
                  <a:lnTo>
                    <a:pt x="0" y="6217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7366" l="0" r="0" t="-27366"/>
              </a:stretch>
            </a:blipFill>
            <a:ln>
              <a:noFill/>
            </a:ln>
          </p:spPr>
        </p:sp>
        <p:sp>
          <p:nvSpPr>
            <p:cNvPr id="1833" name="Google Shape;1833;p21"/>
            <p:cNvSpPr txBox="1"/>
            <p:nvPr/>
          </p:nvSpPr>
          <p:spPr>
            <a:xfrm>
              <a:off x="0" y="0"/>
              <a:ext cx="2468880" cy="6217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25" u="none" cap="none" strike="noStrike">
                  <a:solidFill>
                    <a:srgbClr val="1FA7C8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VXLAN = Data</a:t>
              </a:r>
              <a:endParaRPr/>
            </a:p>
          </p:txBody>
        </p:sp>
      </p:grpSp>
      <p:sp>
        <p:nvSpPr>
          <p:cNvPr id="1834" name="Google Shape;1834;p21"/>
          <p:cNvSpPr/>
          <p:nvPr/>
        </p:nvSpPr>
        <p:spPr>
          <a:xfrm>
            <a:off x="6025515" y="4996815"/>
            <a:ext cx="2145030" cy="540258"/>
          </a:xfrm>
          <a:custGeom>
            <a:rect b="b" l="l" r="r" t="t"/>
            <a:pathLst>
              <a:path extrusionOk="0" h="720344" w="2860040">
                <a:moveTo>
                  <a:pt x="0" y="151638"/>
                </a:moveTo>
                <a:cubicBezTo>
                  <a:pt x="0" y="67945"/>
                  <a:pt x="67945" y="0"/>
                  <a:pt x="151638" y="0"/>
                </a:cubicBezTo>
                <a:lnTo>
                  <a:pt x="2708402" y="0"/>
                </a:lnTo>
                <a:cubicBezTo>
                  <a:pt x="2792095" y="0"/>
                  <a:pt x="2860040" y="67945"/>
                  <a:pt x="2860040" y="151638"/>
                </a:cubicBezTo>
                <a:lnTo>
                  <a:pt x="2860040" y="568706"/>
                </a:lnTo>
                <a:cubicBezTo>
                  <a:pt x="2860040" y="652399"/>
                  <a:pt x="2792095" y="720344"/>
                  <a:pt x="2708402" y="720344"/>
                </a:cubicBezTo>
                <a:lnTo>
                  <a:pt x="151638" y="720344"/>
                </a:lnTo>
                <a:cubicBezTo>
                  <a:pt x="67945" y="720344"/>
                  <a:pt x="0" y="652399"/>
                  <a:pt x="0" y="568706"/>
                </a:cubicBezTo>
                <a:close/>
              </a:path>
            </a:pathLst>
          </a:custGeom>
          <a:solidFill>
            <a:srgbClr val="E7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35" name="Google Shape;1835;p21"/>
          <p:cNvGrpSpPr/>
          <p:nvPr/>
        </p:nvGrpSpPr>
        <p:grpSpPr>
          <a:xfrm>
            <a:off x="6035040" y="5020056"/>
            <a:ext cx="2125980" cy="466344"/>
            <a:chOff x="0" y="0"/>
            <a:chExt cx="2834640" cy="621792"/>
          </a:xfrm>
        </p:grpSpPr>
        <p:sp>
          <p:nvSpPr>
            <p:cNvPr id="1836" name="Google Shape;1836;p21"/>
            <p:cNvSpPr/>
            <p:nvPr/>
          </p:nvSpPr>
          <p:spPr>
            <a:xfrm>
              <a:off x="0" y="0"/>
              <a:ext cx="2834640" cy="621792"/>
            </a:xfrm>
            <a:custGeom>
              <a:rect b="b" l="l" r="r" t="t"/>
              <a:pathLst>
                <a:path extrusionOk="0" h="621792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621792"/>
                  </a:lnTo>
                  <a:lnTo>
                    <a:pt x="0" y="6217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8829" l="0" r="0" t="-38829"/>
              </a:stretch>
            </a:blipFill>
            <a:ln>
              <a:noFill/>
            </a:ln>
          </p:spPr>
        </p:sp>
        <p:sp>
          <p:nvSpPr>
            <p:cNvPr id="1837" name="Google Shape;1837;p21"/>
            <p:cNvSpPr txBox="1"/>
            <p:nvPr/>
          </p:nvSpPr>
          <p:spPr>
            <a:xfrm>
              <a:off x="0" y="0"/>
              <a:ext cx="2834640" cy="6217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25" u="none" cap="none" strike="noStrike">
                  <a:solidFill>
                    <a:srgbClr val="2E8B72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TrustSec = Policy</a:t>
              </a:r>
              <a:endParaRPr/>
            </a:p>
          </p:txBody>
        </p:sp>
      </p:grpSp>
      <p:grpSp>
        <p:nvGrpSpPr>
          <p:cNvPr id="1838" name="Google Shape;1838;p21"/>
          <p:cNvGrpSpPr/>
          <p:nvPr/>
        </p:nvGrpSpPr>
        <p:grpSpPr>
          <a:xfrm>
            <a:off x="1577340" y="6240780"/>
            <a:ext cx="6858000" cy="617220"/>
            <a:chOff x="0" y="0"/>
            <a:chExt cx="9144000" cy="822960"/>
          </a:xfrm>
        </p:grpSpPr>
        <p:sp>
          <p:nvSpPr>
            <p:cNvPr id="1839" name="Google Shape;1839;p21"/>
            <p:cNvSpPr/>
            <p:nvPr/>
          </p:nvSpPr>
          <p:spPr>
            <a:xfrm>
              <a:off x="0" y="0"/>
              <a:ext cx="9144000" cy="822960"/>
            </a:xfrm>
            <a:custGeom>
              <a:rect b="b" l="l" r="r" t="t"/>
              <a:pathLst>
                <a:path extrusionOk="0" h="82296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822960"/>
                  </a:lnTo>
                  <a:lnTo>
                    <a:pt x="0" y="8229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66506" l="0" r="0" t="-166506"/>
              </a:stretch>
            </a:blipFill>
            <a:ln>
              <a:noFill/>
            </a:ln>
          </p:spPr>
        </p:sp>
        <p:sp>
          <p:nvSpPr>
            <p:cNvPr id="1840" name="Google Shape;1840;p21"/>
            <p:cNvSpPr txBox="1"/>
            <p:nvPr/>
          </p:nvSpPr>
          <p:spPr>
            <a:xfrm>
              <a:off x="0" y="0"/>
              <a:ext cx="9144000" cy="8229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25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Automation • Mobility • Segmentation • Identity</a:t>
              </a:r>
              <a:endParaRPr/>
            </a:p>
          </p:txBody>
        </p:sp>
      </p:grpSp>
      <p:sp>
        <p:nvSpPr>
          <p:cNvPr id="1841" name="Google Shape;1841;p21"/>
          <p:cNvSpPr/>
          <p:nvPr/>
        </p:nvSpPr>
        <p:spPr>
          <a:xfrm>
            <a:off x="9289923" y="2665095"/>
            <a:ext cx="7974330" cy="5642610"/>
          </a:xfrm>
          <a:custGeom>
            <a:rect b="b" l="l" r="r" t="t"/>
            <a:pathLst>
              <a:path extrusionOk="0" h="7523480" w="10632440">
                <a:moveTo>
                  <a:pt x="0" y="146812"/>
                </a:moveTo>
                <a:cubicBezTo>
                  <a:pt x="0" y="65659"/>
                  <a:pt x="65659" y="0"/>
                  <a:pt x="146812" y="0"/>
                </a:cubicBezTo>
                <a:lnTo>
                  <a:pt x="10485628" y="0"/>
                </a:lnTo>
                <a:cubicBezTo>
                  <a:pt x="10566654" y="0"/>
                  <a:pt x="10632440" y="65659"/>
                  <a:pt x="10632440" y="146812"/>
                </a:cubicBezTo>
                <a:lnTo>
                  <a:pt x="10632440" y="7376668"/>
                </a:lnTo>
                <a:cubicBezTo>
                  <a:pt x="10632440" y="7457694"/>
                  <a:pt x="10566781" y="7523480"/>
                  <a:pt x="10485628" y="7523480"/>
                </a:cubicBezTo>
                <a:lnTo>
                  <a:pt x="146812" y="7523480"/>
                </a:lnTo>
                <a:cubicBezTo>
                  <a:pt x="65659" y="7523480"/>
                  <a:pt x="0" y="7457821"/>
                  <a:pt x="0" y="7376668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D6E0E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2" name="Google Shape;1842;p21"/>
          <p:cNvSpPr/>
          <p:nvPr/>
        </p:nvSpPr>
        <p:spPr>
          <a:xfrm>
            <a:off x="9289923" y="2665095"/>
            <a:ext cx="7974330" cy="883158"/>
          </a:xfrm>
          <a:custGeom>
            <a:rect b="b" l="l" r="r" t="t"/>
            <a:pathLst>
              <a:path extrusionOk="0" h="1177544" w="10632440">
                <a:moveTo>
                  <a:pt x="0" y="149479"/>
                </a:moveTo>
                <a:cubicBezTo>
                  <a:pt x="0" y="66929"/>
                  <a:pt x="66929" y="0"/>
                  <a:pt x="149479" y="0"/>
                </a:cubicBezTo>
                <a:lnTo>
                  <a:pt x="10482961" y="0"/>
                </a:lnTo>
                <a:cubicBezTo>
                  <a:pt x="10565511" y="0"/>
                  <a:pt x="10632440" y="66929"/>
                  <a:pt x="10632440" y="149479"/>
                </a:cubicBezTo>
                <a:lnTo>
                  <a:pt x="10632440" y="1028065"/>
                </a:lnTo>
                <a:cubicBezTo>
                  <a:pt x="10632440" y="1110615"/>
                  <a:pt x="10565511" y="1177544"/>
                  <a:pt x="10482961" y="1177544"/>
                </a:cubicBezTo>
                <a:lnTo>
                  <a:pt x="149479" y="1177544"/>
                </a:lnTo>
                <a:cubicBezTo>
                  <a:pt x="66929" y="1177544"/>
                  <a:pt x="0" y="1110615"/>
                  <a:pt x="0" y="1028065"/>
                </a:cubicBezTo>
                <a:close/>
              </a:path>
            </a:pathLst>
          </a:custGeom>
          <a:solidFill>
            <a:srgbClr val="1F8A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43" name="Google Shape;1843;p21"/>
          <p:cNvGrpSpPr/>
          <p:nvPr/>
        </p:nvGrpSpPr>
        <p:grpSpPr>
          <a:xfrm>
            <a:off x="9299448" y="2907792"/>
            <a:ext cx="7955280" cy="301752"/>
            <a:chOff x="0" y="0"/>
            <a:chExt cx="10607040" cy="402336"/>
          </a:xfrm>
        </p:grpSpPr>
        <p:sp>
          <p:nvSpPr>
            <p:cNvPr id="1844" name="Google Shape;1844;p21"/>
            <p:cNvSpPr/>
            <p:nvPr/>
          </p:nvSpPr>
          <p:spPr>
            <a:xfrm>
              <a:off x="0" y="0"/>
              <a:ext cx="10607040" cy="402336"/>
            </a:xfrm>
            <a:custGeom>
              <a:rect b="b" l="l" r="r" t="t"/>
              <a:pathLst>
                <a:path extrusionOk="0" h="402336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402336"/>
                  </a:lnTo>
                  <a:lnTo>
                    <a:pt x="0" y="40233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63664" l="0" r="0" t="-463664"/>
              </a:stretch>
            </a:blipFill>
            <a:ln>
              <a:noFill/>
            </a:ln>
          </p:spPr>
        </p:sp>
        <p:sp>
          <p:nvSpPr>
            <p:cNvPr id="1845" name="Google Shape;1845;p21"/>
            <p:cNvSpPr txBox="1"/>
            <p:nvPr/>
          </p:nvSpPr>
          <p:spPr>
            <a:xfrm>
              <a:off x="0" y="9525"/>
              <a:ext cx="10607040" cy="3928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00" u="none" cap="none" strike="noStrike">
                  <a:solidFill>
                    <a:srgbClr val="FFFFFF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SD-WAN</a:t>
              </a:r>
              <a:endParaRPr/>
            </a:p>
          </p:txBody>
        </p:sp>
      </p:grpSp>
      <p:grpSp>
        <p:nvGrpSpPr>
          <p:cNvPr id="1846" name="Google Shape;1846;p21"/>
          <p:cNvGrpSpPr/>
          <p:nvPr/>
        </p:nvGrpSpPr>
        <p:grpSpPr>
          <a:xfrm>
            <a:off x="9642348" y="4046220"/>
            <a:ext cx="7269480" cy="438912"/>
            <a:chOff x="0" y="0"/>
            <a:chExt cx="9692640" cy="585216"/>
          </a:xfrm>
        </p:grpSpPr>
        <p:sp>
          <p:nvSpPr>
            <p:cNvPr id="1847" name="Google Shape;1847;p21"/>
            <p:cNvSpPr/>
            <p:nvPr/>
          </p:nvSpPr>
          <p:spPr>
            <a:xfrm>
              <a:off x="0" y="0"/>
              <a:ext cx="9692640" cy="585216"/>
            </a:xfrm>
            <a:custGeom>
              <a:rect b="b" l="l" r="r" t="t"/>
              <a:pathLst>
                <a:path extrusionOk="0" h="585216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585216"/>
                  </a:lnTo>
                  <a:lnTo>
                    <a:pt x="0" y="58521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72706" l="0" r="0" t="-272706"/>
              </a:stretch>
            </a:blipFill>
            <a:ln>
              <a:noFill/>
            </a:ln>
          </p:spPr>
        </p:sp>
        <p:sp>
          <p:nvSpPr>
            <p:cNvPr id="1848" name="Google Shape;1848;p21"/>
            <p:cNvSpPr txBox="1"/>
            <p:nvPr/>
          </p:nvSpPr>
          <p:spPr>
            <a:xfrm>
              <a:off x="0" y="0"/>
              <a:ext cx="9692640" cy="5852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00" u="none" cap="none" strike="noStrike">
                  <a:solidFill>
                    <a:srgbClr val="0D2B4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Site-to-Site / Branch</a:t>
              </a:r>
              <a:endParaRPr/>
            </a:p>
          </p:txBody>
        </p:sp>
      </p:grpSp>
      <p:sp>
        <p:nvSpPr>
          <p:cNvPr id="1849" name="Google Shape;1849;p21"/>
          <p:cNvSpPr/>
          <p:nvPr/>
        </p:nvSpPr>
        <p:spPr>
          <a:xfrm>
            <a:off x="10208895" y="4996815"/>
            <a:ext cx="1459230" cy="540258"/>
          </a:xfrm>
          <a:custGeom>
            <a:rect b="b" l="l" r="r" t="t"/>
            <a:pathLst>
              <a:path extrusionOk="0" h="720344" w="1945640">
                <a:moveTo>
                  <a:pt x="0" y="151638"/>
                </a:moveTo>
                <a:cubicBezTo>
                  <a:pt x="0" y="67945"/>
                  <a:pt x="67945" y="0"/>
                  <a:pt x="151638" y="0"/>
                </a:cubicBezTo>
                <a:lnTo>
                  <a:pt x="1794002" y="0"/>
                </a:lnTo>
                <a:cubicBezTo>
                  <a:pt x="1877695" y="0"/>
                  <a:pt x="1945640" y="67945"/>
                  <a:pt x="1945640" y="151638"/>
                </a:cubicBezTo>
                <a:lnTo>
                  <a:pt x="1945640" y="568706"/>
                </a:lnTo>
                <a:cubicBezTo>
                  <a:pt x="1945640" y="652399"/>
                  <a:pt x="1877695" y="720344"/>
                  <a:pt x="1794002" y="720344"/>
                </a:cubicBezTo>
                <a:lnTo>
                  <a:pt x="151638" y="720344"/>
                </a:lnTo>
                <a:cubicBezTo>
                  <a:pt x="67945" y="720344"/>
                  <a:pt x="0" y="652399"/>
                  <a:pt x="0" y="568706"/>
                </a:cubicBezTo>
                <a:close/>
              </a:path>
            </a:pathLst>
          </a:custGeom>
          <a:solidFill>
            <a:srgbClr val="DCEC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50" name="Google Shape;1850;p21"/>
          <p:cNvGrpSpPr/>
          <p:nvPr/>
        </p:nvGrpSpPr>
        <p:grpSpPr>
          <a:xfrm>
            <a:off x="10218420" y="5020056"/>
            <a:ext cx="1440180" cy="466344"/>
            <a:chOff x="0" y="0"/>
            <a:chExt cx="1920240" cy="621792"/>
          </a:xfrm>
        </p:grpSpPr>
        <p:sp>
          <p:nvSpPr>
            <p:cNvPr id="1851" name="Google Shape;1851;p21"/>
            <p:cNvSpPr/>
            <p:nvPr/>
          </p:nvSpPr>
          <p:spPr>
            <a:xfrm>
              <a:off x="0" y="0"/>
              <a:ext cx="1920240" cy="621792"/>
            </a:xfrm>
            <a:custGeom>
              <a:rect b="b" l="l" r="r" t="t"/>
              <a:pathLst>
                <a:path extrusionOk="0" h="621792" w="1920240">
                  <a:moveTo>
                    <a:pt x="0" y="0"/>
                  </a:moveTo>
                  <a:lnTo>
                    <a:pt x="1920240" y="0"/>
                  </a:lnTo>
                  <a:lnTo>
                    <a:pt x="1920240" y="621792"/>
                  </a:lnTo>
                  <a:lnTo>
                    <a:pt x="0" y="6217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0174" l="0" r="0" t="-10174"/>
              </a:stretch>
            </a:blipFill>
            <a:ln>
              <a:noFill/>
            </a:ln>
          </p:spPr>
        </p:sp>
        <p:sp>
          <p:nvSpPr>
            <p:cNvPr id="1852" name="Google Shape;1852;p21"/>
            <p:cNvSpPr txBox="1"/>
            <p:nvPr/>
          </p:nvSpPr>
          <p:spPr>
            <a:xfrm>
              <a:off x="0" y="0"/>
              <a:ext cx="1920240" cy="6217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25" u="none" cap="none" strike="noStrike">
                  <a:solidFill>
                    <a:srgbClr val="1D6FA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Manager</a:t>
              </a:r>
              <a:endParaRPr/>
            </a:p>
          </p:txBody>
        </p:sp>
      </p:grpSp>
      <p:sp>
        <p:nvSpPr>
          <p:cNvPr id="1853" name="Google Shape;1853;p21"/>
          <p:cNvSpPr/>
          <p:nvPr/>
        </p:nvSpPr>
        <p:spPr>
          <a:xfrm>
            <a:off x="11923395" y="4996815"/>
            <a:ext cx="1664970" cy="540258"/>
          </a:xfrm>
          <a:custGeom>
            <a:rect b="b" l="l" r="r" t="t"/>
            <a:pathLst>
              <a:path extrusionOk="0" h="720344" w="2219960">
                <a:moveTo>
                  <a:pt x="0" y="151638"/>
                </a:moveTo>
                <a:cubicBezTo>
                  <a:pt x="0" y="67945"/>
                  <a:pt x="67945" y="0"/>
                  <a:pt x="151638" y="0"/>
                </a:cubicBezTo>
                <a:lnTo>
                  <a:pt x="2068322" y="0"/>
                </a:lnTo>
                <a:cubicBezTo>
                  <a:pt x="2152015" y="0"/>
                  <a:pt x="2219960" y="67945"/>
                  <a:pt x="2219960" y="151638"/>
                </a:cubicBezTo>
                <a:lnTo>
                  <a:pt x="2219960" y="568706"/>
                </a:lnTo>
                <a:cubicBezTo>
                  <a:pt x="2219960" y="652399"/>
                  <a:pt x="2152015" y="720344"/>
                  <a:pt x="2068322" y="720344"/>
                </a:cubicBezTo>
                <a:lnTo>
                  <a:pt x="151638" y="720344"/>
                </a:lnTo>
                <a:cubicBezTo>
                  <a:pt x="67945" y="720344"/>
                  <a:pt x="0" y="652399"/>
                  <a:pt x="0" y="568706"/>
                </a:cubicBezTo>
                <a:close/>
              </a:path>
            </a:pathLst>
          </a:custGeom>
          <a:solidFill>
            <a:srgbClr val="E8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54" name="Google Shape;1854;p21"/>
          <p:cNvGrpSpPr/>
          <p:nvPr/>
        </p:nvGrpSpPr>
        <p:grpSpPr>
          <a:xfrm>
            <a:off x="11932920" y="5020056"/>
            <a:ext cx="1645920" cy="466344"/>
            <a:chOff x="0" y="0"/>
            <a:chExt cx="2194560" cy="621792"/>
          </a:xfrm>
        </p:grpSpPr>
        <p:sp>
          <p:nvSpPr>
            <p:cNvPr id="1855" name="Google Shape;1855;p21"/>
            <p:cNvSpPr/>
            <p:nvPr/>
          </p:nvSpPr>
          <p:spPr>
            <a:xfrm>
              <a:off x="0" y="0"/>
              <a:ext cx="2194560" cy="621792"/>
            </a:xfrm>
            <a:custGeom>
              <a:rect b="b" l="l" r="r" t="t"/>
              <a:pathLst>
                <a:path extrusionOk="0" h="621792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621792"/>
                  </a:lnTo>
                  <a:lnTo>
                    <a:pt x="0" y="6217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8770" l="0" r="0" t="-18770"/>
              </a:stretch>
            </a:blipFill>
            <a:ln>
              <a:noFill/>
            </a:ln>
          </p:spPr>
        </p:sp>
        <p:sp>
          <p:nvSpPr>
            <p:cNvPr id="1856" name="Google Shape;1856;p21"/>
            <p:cNvSpPr txBox="1"/>
            <p:nvPr/>
          </p:nvSpPr>
          <p:spPr>
            <a:xfrm>
              <a:off x="0" y="0"/>
              <a:ext cx="2194560" cy="6217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25" u="none" cap="none" strike="noStrike">
                  <a:solidFill>
                    <a:srgbClr val="1FA7C8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Controller</a:t>
              </a:r>
              <a:endParaRPr/>
            </a:p>
          </p:txBody>
        </p:sp>
      </p:grpSp>
      <p:sp>
        <p:nvSpPr>
          <p:cNvPr id="1857" name="Google Shape;1857;p21"/>
          <p:cNvSpPr/>
          <p:nvPr/>
        </p:nvSpPr>
        <p:spPr>
          <a:xfrm>
            <a:off x="13843635" y="4996815"/>
            <a:ext cx="1459230" cy="540258"/>
          </a:xfrm>
          <a:custGeom>
            <a:rect b="b" l="l" r="r" t="t"/>
            <a:pathLst>
              <a:path extrusionOk="0" h="720344" w="1945640">
                <a:moveTo>
                  <a:pt x="0" y="151638"/>
                </a:moveTo>
                <a:cubicBezTo>
                  <a:pt x="0" y="67945"/>
                  <a:pt x="67945" y="0"/>
                  <a:pt x="151638" y="0"/>
                </a:cubicBezTo>
                <a:lnTo>
                  <a:pt x="1794002" y="0"/>
                </a:lnTo>
                <a:cubicBezTo>
                  <a:pt x="1877695" y="0"/>
                  <a:pt x="1945640" y="67945"/>
                  <a:pt x="1945640" y="151638"/>
                </a:cubicBezTo>
                <a:lnTo>
                  <a:pt x="1945640" y="568706"/>
                </a:lnTo>
                <a:cubicBezTo>
                  <a:pt x="1945640" y="652399"/>
                  <a:pt x="1877695" y="720344"/>
                  <a:pt x="1794002" y="720344"/>
                </a:cubicBezTo>
                <a:lnTo>
                  <a:pt x="151638" y="720344"/>
                </a:lnTo>
                <a:cubicBezTo>
                  <a:pt x="67945" y="720344"/>
                  <a:pt x="0" y="652399"/>
                  <a:pt x="0" y="568706"/>
                </a:cubicBezTo>
                <a:close/>
              </a:path>
            </a:pathLst>
          </a:custGeom>
          <a:solidFill>
            <a:srgbClr val="E7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58" name="Google Shape;1858;p21"/>
          <p:cNvGrpSpPr/>
          <p:nvPr/>
        </p:nvGrpSpPr>
        <p:grpSpPr>
          <a:xfrm>
            <a:off x="13853160" y="5020056"/>
            <a:ext cx="1440180" cy="466344"/>
            <a:chOff x="0" y="0"/>
            <a:chExt cx="1920240" cy="621792"/>
          </a:xfrm>
        </p:grpSpPr>
        <p:sp>
          <p:nvSpPr>
            <p:cNvPr id="1859" name="Google Shape;1859;p21"/>
            <p:cNvSpPr/>
            <p:nvPr/>
          </p:nvSpPr>
          <p:spPr>
            <a:xfrm>
              <a:off x="0" y="0"/>
              <a:ext cx="1920240" cy="621792"/>
            </a:xfrm>
            <a:custGeom>
              <a:rect b="b" l="l" r="r" t="t"/>
              <a:pathLst>
                <a:path extrusionOk="0" h="621792" w="1920240">
                  <a:moveTo>
                    <a:pt x="0" y="0"/>
                  </a:moveTo>
                  <a:lnTo>
                    <a:pt x="1920240" y="0"/>
                  </a:lnTo>
                  <a:lnTo>
                    <a:pt x="1920240" y="621792"/>
                  </a:lnTo>
                  <a:lnTo>
                    <a:pt x="0" y="6217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0174" l="0" r="0" t="-10174"/>
              </a:stretch>
            </a:blipFill>
            <a:ln>
              <a:noFill/>
            </a:ln>
          </p:spPr>
        </p:sp>
        <p:sp>
          <p:nvSpPr>
            <p:cNvPr id="1860" name="Google Shape;1860;p21"/>
            <p:cNvSpPr txBox="1"/>
            <p:nvPr/>
          </p:nvSpPr>
          <p:spPr>
            <a:xfrm>
              <a:off x="0" y="0"/>
              <a:ext cx="1920240" cy="6217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25" u="none" cap="none" strike="noStrike">
                  <a:solidFill>
                    <a:srgbClr val="2E8B72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Validator</a:t>
              </a:r>
              <a:endParaRPr/>
            </a:p>
          </p:txBody>
        </p:sp>
      </p:grpSp>
      <p:sp>
        <p:nvSpPr>
          <p:cNvPr id="1861" name="Google Shape;1861;p21"/>
          <p:cNvSpPr/>
          <p:nvPr/>
        </p:nvSpPr>
        <p:spPr>
          <a:xfrm>
            <a:off x="15558135" y="4996815"/>
            <a:ext cx="1390650" cy="540258"/>
          </a:xfrm>
          <a:custGeom>
            <a:rect b="b" l="l" r="r" t="t"/>
            <a:pathLst>
              <a:path extrusionOk="0" h="720344" w="1854200">
                <a:moveTo>
                  <a:pt x="0" y="151638"/>
                </a:moveTo>
                <a:cubicBezTo>
                  <a:pt x="0" y="67945"/>
                  <a:pt x="67945" y="0"/>
                  <a:pt x="151638" y="0"/>
                </a:cubicBezTo>
                <a:lnTo>
                  <a:pt x="1702562" y="0"/>
                </a:lnTo>
                <a:cubicBezTo>
                  <a:pt x="1786255" y="0"/>
                  <a:pt x="1854200" y="67945"/>
                  <a:pt x="1854200" y="151638"/>
                </a:cubicBezTo>
                <a:lnTo>
                  <a:pt x="1854200" y="568706"/>
                </a:lnTo>
                <a:cubicBezTo>
                  <a:pt x="1854200" y="652399"/>
                  <a:pt x="1786255" y="720344"/>
                  <a:pt x="1702562" y="720344"/>
                </a:cubicBezTo>
                <a:lnTo>
                  <a:pt x="151638" y="720344"/>
                </a:lnTo>
                <a:cubicBezTo>
                  <a:pt x="67945" y="720344"/>
                  <a:pt x="0" y="652399"/>
                  <a:pt x="0" y="568706"/>
                </a:cubicBezTo>
                <a:close/>
              </a:path>
            </a:pathLst>
          </a:custGeom>
          <a:solidFill>
            <a:srgbClr val="FFF1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62" name="Google Shape;1862;p21"/>
          <p:cNvGrpSpPr/>
          <p:nvPr/>
        </p:nvGrpSpPr>
        <p:grpSpPr>
          <a:xfrm>
            <a:off x="15567660" y="5020056"/>
            <a:ext cx="1371600" cy="466344"/>
            <a:chOff x="0" y="0"/>
            <a:chExt cx="1828800" cy="621792"/>
          </a:xfrm>
        </p:grpSpPr>
        <p:sp>
          <p:nvSpPr>
            <p:cNvPr id="1863" name="Google Shape;1863;p21"/>
            <p:cNvSpPr/>
            <p:nvPr/>
          </p:nvSpPr>
          <p:spPr>
            <a:xfrm>
              <a:off x="0" y="0"/>
              <a:ext cx="1828800" cy="621792"/>
            </a:xfrm>
            <a:custGeom>
              <a:rect b="b" l="l" r="r" t="t"/>
              <a:pathLst>
                <a:path extrusionOk="0" h="621792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621792"/>
                  </a:lnTo>
                  <a:lnTo>
                    <a:pt x="0" y="6217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7308" l="0" r="0" t="-7308"/>
              </a:stretch>
            </a:blipFill>
            <a:ln>
              <a:noFill/>
            </a:ln>
          </p:spPr>
        </p:sp>
        <p:sp>
          <p:nvSpPr>
            <p:cNvPr id="1864" name="Google Shape;1864;p21"/>
            <p:cNvSpPr txBox="1"/>
            <p:nvPr/>
          </p:nvSpPr>
          <p:spPr>
            <a:xfrm>
              <a:off x="0" y="0"/>
              <a:ext cx="1828800" cy="6217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25" u="none" cap="none" strike="noStrike">
                  <a:solidFill>
                    <a:srgbClr val="E48A2A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WAN Edge</a:t>
              </a:r>
              <a:endParaRPr/>
            </a:p>
          </p:txBody>
        </p:sp>
      </p:grpSp>
      <p:grpSp>
        <p:nvGrpSpPr>
          <p:cNvPr id="1865" name="Google Shape;1865;p21"/>
          <p:cNvGrpSpPr/>
          <p:nvPr/>
        </p:nvGrpSpPr>
        <p:grpSpPr>
          <a:xfrm>
            <a:off x="9806940" y="6240780"/>
            <a:ext cx="6926580" cy="617220"/>
            <a:chOff x="0" y="0"/>
            <a:chExt cx="9235440" cy="822960"/>
          </a:xfrm>
        </p:grpSpPr>
        <p:sp>
          <p:nvSpPr>
            <p:cNvPr id="1866" name="Google Shape;1866;p21"/>
            <p:cNvSpPr/>
            <p:nvPr/>
          </p:nvSpPr>
          <p:spPr>
            <a:xfrm>
              <a:off x="0" y="0"/>
              <a:ext cx="9235440" cy="822960"/>
            </a:xfrm>
            <a:custGeom>
              <a:rect b="b" l="l" r="r" t="t"/>
              <a:pathLst>
                <a:path extrusionOk="0" h="822960" w="9235440">
                  <a:moveTo>
                    <a:pt x="0" y="0"/>
                  </a:moveTo>
                  <a:lnTo>
                    <a:pt x="9235440" y="0"/>
                  </a:lnTo>
                  <a:lnTo>
                    <a:pt x="9235440" y="822960"/>
                  </a:lnTo>
                  <a:lnTo>
                    <a:pt x="0" y="8229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68665" l="0" r="0" t="-168665"/>
              </a:stretch>
            </a:blipFill>
            <a:ln>
              <a:noFill/>
            </a:ln>
          </p:spPr>
        </p:sp>
        <p:sp>
          <p:nvSpPr>
            <p:cNvPr id="1867" name="Google Shape;1867;p21"/>
            <p:cNvSpPr txBox="1"/>
            <p:nvPr/>
          </p:nvSpPr>
          <p:spPr>
            <a:xfrm>
              <a:off x="0" y="0"/>
              <a:ext cx="9235440" cy="8229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25" u="none" cap="none" strike="noStrike">
                  <a:solidFill>
                    <a:srgbClr val="6B7785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Secure Overlay • OMP • Transport-independent</a:t>
              </a:r>
              <a:endParaRPr/>
            </a:p>
          </p:txBody>
        </p:sp>
      </p:grpSp>
      <p:sp>
        <p:nvSpPr>
          <p:cNvPr id="1868" name="Google Shape;1868;p21"/>
          <p:cNvSpPr/>
          <p:nvPr/>
        </p:nvSpPr>
        <p:spPr>
          <a:xfrm>
            <a:off x="2733675" y="8604123"/>
            <a:ext cx="12843510" cy="636270"/>
          </a:xfrm>
          <a:custGeom>
            <a:rect b="b" l="l" r="r" t="t"/>
            <a:pathLst>
              <a:path extrusionOk="0" h="848360" w="17124680">
                <a:moveTo>
                  <a:pt x="0" y="150876"/>
                </a:moveTo>
                <a:cubicBezTo>
                  <a:pt x="0" y="67564"/>
                  <a:pt x="67564" y="0"/>
                  <a:pt x="150876" y="0"/>
                </a:cubicBezTo>
                <a:lnTo>
                  <a:pt x="16973804" y="0"/>
                </a:lnTo>
                <a:cubicBezTo>
                  <a:pt x="17057117" y="0"/>
                  <a:pt x="17124680" y="67564"/>
                  <a:pt x="17124680" y="150876"/>
                </a:cubicBezTo>
                <a:lnTo>
                  <a:pt x="17124680" y="697484"/>
                </a:lnTo>
                <a:cubicBezTo>
                  <a:pt x="17124680" y="780796"/>
                  <a:pt x="17057117" y="848360"/>
                  <a:pt x="16973804" y="848360"/>
                </a:cubicBezTo>
                <a:lnTo>
                  <a:pt x="150876" y="848360"/>
                </a:lnTo>
                <a:cubicBezTo>
                  <a:pt x="67564" y="848360"/>
                  <a:pt x="0" y="780796"/>
                  <a:pt x="0" y="697484"/>
                </a:cubicBezTo>
                <a:close/>
              </a:path>
            </a:pathLst>
          </a:custGeom>
          <a:solidFill>
            <a:srgbClr val="0D2B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69" name="Google Shape;1869;p21"/>
          <p:cNvGrpSpPr/>
          <p:nvPr/>
        </p:nvGrpSpPr>
        <p:grpSpPr>
          <a:xfrm>
            <a:off x="2948940" y="8750808"/>
            <a:ext cx="12412980" cy="301752"/>
            <a:chOff x="0" y="0"/>
            <a:chExt cx="16550640" cy="402336"/>
          </a:xfrm>
        </p:grpSpPr>
        <p:sp>
          <p:nvSpPr>
            <p:cNvPr id="1870" name="Google Shape;1870;p21"/>
            <p:cNvSpPr/>
            <p:nvPr/>
          </p:nvSpPr>
          <p:spPr>
            <a:xfrm>
              <a:off x="0" y="0"/>
              <a:ext cx="16550639" cy="402336"/>
            </a:xfrm>
            <a:custGeom>
              <a:rect b="b" l="l" r="r" t="t"/>
              <a:pathLst>
                <a:path extrusionOk="0" h="402336" w="16550639">
                  <a:moveTo>
                    <a:pt x="0" y="0"/>
                  </a:moveTo>
                  <a:lnTo>
                    <a:pt x="16550639" y="0"/>
                  </a:lnTo>
                  <a:lnTo>
                    <a:pt x="16550639" y="402336"/>
                  </a:lnTo>
                  <a:lnTo>
                    <a:pt x="0" y="40233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751538" l="0" r="0" t="-751538"/>
              </a:stretch>
            </a:blipFill>
            <a:ln>
              <a:noFill/>
            </a:ln>
          </p:spPr>
        </p:sp>
        <p:sp>
          <p:nvSpPr>
            <p:cNvPr id="1871" name="Google Shape;1871;p21"/>
            <p:cNvSpPr txBox="1"/>
            <p:nvPr/>
          </p:nvSpPr>
          <p:spPr>
            <a:xfrm>
              <a:off x="0" y="0"/>
              <a:ext cx="16550640" cy="4023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25" u="none" cap="none" strike="noStrike">
                  <a:solidFill>
                    <a:srgbClr val="FFFFFF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Fabric = Underlay + Overlay + Centralized Control + Policy</a:t>
              </a:r>
              <a:endParaRPr/>
            </a:p>
          </p:txBody>
        </p:sp>
      </p:grpSp>
      <p:grpSp>
        <p:nvGrpSpPr>
          <p:cNvPr id="1872" name="Google Shape;1872;p21"/>
          <p:cNvGrpSpPr/>
          <p:nvPr/>
        </p:nvGrpSpPr>
        <p:grpSpPr>
          <a:xfrm>
            <a:off x="12550140" y="9484328"/>
            <a:ext cx="4389120" cy="254032"/>
            <a:chOff x="0" y="-9525"/>
            <a:chExt cx="5852160" cy="338709"/>
          </a:xfrm>
        </p:grpSpPr>
        <p:sp>
          <p:nvSpPr>
            <p:cNvPr id="1873" name="Google Shape;1873;p21"/>
            <p:cNvSpPr/>
            <p:nvPr/>
          </p:nvSpPr>
          <p:spPr>
            <a:xfrm>
              <a:off x="0" y="0"/>
              <a:ext cx="5852160" cy="329184"/>
            </a:xfrm>
            <a:custGeom>
              <a:rect b="b" l="l" r="r" t="t"/>
              <a:pathLst>
                <a:path extrusionOk="0" h="329184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329184"/>
                  </a:lnTo>
                  <a:lnTo>
                    <a:pt x="0" y="32918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96404" l="0" r="0" t="-296404"/>
              </a:stretch>
            </a:blipFill>
            <a:ln>
              <a:noFill/>
            </a:ln>
          </p:spPr>
        </p:sp>
        <p:sp>
          <p:nvSpPr>
            <p:cNvPr id="1874" name="Google Shape;1874;p21"/>
            <p:cNvSpPr txBox="1"/>
            <p:nvPr/>
          </p:nvSpPr>
          <p:spPr>
            <a:xfrm>
              <a:off x="0" y="-9525"/>
              <a:ext cx="5852160" cy="3387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5" u="none" cap="none" strike="noStrike">
                  <a:solidFill>
                    <a:srgbClr val="8795A4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Source: Cisco CCNP Enterprise • Chapter 23</a:t>
              </a:r>
              <a:endParaRPr/>
            </a:p>
          </p:txBody>
        </p:sp>
      </p:grpSp>
      <p:sp>
        <p:nvSpPr>
          <p:cNvPr id="1875" name="Google Shape;1875;p21"/>
          <p:cNvSpPr txBox="1"/>
          <p:nvPr/>
        </p:nvSpPr>
        <p:spPr>
          <a:xfrm>
            <a:off x="16527780" y="9806940"/>
            <a:ext cx="10287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B7785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21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C2E"/>
        </a:solidFill>
      </p:bgPr>
    </p:bg>
    <p:spTree>
      <p:nvGrpSpPr>
        <p:cNvPr id="1883" name="Shape 1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" name="Google Shape;1884;p22"/>
          <p:cNvSpPr/>
          <p:nvPr/>
        </p:nvSpPr>
        <p:spPr>
          <a:xfrm>
            <a:off x="15914751" y="5079111"/>
            <a:ext cx="265938" cy="265938"/>
          </a:xfrm>
          <a:custGeom>
            <a:rect b="b" l="l" r="r" t="t"/>
            <a:pathLst>
              <a:path extrusionOk="0" h="354584" w="354584">
                <a:moveTo>
                  <a:pt x="0" y="177292"/>
                </a:moveTo>
                <a:cubicBezTo>
                  <a:pt x="0" y="79375"/>
                  <a:pt x="79375" y="0"/>
                  <a:pt x="177292" y="0"/>
                </a:cubicBezTo>
                <a:cubicBezTo>
                  <a:pt x="275209" y="0"/>
                  <a:pt x="354584" y="79375"/>
                  <a:pt x="354584" y="177292"/>
                </a:cubicBezTo>
                <a:cubicBezTo>
                  <a:pt x="354584" y="275209"/>
                  <a:pt x="275209" y="354584"/>
                  <a:pt x="177292" y="354584"/>
                </a:cubicBezTo>
                <a:cubicBezTo>
                  <a:pt x="79375" y="354584"/>
                  <a:pt x="0" y="275209"/>
                  <a:pt x="0" y="177292"/>
                </a:cubicBezTo>
                <a:close/>
              </a:path>
            </a:pathLst>
          </a:custGeom>
          <a:solidFill>
            <a:srgbClr val="1D6FA5"/>
          </a:solidFill>
          <a:ln cap="sq" cmpd="sng" w="19050">
            <a:solidFill>
              <a:srgbClr val="1FA7C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5" name="Google Shape;1885;p22"/>
          <p:cNvSpPr/>
          <p:nvPr/>
        </p:nvSpPr>
        <p:spPr>
          <a:xfrm>
            <a:off x="15390847" y="6530283"/>
            <a:ext cx="265938" cy="265938"/>
          </a:xfrm>
          <a:custGeom>
            <a:rect b="b" l="l" r="r" t="t"/>
            <a:pathLst>
              <a:path extrusionOk="0" h="354584" w="354584">
                <a:moveTo>
                  <a:pt x="0" y="177292"/>
                </a:moveTo>
                <a:cubicBezTo>
                  <a:pt x="0" y="79375"/>
                  <a:pt x="79375" y="0"/>
                  <a:pt x="177292" y="0"/>
                </a:cubicBezTo>
                <a:cubicBezTo>
                  <a:pt x="275209" y="0"/>
                  <a:pt x="354584" y="79375"/>
                  <a:pt x="354584" y="177292"/>
                </a:cubicBezTo>
                <a:cubicBezTo>
                  <a:pt x="354584" y="275209"/>
                  <a:pt x="275209" y="354584"/>
                  <a:pt x="177292" y="354584"/>
                </a:cubicBezTo>
                <a:cubicBezTo>
                  <a:pt x="79375" y="354584"/>
                  <a:pt x="0" y="275209"/>
                  <a:pt x="0" y="177292"/>
                </a:cubicBezTo>
                <a:close/>
              </a:path>
            </a:pathLst>
          </a:custGeom>
          <a:solidFill>
            <a:srgbClr val="1FA7C8"/>
          </a:solidFill>
          <a:ln cap="sq" cmpd="sng" w="19050">
            <a:solidFill>
              <a:srgbClr val="1FA7C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6" name="Google Shape;1886;p22"/>
          <p:cNvSpPr/>
          <p:nvPr/>
        </p:nvSpPr>
        <p:spPr>
          <a:xfrm>
            <a:off x="14019247" y="7427157"/>
            <a:ext cx="265938" cy="265938"/>
          </a:xfrm>
          <a:custGeom>
            <a:rect b="b" l="l" r="r" t="t"/>
            <a:pathLst>
              <a:path extrusionOk="0" h="354584" w="354584">
                <a:moveTo>
                  <a:pt x="0" y="177292"/>
                </a:moveTo>
                <a:cubicBezTo>
                  <a:pt x="0" y="79375"/>
                  <a:pt x="79375" y="0"/>
                  <a:pt x="177292" y="0"/>
                </a:cubicBezTo>
                <a:cubicBezTo>
                  <a:pt x="275209" y="0"/>
                  <a:pt x="354584" y="79375"/>
                  <a:pt x="354584" y="177292"/>
                </a:cubicBezTo>
                <a:cubicBezTo>
                  <a:pt x="354584" y="275209"/>
                  <a:pt x="275209" y="354584"/>
                  <a:pt x="177292" y="354584"/>
                </a:cubicBezTo>
                <a:cubicBezTo>
                  <a:pt x="79375" y="354584"/>
                  <a:pt x="0" y="275209"/>
                  <a:pt x="0" y="177292"/>
                </a:cubicBezTo>
                <a:close/>
              </a:path>
            </a:pathLst>
          </a:custGeom>
          <a:solidFill>
            <a:srgbClr val="1D6FA5"/>
          </a:solidFill>
          <a:ln cap="sq" cmpd="sng" w="19050">
            <a:solidFill>
              <a:srgbClr val="1FA7C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7" name="Google Shape;1887;p22"/>
          <p:cNvSpPr/>
          <p:nvPr/>
        </p:nvSpPr>
        <p:spPr>
          <a:xfrm>
            <a:off x="12323855" y="7427157"/>
            <a:ext cx="265938" cy="265938"/>
          </a:xfrm>
          <a:custGeom>
            <a:rect b="b" l="l" r="r" t="t"/>
            <a:pathLst>
              <a:path extrusionOk="0" h="354584" w="354584">
                <a:moveTo>
                  <a:pt x="0" y="177292"/>
                </a:moveTo>
                <a:cubicBezTo>
                  <a:pt x="0" y="79375"/>
                  <a:pt x="79375" y="0"/>
                  <a:pt x="177292" y="0"/>
                </a:cubicBezTo>
                <a:cubicBezTo>
                  <a:pt x="275209" y="0"/>
                  <a:pt x="354584" y="79375"/>
                  <a:pt x="354584" y="177292"/>
                </a:cubicBezTo>
                <a:cubicBezTo>
                  <a:pt x="354584" y="275209"/>
                  <a:pt x="275209" y="354584"/>
                  <a:pt x="177292" y="354584"/>
                </a:cubicBezTo>
                <a:cubicBezTo>
                  <a:pt x="79375" y="354584"/>
                  <a:pt x="0" y="275209"/>
                  <a:pt x="0" y="177292"/>
                </a:cubicBezTo>
                <a:close/>
              </a:path>
            </a:pathLst>
          </a:custGeom>
          <a:solidFill>
            <a:srgbClr val="1FA7C8"/>
          </a:solidFill>
          <a:ln cap="sq" cmpd="sng" w="19050">
            <a:solidFill>
              <a:srgbClr val="1FA7C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8" name="Google Shape;1888;p22"/>
          <p:cNvSpPr/>
          <p:nvPr/>
        </p:nvSpPr>
        <p:spPr>
          <a:xfrm>
            <a:off x="10952255" y="6530283"/>
            <a:ext cx="265938" cy="265938"/>
          </a:xfrm>
          <a:custGeom>
            <a:rect b="b" l="l" r="r" t="t"/>
            <a:pathLst>
              <a:path extrusionOk="0" h="354584" w="354584">
                <a:moveTo>
                  <a:pt x="0" y="177292"/>
                </a:moveTo>
                <a:cubicBezTo>
                  <a:pt x="0" y="79375"/>
                  <a:pt x="79375" y="0"/>
                  <a:pt x="177292" y="0"/>
                </a:cubicBezTo>
                <a:cubicBezTo>
                  <a:pt x="275209" y="0"/>
                  <a:pt x="354584" y="79375"/>
                  <a:pt x="354584" y="177292"/>
                </a:cubicBezTo>
                <a:cubicBezTo>
                  <a:pt x="354584" y="275209"/>
                  <a:pt x="275209" y="354584"/>
                  <a:pt x="177292" y="354584"/>
                </a:cubicBezTo>
                <a:cubicBezTo>
                  <a:pt x="79375" y="354584"/>
                  <a:pt x="0" y="275209"/>
                  <a:pt x="0" y="177292"/>
                </a:cubicBezTo>
                <a:close/>
              </a:path>
            </a:pathLst>
          </a:custGeom>
          <a:solidFill>
            <a:srgbClr val="1D6FA5"/>
          </a:solidFill>
          <a:ln cap="sq" cmpd="sng" w="19050">
            <a:solidFill>
              <a:srgbClr val="1FA7C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9" name="Google Shape;1889;p22"/>
          <p:cNvSpPr/>
          <p:nvPr/>
        </p:nvSpPr>
        <p:spPr>
          <a:xfrm>
            <a:off x="10428351" y="5079111"/>
            <a:ext cx="265938" cy="265938"/>
          </a:xfrm>
          <a:custGeom>
            <a:rect b="b" l="l" r="r" t="t"/>
            <a:pathLst>
              <a:path extrusionOk="0" h="354584" w="354584">
                <a:moveTo>
                  <a:pt x="0" y="177292"/>
                </a:moveTo>
                <a:cubicBezTo>
                  <a:pt x="0" y="79375"/>
                  <a:pt x="79375" y="0"/>
                  <a:pt x="177292" y="0"/>
                </a:cubicBezTo>
                <a:cubicBezTo>
                  <a:pt x="275209" y="0"/>
                  <a:pt x="354584" y="79375"/>
                  <a:pt x="354584" y="177292"/>
                </a:cubicBezTo>
                <a:cubicBezTo>
                  <a:pt x="354584" y="275209"/>
                  <a:pt x="275209" y="354584"/>
                  <a:pt x="177292" y="354584"/>
                </a:cubicBezTo>
                <a:cubicBezTo>
                  <a:pt x="79375" y="354584"/>
                  <a:pt x="0" y="275209"/>
                  <a:pt x="0" y="177292"/>
                </a:cubicBezTo>
                <a:close/>
              </a:path>
            </a:pathLst>
          </a:custGeom>
          <a:solidFill>
            <a:srgbClr val="1FA7C8"/>
          </a:solidFill>
          <a:ln cap="sq" cmpd="sng" w="19050">
            <a:solidFill>
              <a:srgbClr val="1FA7C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0" name="Google Shape;1890;p22"/>
          <p:cNvSpPr/>
          <p:nvPr/>
        </p:nvSpPr>
        <p:spPr>
          <a:xfrm>
            <a:off x="10952255" y="3627939"/>
            <a:ext cx="265938" cy="265938"/>
          </a:xfrm>
          <a:custGeom>
            <a:rect b="b" l="l" r="r" t="t"/>
            <a:pathLst>
              <a:path extrusionOk="0" h="354584" w="354584">
                <a:moveTo>
                  <a:pt x="0" y="177292"/>
                </a:moveTo>
                <a:cubicBezTo>
                  <a:pt x="0" y="79375"/>
                  <a:pt x="79375" y="0"/>
                  <a:pt x="177292" y="0"/>
                </a:cubicBezTo>
                <a:cubicBezTo>
                  <a:pt x="275209" y="0"/>
                  <a:pt x="354584" y="79375"/>
                  <a:pt x="354584" y="177292"/>
                </a:cubicBezTo>
                <a:cubicBezTo>
                  <a:pt x="354584" y="275209"/>
                  <a:pt x="275209" y="354584"/>
                  <a:pt x="177292" y="354584"/>
                </a:cubicBezTo>
                <a:cubicBezTo>
                  <a:pt x="79375" y="354584"/>
                  <a:pt x="0" y="275209"/>
                  <a:pt x="0" y="177292"/>
                </a:cubicBezTo>
                <a:close/>
              </a:path>
            </a:pathLst>
          </a:custGeom>
          <a:solidFill>
            <a:srgbClr val="1D6FA5"/>
          </a:solidFill>
          <a:ln cap="sq" cmpd="sng" w="19050">
            <a:solidFill>
              <a:srgbClr val="1FA7C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1" name="Google Shape;1891;p22"/>
          <p:cNvSpPr/>
          <p:nvPr/>
        </p:nvSpPr>
        <p:spPr>
          <a:xfrm>
            <a:off x="12323855" y="2731065"/>
            <a:ext cx="265938" cy="265938"/>
          </a:xfrm>
          <a:custGeom>
            <a:rect b="b" l="l" r="r" t="t"/>
            <a:pathLst>
              <a:path extrusionOk="0" h="354584" w="354584">
                <a:moveTo>
                  <a:pt x="0" y="177292"/>
                </a:moveTo>
                <a:cubicBezTo>
                  <a:pt x="0" y="79375"/>
                  <a:pt x="79375" y="0"/>
                  <a:pt x="177292" y="0"/>
                </a:cubicBezTo>
                <a:cubicBezTo>
                  <a:pt x="275209" y="0"/>
                  <a:pt x="354584" y="79375"/>
                  <a:pt x="354584" y="177292"/>
                </a:cubicBezTo>
                <a:cubicBezTo>
                  <a:pt x="354584" y="275209"/>
                  <a:pt x="275209" y="354584"/>
                  <a:pt x="177292" y="354584"/>
                </a:cubicBezTo>
                <a:cubicBezTo>
                  <a:pt x="79375" y="354584"/>
                  <a:pt x="0" y="275209"/>
                  <a:pt x="0" y="177292"/>
                </a:cubicBezTo>
                <a:close/>
              </a:path>
            </a:pathLst>
          </a:custGeom>
          <a:solidFill>
            <a:srgbClr val="1FA7C8"/>
          </a:solidFill>
          <a:ln cap="sq" cmpd="sng" w="19050">
            <a:solidFill>
              <a:srgbClr val="1FA7C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2" name="Google Shape;1892;p22"/>
          <p:cNvSpPr/>
          <p:nvPr/>
        </p:nvSpPr>
        <p:spPr>
          <a:xfrm>
            <a:off x="14019247" y="2731065"/>
            <a:ext cx="265938" cy="265938"/>
          </a:xfrm>
          <a:custGeom>
            <a:rect b="b" l="l" r="r" t="t"/>
            <a:pathLst>
              <a:path extrusionOk="0" h="354584" w="354584">
                <a:moveTo>
                  <a:pt x="0" y="177292"/>
                </a:moveTo>
                <a:cubicBezTo>
                  <a:pt x="0" y="79375"/>
                  <a:pt x="79375" y="0"/>
                  <a:pt x="177292" y="0"/>
                </a:cubicBezTo>
                <a:cubicBezTo>
                  <a:pt x="275209" y="0"/>
                  <a:pt x="354584" y="79375"/>
                  <a:pt x="354584" y="177292"/>
                </a:cubicBezTo>
                <a:cubicBezTo>
                  <a:pt x="354584" y="275209"/>
                  <a:pt x="275209" y="354584"/>
                  <a:pt x="177292" y="354584"/>
                </a:cubicBezTo>
                <a:cubicBezTo>
                  <a:pt x="79375" y="354584"/>
                  <a:pt x="0" y="275209"/>
                  <a:pt x="0" y="177292"/>
                </a:cubicBezTo>
                <a:close/>
              </a:path>
            </a:pathLst>
          </a:custGeom>
          <a:solidFill>
            <a:srgbClr val="1D6FA5"/>
          </a:solidFill>
          <a:ln cap="sq" cmpd="sng" w="19050">
            <a:solidFill>
              <a:srgbClr val="1FA7C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3" name="Google Shape;1893;p22"/>
          <p:cNvSpPr/>
          <p:nvPr/>
        </p:nvSpPr>
        <p:spPr>
          <a:xfrm>
            <a:off x="15390847" y="3627939"/>
            <a:ext cx="265938" cy="265938"/>
          </a:xfrm>
          <a:custGeom>
            <a:rect b="b" l="l" r="r" t="t"/>
            <a:pathLst>
              <a:path extrusionOk="0" h="354584" w="354584">
                <a:moveTo>
                  <a:pt x="0" y="177292"/>
                </a:moveTo>
                <a:cubicBezTo>
                  <a:pt x="0" y="79375"/>
                  <a:pt x="79375" y="0"/>
                  <a:pt x="177292" y="0"/>
                </a:cubicBezTo>
                <a:cubicBezTo>
                  <a:pt x="275209" y="0"/>
                  <a:pt x="354584" y="79375"/>
                  <a:pt x="354584" y="177292"/>
                </a:cubicBezTo>
                <a:cubicBezTo>
                  <a:pt x="354584" y="275209"/>
                  <a:pt x="275209" y="354584"/>
                  <a:pt x="177292" y="354584"/>
                </a:cubicBezTo>
                <a:cubicBezTo>
                  <a:pt x="79375" y="354584"/>
                  <a:pt x="0" y="275209"/>
                  <a:pt x="0" y="177292"/>
                </a:cubicBezTo>
                <a:close/>
              </a:path>
            </a:pathLst>
          </a:custGeom>
          <a:solidFill>
            <a:srgbClr val="1FA7C8"/>
          </a:solidFill>
          <a:ln cap="sq" cmpd="sng" w="19050">
            <a:solidFill>
              <a:srgbClr val="1FA7C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94" name="Google Shape;1894;p22"/>
          <p:cNvCxnSpPr/>
          <p:nvPr/>
        </p:nvCxnSpPr>
        <p:spPr>
          <a:xfrm rot="5346720">
            <a:off x="15310618" y="5932903"/>
            <a:ext cx="1474213" cy="0"/>
          </a:xfrm>
          <a:prstGeom prst="straightConnector1">
            <a:avLst/>
          </a:prstGeom>
          <a:noFill/>
          <a:ln cap="rnd" cmpd="sng" w="9525">
            <a:solidFill>
              <a:srgbClr val="2C526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95" name="Google Shape;1895;p22"/>
          <p:cNvCxnSpPr/>
          <p:nvPr/>
        </p:nvCxnSpPr>
        <p:spPr>
          <a:xfrm rot="5314560">
            <a:off x="15063807" y="7106926"/>
            <a:ext cx="920020" cy="0"/>
          </a:xfrm>
          <a:prstGeom prst="straightConnector1">
            <a:avLst/>
          </a:prstGeom>
          <a:noFill/>
          <a:ln cap="rnd" cmpd="sng" w="9525">
            <a:solidFill>
              <a:srgbClr val="2C526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96" name="Google Shape;1896;p22"/>
          <p:cNvCxnSpPr/>
          <p:nvPr/>
        </p:nvCxnSpPr>
        <p:spPr>
          <a:xfrm rot="2700000">
            <a:off x="14136052" y="7555363"/>
            <a:ext cx="32328" cy="0"/>
          </a:xfrm>
          <a:prstGeom prst="straightConnector1">
            <a:avLst/>
          </a:prstGeom>
          <a:noFill/>
          <a:ln cap="rnd" cmpd="sng" w="9525">
            <a:solidFill>
              <a:srgbClr val="2C526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97" name="Google Shape;1897;p22"/>
          <p:cNvCxnSpPr/>
          <p:nvPr/>
        </p:nvCxnSpPr>
        <p:spPr>
          <a:xfrm rot="2700000">
            <a:off x="12440660" y="7555363"/>
            <a:ext cx="32328" cy="0"/>
          </a:xfrm>
          <a:prstGeom prst="straightConnector1">
            <a:avLst/>
          </a:prstGeom>
          <a:noFill/>
          <a:ln cap="rnd" cmpd="sng" w="9525">
            <a:solidFill>
              <a:srgbClr val="2C526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98" name="Google Shape;1898;p22"/>
          <p:cNvCxnSpPr/>
          <p:nvPr/>
        </p:nvCxnSpPr>
        <p:spPr>
          <a:xfrm rot="2700000">
            <a:off x="11069060" y="6658489"/>
            <a:ext cx="32328" cy="0"/>
          </a:xfrm>
          <a:prstGeom prst="straightConnector1">
            <a:avLst/>
          </a:prstGeom>
          <a:noFill/>
          <a:ln cap="rnd" cmpd="sng" w="9525">
            <a:solidFill>
              <a:srgbClr val="2C526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99" name="Google Shape;1899;p22"/>
          <p:cNvCxnSpPr/>
          <p:nvPr/>
        </p:nvCxnSpPr>
        <p:spPr>
          <a:xfrm rot="143640">
            <a:off x="10549652" y="5207318"/>
            <a:ext cx="547240" cy="0"/>
          </a:xfrm>
          <a:prstGeom prst="straightConnector1">
            <a:avLst/>
          </a:prstGeom>
          <a:noFill/>
          <a:ln cap="rnd" cmpd="sng" w="9525">
            <a:solidFill>
              <a:srgbClr val="2C526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00" name="Google Shape;1900;p22"/>
          <p:cNvCxnSpPr/>
          <p:nvPr/>
        </p:nvCxnSpPr>
        <p:spPr>
          <a:xfrm rot="56340">
            <a:off x="11073698" y="3756146"/>
            <a:ext cx="1394650" cy="0"/>
          </a:xfrm>
          <a:prstGeom prst="straightConnector1">
            <a:avLst/>
          </a:prstGeom>
          <a:noFill/>
          <a:ln cap="rnd" cmpd="sng" w="9525">
            <a:solidFill>
              <a:srgbClr val="2C526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01" name="Google Shape;1901;p22"/>
          <p:cNvCxnSpPr/>
          <p:nvPr/>
        </p:nvCxnSpPr>
        <p:spPr>
          <a:xfrm rot="45720">
            <a:off x="12445317" y="2859272"/>
            <a:ext cx="1718405" cy="0"/>
          </a:xfrm>
          <a:prstGeom prst="straightConnector1">
            <a:avLst/>
          </a:prstGeom>
          <a:noFill/>
          <a:ln cap="rnd" cmpd="sng" w="9525">
            <a:solidFill>
              <a:srgbClr val="2C526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02" name="Google Shape;1902;p22"/>
          <p:cNvCxnSpPr/>
          <p:nvPr/>
        </p:nvCxnSpPr>
        <p:spPr>
          <a:xfrm rot="2004419">
            <a:off x="14002788" y="3307709"/>
            <a:ext cx="1670456" cy="0"/>
          </a:xfrm>
          <a:prstGeom prst="straightConnector1">
            <a:avLst/>
          </a:prstGeom>
          <a:noFill/>
          <a:ln cap="rnd" cmpd="sng" w="9525">
            <a:solidFill>
              <a:srgbClr val="2C526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03" name="Google Shape;1903;p22"/>
          <p:cNvCxnSpPr/>
          <p:nvPr/>
        </p:nvCxnSpPr>
        <p:spPr>
          <a:xfrm rot="4178940">
            <a:off x="14999684" y="4481732"/>
            <a:ext cx="1572168" cy="0"/>
          </a:xfrm>
          <a:prstGeom prst="straightConnector1">
            <a:avLst/>
          </a:prstGeom>
          <a:noFill/>
          <a:ln cap="rnd" cmpd="sng" w="9525">
            <a:solidFill>
              <a:srgbClr val="2C526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04" name="Google Shape;1904;p22"/>
          <p:cNvSpPr/>
          <p:nvPr/>
        </p:nvSpPr>
        <p:spPr>
          <a:xfrm>
            <a:off x="12801219" y="4708779"/>
            <a:ext cx="1006602" cy="1006602"/>
          </a:xfrm>
          <a:custGeom>
            <a:rect b="b" l="l" r="r" t="t"/>
            <a:pathLst>
              <a:path extrusionOk="0" h="1342136" w="1342136">
                <a:moveTo>
                  <a:pt x="0" y="671068"/>
                </a:moveTo>
                <a:cubicBezTo>
                  <a:pt x="0" y="300482"/>
                  <a:pt x="300482" y="0"/>
                  <a:pt x="671068" y="0"/>
                </a:cubicBezTo>
                <a:cubicBezTo>
                  <a:pt x="1041654" y="0"/>
                  <a:pt x="1342136" y="300482"/>
                  <a:pt x="1342136" y="671068"/>
                </a:cubicBezTo>
                <a:cubicBezTo>
                  <a:pt x="1342136" y="1041654"/>
                  <a:pt x="1041654" y="1342136"/>
                  <a:pt x="671068" y="1342136"/>
                </a:cubicBezTo>
                <a:cubicBezTo>
                  <a:pt x="300482" y="1342136"/>
                  <a:pt x="0" y="1041654"/>
                  <a:pt x="0" y="671068"/>
                </a:cubicBezTo>
                <a:close/>
              </a:path>
            </a:pathLst>
          </a:custGeom>
          <a:solidFill>
            <a:srgbClr val="0D2B45"/>
          </a:solidFill>
          <a:ln cap="sq" cmpd="sng" w="19050">
            <a:solidFill>
              <a:srgbClr val="1FA7C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05" name="Google Shape;1905;p22"/>
          <p:cNvGrpSpPr/>
          <p:nvPr/>
        </p:nvGrpSpPr>
        <p:grpSpPr>
          <a:xfrm>
            <a:off x="12550140" y="4965192"/>
            <a:ext cx="1508760" cy="370332"/>
            <a:chOff x="0" y="0"/>
            <a:chExt cx="2011680" cy="493776"/>
          </a:xfrm>
        </p:grpSpPr>
        <p:sp>
          <p:nvSpPr>
            <p:cNvPr id="1906" name="Google Shape;1906;p22"/>
            <p:cNvSpPr/>
            <p:nvPr/>
          </p:nvSpPr>
          <p:spPr>
            <a:xfrm>
              <a:off x="0" y="0"/>
              <a:ext cx="2011680" cy="493776"/>
            </a:xfrm>
            <a:custGeom>
              <a:rect b="b" l="l" r="r" t="t"/>
              <a:pathLst>
                <a:path extrusionOk="0" h="493776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493776"/>
                  </a:lnTo>
                  <a:lnTo>
                    <a:pt x="0" y="49377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9383" l="0" r="0" t="-29383"/>
              </a:stretch>
            </a:blipFill>
            <a:ln>
              <a:noFill/>
            </a:ln>
          </p:spPr>
        </p:sp>
        <p:sp>
          <p:nvSpPr>
            <p:cNvPr id="1907" name="Google Shape;1907;p22"/>
            <p:cNvSpPr txBox="1"/>
            <p:nvPr/>
          </p:nvSpPr>
          <p:spPr>
            <a:xfrm>
              <a:off x="0" y="9525"/>
              <a:ext cx="2011680" cy="4842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00" u="none" cap="none" strike="noStrike">
                  <a:solidFill>
                    <a:srgbClr val="FFFFFF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FABRIC</a:t>
              </a:r>
              <a:endParaRPr/>
            </a:p>
          </p:txBody>
        </p:sp>
      </p:grpSp>
      <p:grpSp>
        <p:nvGrpSpPr>
          <p:cNvPr id="1908" name="Google Shape;1908;p22"/>
          <p:cNvGrpSpPr/>
          <p:nvPr/>
        </p:nvGrpSpPr>
        <p:grpSpPr>
          <a:xfrm>
            <a:off x="1028700" y="2263140"/>
            <a:ext cx="8915400" cy="1028700"/>
            <a:chOff x="0" y="0"/>
            <a:chExt cx="11887200" cy="1371600"/>
          </a:xfrm>
        </p:grpSpPr>
        <p:sp>
          <p:nvSpPr>
            <p:cNvPr id="1909" name="Google Shape;1909;p22"/>
            <p:cNvSpPr/>
            <p:nvPr/>
          </p:nvSpPr>
          <p:spPr>
            <a:xfrm>
              <a:off x="0" y="0"/>
              <a:ext cx="11887200" cy="1371600"/>
            </a:xfrm>
            <a:custGeom>
              <a:rect b="b" l="l" r="r" t="t"/>
              <a:pathLst>
                <a:path extrusionOk="0" h="1371600" w="11887200">
                  <a:moveTo>
                    <a:pt x="0" y="0"/>
                  </a:moveTo>
                  <a:lnTo>
                    <a:pt x="11887200" y="0"/>
                  </a:lnTo>
                  <a:lnTo>
                    <a:pt x="11887200" y="1371600"/>
                  </a:lnTo>
                  <a:lnTo>
                    <a:pt x="0" y="13716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18873" l="0" r="0" t="-118873"/>
              </a:stretch>
            </a:blipFill>
            <a:ln>
              <a:noFill/>
            </a:ln>
          </p:spPr>
        </p:sp>
        <p:sp>
          <p:nvSpPr>
            <p:cNvPr id="1910" name="Google Shape;1910;p22"/>
            <p:cNvSpPr txBox="1"/>
            <p:nvPr/>
          </p:nvSpPr>
          <p:spPr>
            <a:xfrm>
              <a:off x="0" y="0"/>
              <a:ext cx="11887200" cy="13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700" u="none" cap="none" strike="noStrike">
                  <a:solidFill>
                    <a:srgbClr val="FFFFFF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Thank You</a:t>
              </a:r>
              <a:endParaRPr/>
            </a:p>
          </p:txBody>
        </p:sp>
      </p:grpSp>
      <p:grpSp>
        <p:nvGrpSpPr>
          <p:cNvPr id="1911" name="Google Shape;1911;p22"/>
          <p:cNvGrpSpPr/>
          <p:nvPr/>
        </p:nvGrpSpPr>
        <p:grpSpPr>
          <a:xfrm>
            <a:off x="1069848" y="3730752"/>
            <a:ext cx="7269480" cy="1234440"/>
            <a:chOff x="0" y="0"/>
            <a:chExt cx="9692640" cy="1645920"/>
          </a:xfrm>
        </p:grpSpPr>
        <p:sp>
          <p:nvSpPr>
            <p:cNvPr id="1912" name="Google Shape;1912;p22"/>
            <p:cNvSpPr/>
            <p:nvPr/>
          </p:nvSpPr>
          <p:spPr>
            <a:xfrm>
              <a:off x="0" y="0"/>
              <a:ext cx="9692640" cy="1645920"/>
            </a:xfrm>
            <a:custGeom>
              <a:rect b="b" l="l" r="r" t="t"/>
              <a:pathLst>
                <a:path extrusionOk="0" h="164592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1645920"/>
                  </a:lnTo>
                  <a:lnTo>
                    <a:pt x="0" y="16459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64747" l="0" r="0" t="-64747"/>
              </a:stretch>
            </a:blipFill>
            <a:ln>
              <a:noFill/>
            </a:ln>
          </p:spPr>
        </p:sp>
        <p:sp>
          <p:nvSpPr>
            <p:cNvPr id="1913" name="Google Shape;1913;p22"/>
            <p:cNvSpPr txBox="1"/>
            <p:nvPr/>
          </p:nvSpPr>
          <p:spPr>
            <a:xfrm>
              <a:off x="0" y="9525"/>
              <a:ext cx="9692640" cy="16363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6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150" u="none" cap="none" strike="noStrike">
                  <a:solidFill>
                    <a:srgbClr val="CFE8F7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ขอบคุณครับ</a:t>
              </a:r>
              <a:endParaRPr/>
            </a:p>
            <a:p>
              <a:pPr indent="0" lvl="0" marL="0" marR="0" rtl="0" algn="l">
                <a:lnSpc>
                  <a:spcPct val="11996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150" u="none" cap="none" strike="noStrike">
                  <a:solidFill>
                    <a:srgbClr val="CFE8F7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ยินดีตอบคำถาม</a:t>
              </a:r>
              <a:endParaRPr/>
            </a:p>
          </p:txBody>
        </p:sp>
      </p:grpSp>
      <p:sp>
        <p:nvSpPr>
          <p:cNvPr id="1914" name="Google Shape;1914;p22"/>
          <p:cNvSpPr/>
          <p:nvPr/>
        </p:nvSpPr>
        <p:spPr>
          <a:xfrm>
            <a:off x="1087755" y="5819775"/>
            <a:ext cx="1870710" cy="540258"/>
          </a:xfrm>
          <a:custGeom>
            <a:rect b="b" l="l" r="r" t="t"/>
            <a:pathLst>
              <a:path extrusionOk="0" h="720344" w="2494280">
                <a:moveTo>
                  <a:pt x="0" y="151638"/>
                </a:moveTo>
                <a:cubicBezTo>
                  <a:pt x="0" y="67945"/>
                  <a:pt x="67945" y="0"/>
                  <a:pt x="151638" y="0"/>
                </a:cubicBezTo>
                <a:lnTo>
                  <a:pt x="2342642" y="0"/>
                </a:lnTo>
                <a:cubicBezTo>
                  <a:pt x="2426335" y="0"/>
                  <a:pt x="2494280" y="67945"/>
                  <a:pt x="2494280" y="151638"/>
                </a:cubicBezTo>
                <a:lnTo>
                  <a:pt x="2494280" y="568706"/>
                </a:lnTo>
                <a:cubicBezTo>
                  <a:pt x="2494280" y="652399"/>
                  <a:pt x="2426335" y="720344"/>
                  <a:pt x="2342642" y="720344"/>
                </a:cubicBezTo>
                <a:lnTo>
                  <a:pt x="151638" y="720344"/>
                </a:lnTo>
                <a:cubicBezTo>
                  <a:pt x="67945" y="720344"/>
                  <a:pt x="0" y="652399"/>
                  <a:pt x="0" y="568706"/>
                </a:cubicBezTo>
                <a:close/>
              </a:path>
            </a:pathLst>
          </a:custGeom>
          <a:solidFill>
            <a:srgbClr val="173C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15" name="Google Shape;1915;p22"/>
          <p:cNvGrpSpPr/>
          <p:nvPr/>
        </p:nvGrpSpPr>
        <p:grpSpPr>
          <a:xfrm>
            <a:off x="1097280" y="5843016"/>
            <a:ext cx="1851660" cy="466344"/>
            <a:chOff x="0" y="0"/>
            <a:chExt cx="2468880" cy="621792"/>
          </a:xfrm>
        </p:grpSpPr>
        <p:sp>
          <p:nvSpPr>
            <p:cNvPr id="1916" name="Google Shape;1916;p22"/>
            <p:cNvSpPr/>
            <p:nvPr/>
          </p:nvSpPr>
          <p:spPr>
            <a:xfrm>
              <a:off x="0" y="0"/>
              <a:ext cx="2468880" cy="621792"/>
            </a:xfrm>
            <a:custGeom>
              <a:rect b="b" l="l" r="r" t="t"/>
              <a:pathLst>
                <a:path extrusionOk="0" h="621792" w="2468880">
                  <a:moveTo>
                    <a:pt x="0" y="0"/>
                  </a:moveTo>
                  <a:lnTo>
                    <a:pt x="2468880" y="0"/>
                  </a:lnTo>
                  <a:lnTo>
                    <a:pt x="2468880" y="621792"/>
                  </a:lnTo>
                  <a:lnTo>
                    <a:pt x="0" y="6217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7366" l="0" r="0" t="-27366"/>
              </a:stretch>
            </a:blipFill>
            <a:ln>
              <a:noFill/>
            </a:ln>
          </p:spPr>
        </p:sp>
        <p:sp>
          <p:nvSpPr>
            <p:cNvPr id="1917" name="Google Shape;1917;p22"/>
            <p:cNvSpPr txBox="1"/>
            <p:nvPr/>
          </p:nvSpPr>
          <p:spPr>
            <a:xfrm>
              <a:off x="0" y="0"/>
              <a:ext cx="2468880" cy="6217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25" u="none" cap="none" strike="noStrike">
                  <a:solidFill>
                    <a:srgbClr val="FFFFFF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SD-ACCESS</a:t>
              </a:r>
              <a:endParaRPr/>
            </a:p>
          </p:txBody>
        </p:sp>
      </p:grpSp>
      <p:sp>
        <p:nvSpPr>
          <p:cNvPr id="1918" name="Google Shape;1918;p22"/>
          <p:cNvSpPr/>
          <p:nvPr/>
        </p:nvSpPr>
        <p:spPr>
          <a:xfrm>
            <a:off x="3117723" y="5819775"/>
            <a:ext cx="1527810" cy="540258"/>
          </a:xfrm>
          <a:custGeom>
            <a:rect b="b" l="l" r="r" t="t"/>
            <a:pathLst>
              <a:path extrusionOk="0" h="720344" w="2037080">
                <a:moveTo>
                  <a:pt x="0" y="151638"/>
                </a:moveTo>
                <a:cubicBezTo>
                  <a:pt x="0" y="67945"/>
                  <a:pt x="67945" y="0"/>
                  <a:pt x="151638" y="0"/>
                </a:cubicBezTo>
                <a:lnTo>
                  <a:pt x="1885442" y="0"/>
                </a:lnTo>
                <a:cubicBezTo>
                  <a:pt x="1969135" y="0"/>
                  <a:pt x="2037080" y="67945"/>
                  <a:pt x="2037080" y="151638"/>
                </a:cubicBezTo>
                <a:lnTo>
                  <a:pt x="2037080" y="568706"/>
                </a:lnTo>
                <a:cubicBezTo>
                  <a:pt x="2037080" y="652399"/>
                  <a:pt x="1969135" y="720344"/>
                  <a:pt x="1885442" y="720344"/>
                </a:cubicBezTo>
                <a:lnTo>
                  <a:pt x="151638" y="720344"/>
                </a:lnTo>
                <a:cubicBezTo>
                  <a:pt x="67945" y="720344"/>
                  <a:pt x="0" y="652399"/>
                  <a:pt x="0" y="568706"/>
                </a:cubicBezTo>
                <a:close/>
              </a:path>
            </a:pathLst>
          </a:custGeom>
          <a:solidFill>
            <a:srgbClr val="164B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19" name="Google Shape;1919;p22"/>
          <p:cNvGrpSpPr/>
          <p:nvPr/>
        </p:nvGrpSpPr>
        <p:grpSpPr>
          <a:xfrm>
            <a:off x="3127248" y="5843016"/>
            <a:ext cx="1508760" cy="466344"/>
            <a:chOff x="0" y="0"/>
            <a:chExt cx="2011680" cy="621792"/>
          </a:xfrm>
        </p:grpSpPr>
        <p:sp>
          <p:nvSpPr>
            <p:cNvPr id="1920" name="Google Shape;1920;p22"/>
            <p:cNvSpPr/>
            <p:nvPr/>
          </p:nvSpPr>
          <p:spPr>
            <a:xfrm>
              <a:off x="0" y="0"/>
              <a:ext cx="2011680" cy="621792"/>
            </a:xfrm>
            <a:custGeom>
              <a:rect b="b" l="l" r="r" t="t"/>
              <a:pathLst>
                <a:path extrusionOk="0" h="621792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621792"/>
                  </a:lnTo>
                  <a:lnTo>
                    <a:pt x="0" y="6217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3039" l="0" r="0" t="-13039"/>
              </a:stretch>
            </a:blipFill>
            <a:ln>
              <a:noFill/>
            </a:ln>
          </p:spPr>
        </p:sp>
        <p:sp>
          <p:nvSpPr>
            <p:cNvPr id="1921" name="Google Shape;1921;p22"/>
            <p:cNvSpPr txBox="1"/>
            <p:nvPr/>
          </p:nvSpPr>
          <p:spPr>
            <a:xfrm>
              <a:off x="0" y="0"/>
              <a:ext cx="2011680" cy="6217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25" u="none" cap="none" strike="noStrike">
                  <a:solidFill>
                    <a:srgbClr val="FFFFFF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SD-WAN</a:t>
              </a:r>
              <a:endParaRPr/>
            </a:p>
          </p:txBody>
        </p:sp>
      </p:grpSp>
      <p:sp>
        <p:nvSpPr>
          <p:cNvPr id="1922" name="Google Shape;1922;p22"/>
          <p:cNvSpPr/>
          <p:nvPr/>
        </p:nvSpPr>
        <p:spPr>
          <a:xfrm>
            <a:off x="4818507" y="5819775"/>
            <a:ext cx="1116330" cy="540258"/>
          </a:xfrm>
          <a:custGeom>
            <a:rect b="b" l="l" r="r" t="t"/>
            <a:pathLst>
              <a:path extrusionOk="0" h="720344" w="1488440">
                <a:moveTo>
                  <a:pt x="0" y="151638"/>
                </a:moveTo>
                <a:cubicBezTo>
                  <a:pt x="0" y="67945"/>
                  <a:pt x="67945" y="0"/>
                  <a:pt x="151638" y="0"/>
                </a:cubicBezTo>
                <a:lnTo>
                  <a:pt x="1336802" y="0"/>
                </a:lnTo>
                <a:cubicBezTo>
                  <a:pt x="1420495" y="0"/>
                  <a:pt x="1488440" y="67945"/>
                  <a:pt x="1488440" y="151638"/>
                </a:cubicBezTo>
                <a:lnTo>
                  <a:pt x="1488440" y="568706"/>
                </a:lnTo>
                <a:cubicBezTo>
                  <a:pt x="1488440" y="652399"/>
                  <a:pt x="1420495" y="720344"/>
                  <a:pt x="1336802" y="720344"/>
                </a:cubicBezTo>
                <a:lnTo>
                  <a:pt x="151638" y="720344"/>
                </a:lnTo>
                <a:cubicBezTo>
                  <a:pt x="67945" y="720344"/>
                  <a:pt x="0" y="652399"/>
                  <a:pt x="0" y="568706"/>
                </a:cubicBezTo>
                <a:close/>
              </a:path>
            </a:pathLst>
          </a:custGeom>
          <a:solidFill>
            <a:srgbClr val="173C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23" name="Google Shape;1923;p22"/>
          <p:cNvGrpSpPr/>
          <p:nvPr/>
        </p:nvGrpSpPr>
        <p:grpSpPr>
          <a:xfrm>
            <a:off x="4828032" y="5843016"/>
            <a:ext cx="1097280" cy="466344"/>
            <a:chOff x="0" y="0"/>
            <a:chExt cx="1463040" cy="621792"/>
          </a:xfrm>
        </p:grpSpPr>
        <p:sp>
          <p:nvSpPr>
            <p:cNvPr id="1924" name="Google Shape;1924;p22"/>
            <p:cNvSpPr/>
            <p:nvPr/>
          </p:nvSpPr>
          <p:spPr>
            <a:xfrm>
              <a:off x="0" y="0"/>
              <a:ext cx="1463040" cy="621792"/>
            </a:xfrm>
            <a:custGeom>
              <a:rect b="b" l="l" r="r" t="t"/>
              <a:pathLst>
                <a:path extrusionOk="0" h="621792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621792"/>
                  </a:lnTo>
                  <a:lnTo>
                    <a:pt x="0" y="6217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4529" r="-4529" t="0"/>
              </a:stretch>
            </a:blipFill>
            <a:ln>
              <a:noFill/>
            </a:ln>
          </p:spPr>
        </p:sp>
        <p:sp>
          <p:nvSpPr>
            <p:cNvPr id="1925" name="Google Shape;1925;p22"/>
            <p:cNvSpPr txBox="1"/>
            <p:nvPr/>
          </p:nvSpPr>
          <p:spPr>
            <a:xfrm>
              <a:off x="0" y="0"/>
              <a:ext cx="1463040" cy="6217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25" u="none" cap="none" strike="noStrike">
                  <a:solidFill>
                    <a:srgbClr val="FFFFFF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LISP</a:t>
              </a:r>
              <a:endParaRPr/>
            </a:p>
          </p:txBody>
        </p:sp>
      </p:grpSp>
      <p:sp>
        <p:nvSpPr>
          <p:cNvPr id="1926" name="Google Shape;1926;p22"/>
          <p:cNvSpPr/>
          <p:nvPr/>
        </p:nvSpPr>
        <p:spPr>
          <a:xfrm>
            <a:off x="6094095" y="5819775"/>
            <a:ext cx="1280922" cy="540258"/>
          </a:xfrm>
          <a:custGeom>
            <a:rect b="b" l="l" r="r" t="t"/>
            <a:pathLst>
              <a:path extrusionOk="0" h="720344" w="1707896">
                <a:moveTo>
                  <a:pt x="0" y="151638"/>
                </a:moveTo>
                <a:cubicBezTo>
                  <a:pt x="0" y="67945"/>
                  <a:pt x="67945" y="0"/>
                  <a:pt x="151638" y="0"/>
                </a:cubicBezTo>
                <a:lnTo>
                  <a:pt x="1556258" y="0"/>
                </a:lnTo>
                <a:cubicBezTo>
                  <a:pt x="1639951" y="0"/>
                  <a:pt x="1707896" y="67945"/>
                  <a:pt x="1707896" y="151638"/>
                </a:cubicBezTo>
                <a:lnTo>
                  <a:pt x="1707896" y="568706"/>
                </a:lnTo>
                <a:cubicBezTo>
                  <a:pt x="1707896" y="652399"/>
                  <a:pt x="1639951" y="720344"/>
                  <a:pt x="1556258" y="720344"/>
                </a:cubicBezTo>
                <a:lnTo>
                  <a:pt x="151638" y="720344"/>
                </a:lnTo>
                <a:cubicBezTo>
                  <a:pt x="67945" y="720344"/>
                  <a:pt x="0" y="652399"/>
                  <a:pt x="0" y="568706"/>
                </a:cubicBezTo>
                <a:close/>
              </a:path>
            </a:pathLst>
          </a:custGeom>
          <a:solidFill>
            <a:srgbClr val="164B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27" name="Google Shape;1927;p22"/>
          <p:cNvGrpSpPr/>
          <p:nvPr/>
        </p:nvGrpSpPr>
        <p:grpSpPr>
          <a:xfrm>
            <a:off x="6103620" y="5843016"/>
            <a:ext cx="1261872" cy="466344"/>
            <a:chOff x="0" y="0"/>
            <a:chExt cx="1682496" cy="621792"/>
          </a:xfrm>
        </p:grpSpPr>
        <p:sp>
          <p:nvSpPr>
            <p:cNvPr id="1928" name="Google Shape;1928;p22"/>
            <p:cNvSpPr/>
            <p:nvPr/>
          </p:nvSpPr>
          <p:spPr>
            <a:xfrm>
              <a:off x="0" y="0"/>
              <a:ext cx="1682496" cy="621792"/>
            </a:xfrm>
            <a:custGeom>
              <a:rect b="b" l="l" r="r" t="t"/>
              <a:pathLst>
                <a:path extrusionOk="0" h="621792" w="1682496">
                  <a:moveTo>
                    <a:pt x="0" y="0"/>
                  </a:moveTo>
                  <a:lnTo>
                    <a:pt x="1682496" y="0"/>
                  </a:lnTo>
                  <a:lnTo>
                    <a:pt x="1682496" y="621792"/>
                  </a:lnTo>
                  <a:lnTo>
                    <a:pt x="0" y="6217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724" l="0" r="0" t="-2724"/>
              </a:stretch>
            </a:blipFill>
            <a:ln>
              <a:noFill/>
            </a:ln>
          </p:spPr>
        </p:sp>
        <p:sp>
          <p:nvSpPr>
            <p:cNvPr id="1929" name="Google Shape;1929;p22"/>
            <p:cNvSpPr txBox="1"/>
            <p:nvPr/>
          </p:nvSpPr>
          <p:spPr>
            <a:xfrm>
              <a:off x="0" y="0"/>
              <a:ext cx="1682496" cy="6217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25" u="none" cap="none" strike="noStrike">
                  <a:solidFill>
                    <a:srgbClr val="FFFFFF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VXLAN</a:t>
              </a:r>
              <a:endParaRPr/>
            </a:p>
          </p:txBody>
        </p:sp>
      </p:grpSp>
      <p:sp>
        <p:nvSpPr>
          <p:cNvPr id="1930" name="Google Shape;1930;p22"/>
          <p:cNvSpPr/>
          <p:nvPr/>
        </p:nvSpPr>
        <p:spPr>
          <a:xfrm>
            <a:off x="7534275" y="5819775"/>
            <a:ext cx="1047750" cy="540258"/>
          </a:xfrm>
          <a:custGeom>
            <a:rect b="b" l="l" r="r" t="t"/>
            <a:pathLst>
              <a:path extrusionOk="0" h="720344" w="1397000">
                <a:moveTo>
                  <a:pt x="0" y="151638"/>
                </a:moveTo>
                <a:cubicBezTo>
                  <a:pt x="0" y="67945"/>
                  <a:pt x="67945" y="0"/>
                  <a:pt x="151638" y="0"/>
                </a:cubicBezTo>
                <a:lnTo>
                  <a:pt x="1245362" y="0"/>
                </a:lnTo>
                <a:cubicBezTo>
                  <a:pt x="1329055" y="0"/>
                  <a:pt x="1397000" y="67945"/>
                  <a:pt x="1397000" y="151638"/>
                </a:cubicBezTo>
                <a:lnTo>
                  <a:pt x="1397000" y="568706"/>
                </a:lnTo>
                <a:cubicBezTo>
                  <a:pt x="1397000" y="652399"/>
                  <a:pt x="1329055" y="720344"/>
                  <a:pt x="1245362" y="720344"/>
                </a:cubicBezTo>
                <a:lnTo>
                  <a:pt x="151638" y="720344"/>
                </a:lnTo>
                <a:cubicBezTo>
                  <a:pt x="67945" y="720344"/>
                  <a:pt x="0" y="652399"/>
                  <a:pt x="0" y="568706"/>
                </a:cubicBezTo>
                <a:close/>
              </a:path>
            </a:pathLst>
          </a:custGeom>
          <a:solidFill>
            <a:srgbClr val="173C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31" name="Google Shape;1931;p22"/>
          <p:cNvGrpSpPr/>
          <p:nvPr/>
        </p:nvGrpSpPr>
        <p:grpSpPr>
          <a:xfrm>
            <a:off x="7543800" y="5843016"/>
            <a:ext cx="1028700" cy="466344"/>
            <a:chOff x="0" y="0"/>
            <a:chExt cx="1371600" cy="621792"/>
          </a:xfrm>
        </p:grpSpPr>
        <p:sp>
          <p:nvSpPr>
            <p:cNvPr id="1932" name="Google Shape;1932;p22"/>
            <p:cNvSpPr/>
            <p:nvPr/>
          </p:nvSpPr>
          <p:spPr>
            <a:xfrm>
              <a:off x="0" y="0"/>
              <a:ext cx="1371600" cy="621792"/>
            </a:xfrm>
            <a:custGeom>
              <a:rect b="b" l="l" r="r" t="t"/>
              <a:pathLst>
                <a:path extrusionOk="0" h="621792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621792"/>
                  </a:lnTo>
                  <a:lnTo>
                    <a:pt x="0" y="6217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8164" r="-8164" t="0"/>
              </a:stretch>
            </a:blipFill>
            <a:ln>
              <a:noFill/>
            </a:ln>
          </p:spPr>
        </p:sp>
        <p:sp>
          <p:nvSpPr>
            <p:cNvPr id="1933" name="Google Shape;1933;p22"/>
            <p:cNvSpPr txBox="1"/>
            <p:nvPr/>
          </p:nvSpPr>
          <p:spPr>
            <a:xfrm>
              <a:off x="0" y="0"/>
              <a:ext cx="1371600" cy="6217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25" u="none" cap="none" strike="noStrike">
                  <a:solidFill>
                    <a:srgbClr val="FFFFFF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OMP</a:t>
              </a:r>
              <a:endParaRPr/>
            </a:p>
          </p:txBody>
        </p:sp>
      </p:grpSp>
      <p:grpSp>
        <p:nvGrpSpPr>
          <p:cNvPr id="1934" name="Google Shape;1934;p22"/>
          <p:cNvGrpSpPr/>
          <p:nvPr/>
        </p:nvGrpSpPr>
        <p:grpSpPr>
          <a:xfrm>
            <a:off x="1097280" y="8915400"/>
            <a:ext cx="5623560" cy="342900"/>
            <a:chOff x="0" y="0"/>
            <a:chExt cx="7498080" cy="457200"/>
          </a:xfrm>
        </p:grpSpPr>
        <p:sp>
          <p:nvSpPr>
            <p:cNvPr id="1935" name="Google Shape;1935;p22"/>
            <p:cNvSpPr/>
            <p:nvPr/>
          </p:nvSpPr>
          <p:spPr>
            <a:xfrm>
              <a:off x="0" y="0"/>
              <a:ext cx="7498080" cy="457200"/>
            </a:xfrm>
            <a:custGeom>
              <a:rect b="b" l="l" r="r" t="t"/>
              <a:pathLst>
                <a:path extrusionOk="0" h="457200" w="7498080">
                  <a:moveTo>
                    <a:pt x="0" y="0"/>
                  </a:moveTo>
                  <a:lnTo>
                    <a:pt x="7498080" y="0"/>
                  </a:lnTo>
                  <a:lnTo>
                    <a:pt x="7498080" y="457200"/>
                  </a:lnTo>
                  <a:lnTo>
                    <a:pt x="0" y="457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69570" l="0" r="0" t="-269570"/>
              </a:stretch>
            </a:blipFill>
            <a:ln>
              <a:noFill/>
            </a:ln>
          </p:spPr>
        </p:sp>
        <p:sp>
          <p:nvSpPr>
            <p:cNvPr id="1936" name="Google Shape;1936;p22"/>
            <p:cNvSpPr txBox="1"/>
            <p:nvPr/>
          </p:nvSpPr>
          <p:spPr>
            <a:xfrm>
              <a:off x="0" y="0"/>
              <a:ext cx="749808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25" u="none" cap="none" strike="noStrike">
                  <a:solidFill>
                    <a:srgbClr val="7FBFD8"/>
                  </a:solidFill>
                  <a:latin typeface="Noto Sans Thai"/>
                  <a:ea typeface="Noto Sans Thai"/>
                  <a:cs typeface="Noto Sans Thai"/>
                  <a:sym typeface="Noto Sans Thai"/>
                </a:rPr>
                <a:t>Group 5 • Fabric Technologies</a:t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